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dfc03ba9e9364ce9" /><Relationship Type="http://schemas.openxmlformats.org/officeDocument/2006/relationships/extended-properties" Target="/docProps/app.xml" Id="R3c960a0c023e4150" /><Relationship Type="http://schemas.openxmlformats.org/officeDocument/2006/relationships/officeDocument" Target="/ppt/presentation.xml" Id="R7686bed0b84543a6" /></Relationships>
</file>

<file path=ppt/presentation.xml><?xml version="1.0" encoding="utf-8"?>
<p:presentation xmlns:p="http://schemas.openxmlformats.org/presentationml/2006/main">
  <p:sldMasterIdLst>
    <p:sldMasterId xmlns:r="http://schemas.openxmlformats.org/officeDocument/2006/relationships" id="2147483648" r:id="R20688e5f56fa4336"/>
  </p:sldMasterIdLst>
  <p:notesMasterIdLst>
    <p:notesMasterId xmlns:r="http://schemas.openxmlformats.org/officeDocument/2006/relationships" r:id="Rac9fe3e4fab24c09"/>
  </p:notesMasterIdLst>
  <p:sldIdLst>
    <p:sldId xmlns:r="http://schemas.openxmlformats.org/officeDocument/2006/relationships" id="256" r:id="R7f0fa5bf8722443d"/>
    <p:sldId xmlns:r="http://schemas.openxmlformats.org/officeDocument/2006/relationships" id="257" r:id="R7ce3e0e38fc24320"/>
    <p:sldId xmlns:r="http://schemas.openxmlformats.org/officeDocument/2006/relationships" id="258" r:id="Rfccacee8a4bf46d8"/>
    <p:sldId xmlns:r="http://schemas.openxmlformats.org/officeDocument/2006/relationships" id="259" r:id="Rd76dc4873ab94dbe"/>
    <p:sldId xmlns:r="http://schemas.openxmlformats.org/officeDocument/2006/relationships" id="260" r:id="R64d0c18b04944a90"/>
    <p:sldId xmlns:r="http://schemas.openxmlformats.org/officeDocument/2006/relationships" id="261" r:id="Rac266312c7d04334"/>
    <p:sldId xmlns:r="http://schemas.openxmlformats.org/officeDocument/2006/relationships" id="262" r:id="Rf9a5cf5bf3a9481e"/>
    <p:sldId xmlns:r="http://schemas.openxmlformats.org/officeDocument/2006/relationships" id="263" r:id="Rc6c0582cbace47a9"/>
    <p:sldId xmlns:r="http://schemas.openxmlformats.org/officeDocument/2006/relationships" id="264" r:id="R6416b7215a2d4862"/>
    <p:sldId xmlns:r="http://schemas.openxmlformats.org/officeDocument/2006/relationships" id="265" r:id="R558b042bdd744b5f"/>
    <p:sldId xmlns:r="http://schemas.openxmlformats.org/officeDocument/2006/relationships" id="266" r:id="Ra0c18cbb1b5541f5"/>
    <p:sldId xmlns:r="http://schemas.openxmlformats.org/officeDocument/2006/relationships" id="267" r:id="Ra51821c1b4824f7d"/>
    <p:sldId xmlns:r="http://schemas.openxmlformats.org/officeDocument/2006/relationships" id="268" r:id="Redef3f917a5342b8"/>
    <p:sldId xmlns:r="http://schemas.openxmlformats.org/officeDocument/2006/relationships" id="269" r:id="Rd6cce3e4c5ec432e"/>
    <p:sldId xmlns:r="http://schemas.openxmlformats.org/officeDocument/2006/relationships" id="270" r:id="Ra29541a50f3f4b8b"/>
    <p:sldId xmlns:r="http://schemas.openxmlformats.org/officeDocument/2006/relationships" id="271" r:id="Rbd23351e6be5499e"/>
    <p:sldId xmlns:r="http://schemas.openxmlformats.org/officeDocument/2006/relationships" id="272" r:id="Rc476b3bb5fab49c2"/>
    <p:sldId xmlns:r="http://schemas.openxmlformats.org/officeDocument/2006/relationships" id="273" r:id="Rb3fdcb1f8d0b4ef0"/>
    <p:sldId xmlns:r="http://schemas.openxmlformats.org/officeDocument/2006/relationships" id="274" r:id="Rb53cc36204e94ae7"/>
    <p:sldId xmlns:r="http://schemas.openxmlformats.org/officeDocument/2006/relationships" id="275" r:id="R10696b512edf4d50"/>
    <p:sldId xmlns:r="http://schemas.openxmlformats.org/officeDocument/2006/relationships" id="276" r:id="R903a145cada149bd"/>
    <p:sldId xmlns:r="http://schemas.openxmlformats.org/officeDocument/2006/relationships" id="277" r:id="R0f24520895ba4c03"/>
    <p:sldId xmlns:r="http://schemas.openxmlformats.org/officeDocument/2006/relationships" id="278" r:id="R092095a04db14172"/>
    <p:sldId xmlns:r="http://schemas.openxmlformats.org/officeDocument/2006/relationships" id="279" r:id="Rf595273144864d6b"/>
  </p:sldIdLst>
  <p:sldSz cx="9324594" cy="5248656"/>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332b4dc20447ed" /><Relationship Type="http://schemas.openxmlformats.org/officeDocument/2006/relationships/slideMaster" Target="/ppt/slideMasters/slideMaster1.xml" Id="R20688e5f56fa4336" /><Relationship Type="http://schemas.openxmlformats.org/officeDocument/2006/relationships/notesMaster" Target="/ppt/notesMasters/notesMaster1.xml" Id="Rac9fe3e4fab24c09" /><Relationship Type="http://schemas.openxmlformats.org/officeDocument/2006/relationships/presProps" Target="/ppt/presProps.xml" Id="R53e3f224c2f4444b" /><Relationship Type="http://schemas.openxmlformats.org/officeDocument/2006/relationships/tableStyles" Target="/ppt/tableStyles.xml" Id="R4e26324441b04b36" /><Relationship Type="http://schemas.openxmlformats.org/officeDocument/2006/relationships/slide" Target="/ppt/slides/slide1.xml" Id="R7f0fa5bf8722443d" /><Relationship Type="http://schemas.openxmlformats.org/officeDocument/2006/relationships/slide" Target="/ppt/slides/slide2.xml" Id="R7ce3e0e38fc24320" /><Relationship Type="http://schemas.openxmlformats.org/officeDocument/2006/relationships/slide" Target="/ppt/slides/slide3.xml" Id="Rfccacee8a4bf46d8" /><Relationship Type="http://schemas.openxmlformats.org/officeDocument/2006/relationships/slide" Target="/ppt/slides/slide4.xml" Id="Rd76dc4873ab94dbe" /><Relationship Type="http://schemas.openxmlformats.org/officeDocument/2006/relationships/slide" Target="/ppt/slides/slide5.xml" Id="R64d0c18b04944a90" /><Relationship Type="http://schemas.openxmlformats.org/officeDocument/2006/relationships/slide" Target="/ppt/slides/slide6.xml" Id="Rac266312c7d04334" /><Relationship Type="http://schemas.openxmlformats.org/officeDocument/2006/relationships/slide" Target="/ppt/slides/slide7.xml" Id="Rf9a5cf5bf3a9481e" /><Relationship Type="http://schemas.openxmlformats.org/officeDocument/2006/relationships/slide" Target="/ppt/slides/slide8.xml" Id="Rc6c0582cbace47a9" /><Relationship Type="http://schemas.openxmlformats.org/officeDocument/2006/relationships/slide" Target="/ppt/slides/slide9.xml" Id="R6416b7215a2d4862" /><Relationship Type="http://schemas.openxmlformats.org/officeDocument/2006/relationships/slide" Target="/ppt/slides/slide10.xml" Id="R558b042bdd744b5f" /><Relationship Type="http://schemas.openxmlformats.org/officeDocument/2006/relationships/slide" Target="/ppt/slides/slide11.xml" Id="Ra0c18cbb1b5541f5" /><Relationship Type="http://schemas.openxmlformats.org/officeDocument/2006/relationships/slide" Target="/ppt/slides/slide12.xml" Id="Ra51821c1b4824f7d" /><Relationship Type="http://schemas.openxmlformats.org/officeDocument/2006/relationships/slide" Target="/ppt/slides/slide13.xml" Id="Redef3f917a5342b8" /><Relationship Type="http://schemas.openxmlformats.org/officeDocument/2006/relationships/slide" Target="/ppt/slides/slide14.xml" Id="Rd6cce3e4c5ec432e" /><Relationship Type="http://schemas.openxmlformats.org/officeDocument/2006/relationships/slide" Target="/ppt/slides/slide15.xml" Id="Ra29541a50f3f4b8b" /><Relationship Type="http://schemas.openxmlformats.org/officeDocument/2006/relationships/slide" Target="/ppt/slides/slide16.xml" Id="Rbd23351e6be5499e" /><Relationship Type="http://schemas.openxmlformats.org/officeDocument/2006/relationships/slide" Target="/ppt/slides/slide17.xml" Id="Rc476b3bb5fab49c2" /><Relationship Type="http://schemas.openxmlformats.org/officeDocument/2006/relationships/slide" Target="/ppt/slides/slide18.xml" Id="Rb3fdcb1f8d0b4ef0" /><Relationship Type="http://schemas.openxmlformats.org/officeDocument/2006/relationships/slide" Target="/ppt/slides/slide19.xml" Id="Rb53cc36204e94ae7" /><Relationship Type="http://schemas.openxmlformats.org/officeDocument/2006/relationships/slide" Target="/ppt/slides/slide20.xml" Id="R10696b512edf4d50" /><Relationship Type="http://schemas.openxmlformats.org/officeDocument/2006/relationships/slide" Target="/ppt/slides/slide21.xml" Id="R903a145cada149bd" /><Relationship Type="http://schemas.openxmlformats.org/officeDocument/2006/relationships/slide" Target="/ppt/slides/slide22.xml" Id="R0f24520895ba4c03" /><Relationship Type="http://schemas.openxmlformats.org/officeDocument/2006/relationships/slide" Target="/ppt/slides/slide23.xml" Id="R092095a04db14172" /><Relationship Type="http://schemas.openxmlformats.org/officeDocument/2006/relationships/slide" Target="/ppt/slides/slide24.xml" Id="Rf595273144864d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ef5bb04ff141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413956dd0348be" /><Relationship Type="http://schemas.openxmlformats.org/officeDocument/2006/relationships/notesMaster" Target="/ppt/notesMasters/notesMaster1.xml" Id="Rd5a2b33dcba540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f1dc26cb3c439b" /><Relationship Type="http://schemas.openxmlformats.org/officeDocument/2006/relationships/notesMaster" Target="/ppt/notesMasters/notesMaster1.xml" Id="R7150bd6bd7d048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198eebfc354628" /><Relationship Type="http://schemas.openxmlformats.org/officeDocument/2006/relationships/notesMaster" Target="/ppt/notesMasters/notesMaster1.xml" Id="Re79dc1fe703347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2cd5c515184eda" /><Relationship Type="http://schemas.openxmlformats.org/officeDocument/2006/relationships/notesMaster" Target="/ppt/notesMasters/notesMaster1.xml" Id="R49a83c6cde5d4a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c171dd741a48cd" /><Relationship Type="http://schemas.openxmlformats.org/officeDocument/2006/relationships/notesMaster" Target="/ppt/notesMasters/notesMaster1.xml" Id="Rd66712270dae4b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6815ba4ca343c9" /><Relationship Type="http://schemas.openxmlformats.org/officeDocument/2006/relationships/notesMaster" Target="/ppt/notesMasters/notesMaster1.xml" Id="Rfdeb432cea6b4a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a21105221c4d10" /><Relationship Type="http://schemas.openxmlformats.org/officeDocument/2006/relationships/notesMaster" Target="/ppt/notesMasters/notesMaster1.xml" Id="Rc1b69d9f53c84c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3015be27f143d5" /><Relationship Type="http://schemas.openxmlformats.org/officeDocument/2006/relationships/notesMaster" Target="/ppt/notesMasters/notesMaster1.xml" Id="R5894f908be9f4a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3d3c1b63ce4b54" /><Relationship Type="http://schemas.openxmlformats.org/officeDocument/2006/relationships/notesMaster" Target="/ppt/notesMasters/notesMaster1.xml" Id="R0e3cea65a8ca4f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138eb2c5ee4d35" /><Relationship Type="http://schemas.openxmlformats.org/officeDocument/2006/relationships/notesMaster" Target="/ppt/notesMasters/notesMaster1.xml" Id="Rcc558bceb34744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9095777af948b3" /><Relationship Type="http://schemas.openxmlformats.org/officeDocument/2006/relationships/notesMaster" Target="/ppt/notesMasters/notesMaster1.xml" Id="R29f8c7ff3ac94e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3623574b5646ab" /><Relationship Type="http://schemas.openxmlformats.org/officeDocument/2006/relationships/notesMaster" Target="/ppt/notesMasters/notesMaster1.xml" Id="Rbb0b403be18a4e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cfcca0e88b4c6d" /><Relationship Type="http://schemas.openxmlformats.org/officeDocument/2006/relationships/notesMaster" Target="/ppt/notesMasters/notesMaster1.xml" Id="Rcf86c1c6c73c4b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8543b30a444b2d" /><Relationship Type="http://schemas.openxmlformats.org/officeDocument/2006/relationships/notesMaster" Target="/ppt/notesMasters/notesMaster1.xml" Id="R1accf4d3fb0846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9e72598fb3419c" /><Relationship Type="http://schemas.openxmlformats.org/officeDocument/2006/relationships/notesMaster" Target="/ppt/notesMasters/notesMaster1.xml" Id="R7df9edb138fb48d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53b216f66f4326" /><Relationship Type="http://schemas.openxmlformats.org/officeDocument/2006/relationships/notesMaster" Target="/ppt/notesMasters/notesMaster1.xml" Id="R0956d0e6376d4ac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2e83920df44039" /><Relationship Type="http://schemas.openxmlformats.org/officeDocument/2006/relationships/notesMaster" Target="/ppt/notesMasters/notesMaster1.xml" Id="R6fe30fb5c7f54d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2f1f6c66d6d45f3" /><Relationship Type="http://schemas.openxmlformats.org/officeDocument/2006/relationships/notesMaster" Target="/ppt/notesMasters/notesMaster1.xml" Id="R0346cae008e6487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815fc899f1416d" /><Relationship Type="http://schemas.openxmlformats.org/officeDocument/2006/relationships/notesMaster" Target="/ppt/notesMasters/notesMaster1.xml" Id="R169e23bba746430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d27001442254787" /><Relationship Type="http://schemas.openxmlformats.org/officeDocument/2006/relationships/notesMaster" Target="/ppt/notesMasters/notesMaster1.xml" Id="Rf544bb675e104a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e1de55b07a048e2" /><Relationship Type="http://schemas.openxmlformats.org/officeDocument/2006/relationships/notesMaster" Target="/ppt/notesMasters/notesMaster1.xml" Id="R852fb9fc662d454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1e300e631940eb" /><Relationship Type="http://schemas.openxmlformats.org/officeDocument/2006/relationships/notesMaster" Target="/ppt/notesMasters/notesMaster1.xml" Id="R9f6e241808db44d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4445bf1a6a24e83" /><Relationship Type="http://schemas.openxmlformats.org/officeDocument/2006/relationships/notesMaster" Target="/ppt/notesMasters/notesMaster1.xml" Id="R9e14c51b95214ea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ad58f4ba9834387" /><Relationship Type="http://schemas.openxmlformats.org/officeDocument/2006/relationships/notesMaster" Target="/ppt/notesMasters/notesMaster1.xml" Id="Re73af628e43e42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s. Somos 5.5. Con OMNI ayudamos a Brasper a conectar su atención comercial con cada operación de cambio entre Perú y Brasil.</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 David desarrolló WhatsApp; Binni, la app y el backend; Jordy, la web; y Melani, el backoffice. Trabajamos por módulos, sobre un mismo recorrido: que el cliente avance y el equipo pueda acompañarlo.</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 El pedido inicial era automatizar facturación. Nuestra experiencia en consultoría nos llevó a preguntar por todo el proceso: cómo llega el cliente, dónde espera y qué información vuelve a digitarse. TI ya tenía encaminada una solución para facturación. Al revisar chats y datos encontramos una oportunidad de mayor alcance: potenciar ventas y mejorar la experiencia desde la primera consulta.</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 Brasper recibe, en promedio, ciento treinta y un chats al día. Sesenta y siete terminan en transferencia y sesenta y cuatro se quedan en cotización. La conversión ronda el cincuenta y uno por ciento. Con datos disponibles y autorización, el equipo puede investigar qué los desmotivó, retomar el contacto y sugerir una alternativa. La oportunidad es aprender y acompañar, no dar por perdida cada consulta.</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 OMNI by 5.5 propone cuatro puntos de acceso: WhatsApp, web, app para iOS y app para Android. Cada cliente elige su pantalla y la operación sigue un proceso común sobre Firebase con revisión interna. Las dos apps comparten el módulo móvil; no duplican el backend. La integración de identidad y la publicación en tiendas deben validarse.</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 En WhatsApp, el cliente escribe como habla: quiero enviar quinientos reales a Perú. El agente interpreta la intención y presenta los siguientes pasos. La IA orienta la conversación; las reglas controlan importes y estados. El equipo sigue validando el ingreso. En la siguiente iteración, el cliente también podrá pedir un asesor y transferirle el contexto del caso.</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 La web abre otro camino para el cliente. Cotiza, registra al destinatario, adjunta el comprobante y consulta el estado desde su pantalla. La solicitud puede entrar fuera de horario. El cliente distingue un pago en revisión de un envío registrado, y la asesora recibe información ordenada en lugar de volver a copiar toda la conversación.</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 El backoffice conserva la decisión humana. Reúne operaciones para revisar el ingreso y resolver excepciones. Buscamos reducir digitación repetida y ganar control del caso. Registrar un estado no equivale a ejecutar automáticamente un pago bancario.</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 El impacto se tiene que medir. Primero, conversión de chats a transferencias. Segundo, tiempo por etapa: registro, validación y envío. Tercero, errores y retrabajo por operación. Y cuarto, operaciones por hora del equipo. Ya tenemos una referencia de conversión. Para tiempos y errores necesitamos la línea base del piloto. Eso permitirá demostrar la mejora sin confundir la última actualización de un registro con el tiempo real de una venta.</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 El potencial de crecimiento viene de varias fuentes: recibir intención de compra a cualquier hora, abrir cuatro puntos de acceso y dar una experiencia más clara. Además, el tiempo liberado permite al equipo seguir las cotizaciones pendientes. Queremos entender por qué alguien no compró y probar campañas o cupones que dejen margen. Ese crecimiento se medirá en el piloto.</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 Bien implementada, la automatización puede liberar tiempo equivalente a ciento nueve mil doscientos soles al año, bajo el escenario salarial. El equipo puede capacitarse y dedicar esa capacidad a captar clientes, acompañar consultas y mejorar la conversión. El ahorro es de trabajo operativo y capacidad disponible; no estamos planteando despidos ni afirmando que ese importe ya quedó libre en caja.</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 La puesta en marcha está incluida. Proponemos optimizar WhatsApp agrupando los datos en un formulario: un mensaje de entrada y una confirmación, con apoyo adicional en algunos casos. Aún no está implementado. Con tarifas conservadoras de Meta y reserva, el objetivo baja de tres mil quinientos a mil cuatrocientos soles mensuales. El escenario comercial dejaría dos mil trescientos ochenta antes de otros costos. Noventa y cuatro operaciones nuevas cubrirían esa tecnología. Validaremos costo y experiencia juntos.</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 de video, sin voz original. Reproducir manualmente con el botón o la barra espaciadora. Es el video de 64,5 s recuperado del PDF aportado, con datos de presentación y composiciones de arquitectura. No presentarlo como prueba bancaria, fiscal ni certificación de identidad entre canales. Incluye una fila de prueba en USD que no amplía el alcance PEN/BRL de la web. En PDF se conserva un fotograma, sin video incrustado. Si se explica por encima, respetar el tiempo total.</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a:p xmlns:a="http://schemas.openxmlformats.org/drawingml/2006/main">
            <a:r>
              <a:t>Video original: video/proceso.mp4 (duración aproximada de 1 minuto).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 La próxima fase combina personas e inteligencia artificial. Primero, pasar del bot a un asesor con contexto. Después, usar información centralizada para registrar motivos, priorizar consultas y hacer seguimiento. El equipo puede probar campañas y cupones, comparando ventas y margen. Un CRM con IA ayudará a escalar ese trabajo. Más adelante, evaluar un banco o fintech para ampliar la automatización con controles. Cada paso se valida antes de expandirse.</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s. OMNI by 5.5: que lleguen, que avancen y que vuelvan. Una experiencia que acompaña el crecimiento de Brasper. El cambio está abierto.</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s. Gracias. Somos 5.5. Quedamos atentos a sus preguntas.</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Anexo fuera de tiempo. Recuperación aún por implementar. 192*15=2880. Con 60 operaciones nocturnas distintas, serían 252 y S/3780 antes de costos, solo si no se solapan. No tratar como ROI ni sumar salarios brutos como caja disponible.</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presupuesto de S/1.400 usa la propuesta de formulario/Flow y dos mensajes más soporte en 10% de los casos; no está implementado. Mantener S/3.500 como referencia sin optimizar. WAHA es alternativa, no costo adicional.</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Anexo fuera de tiempo. Web revisada en f9ae0aa. No reactivar dashboard Supabase para representar el módulo interno de Firebase. La captura de backoffice y WhatsApp procede del material del equipo, no de una prueba externa realizada para esta entrega.</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Anexo fuera de tiempo. Fuentes en ../fuentes/. El PDF de referencia contiene otra dotación y comparaciones de tiempos y costos que no se usan como hechos en esta versión. La mediana de última actualización no se presenta como duración de venta. No se reproduce la proyección 2027 como expectativa oficial.</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Anexo fuera del tiempo de exposición. Los próximos pasos se priorizan con el negocio y no equivalen a funcionalidades implementadas. La atención híbrida mantiene los mismos tres canales: el humano es una modalidad de atención, no un cuarto canal.</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oficiales y supuestos detallados en COSTOS_TECNOLOGICOS.md. La base usa WAHA en VPS, no Cloud API oficial. No incluye honorarios, impuestos ni pagos bancarios. Los S/300 del primer mes no se duplican como costo de instalación.</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Diseño propuesto: un CTA de apertura, captura y validación en formulario con backend, y una confirmación final combinada. No enviar una respuesta de WhatsApp por cada campo. Reservar dos apoyos en 10% de casos. Servicio inicial y ayuda dentro de ventana; si la confirmación llega fuera de ventana, plantilla de utilidad aprobada. No tratar cupones ni campañas como utilidad. Validar entrega, carga de adjuntos, accesibilidad, finalización y necesidad real de ayuda.</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automatización es híbrida: el modelo interpreta y redacta; las reglas y los estados controlan el proceso financiero, con revisión humana. El saludo revisado en el código dice asistente virtual, pero todavía no explicita IA. El aviso de esta lámina es una propuesta, no evidencia de despliegue. El D.S. 115-2025-PCM desarrolla la Ley 31814: el art. 25.1 trata la transparencia para sistemas de riesgo alto; el 25.2 contempla etiquetado visible cuando sea relevante; el 26 exige protección de datos; el 31.2 prevé políticas y protocolos de transparencia del sector privado. No se clasifica automáticamente este chatbot como riesgo alto. Los plazos de la primera disposición final dependen del sector y de la condición MYPE. No afirmar cumplimiento total ni certificación sin verificar alcance, datos y despliegue. Fuente oficial consultada 15/10/2026: https://busquedas.elperuano.pe/dispositivo/NL/2436426-1</a:t>
            </a:r>
          </a:p>
          <a:p xmlns:a="http://schemas.openxmlformats.org/drawingml/2006/main">
            <a:r>
              <a:t/>
            </a:r>
          </a:p>
          <a:p xmlns:a="http://schemas.openxmlformats.org/drawingml/2006/main">
            <a:r>
              <a:t>Fuentes y metodología: FUENTES_Y_ALCANCE.md, COSTOS_TECNOLOGICOS.md y RESUMEN_CALCULOS.md, junto a la versión web en https://github.com/jordyalania/brasper-global-connect/tree/main/presentacion-final/7-minutos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7f0d99609e4e3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dc37e1292b4f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d183bf1741045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4f1b347f7a4e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1465373185348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c6c8e16407649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5777EB-E3AD-4561-8EFD-99096D6DAE50}"/>
              </a:ext>
            </a:extLst>
          </p:cNvPr>
          <p:cNvSpPr>
            <a:spLocks xmlns:a="http://schemas.openxmlformats.org/drawingml/2006/main" noGrp="1"/>
          </p:cNvSpPr>
          <p:nvPr>
            <p:ph type="title" idx="0"/>
          </p:nvPr>
        </p:nvSpPr>
        <p:spPr>
          <a:xfrm xmlns:a="http://schemas.openxmlformats.org/drawingml/2006/main">
            <a:off x="932459" y="1982826"/>
            <a:ext cx="7459675" cy="75813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7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1917C9-A875-4661-8933-876689EA34FF}"/>
              </a:ext>
            </a:extLst>
          </p:cNvPr>
          <p:cNvSpPr>
            <a:spLocks xmlns:a="http://schemas.openxmlformats.org/drawingml/2006/main" noGrp="1"/>
          </p:cNvSpPr>
          <p:nvPr>
            <p:ph type="subTitle" idx="1"/>
          </p:nvPr>
        </p:nvSpPr>
        <p:spPr>
          <a:xfrm xmlns:a="http://schemas.openxmlformats.org/drawingml/2006/main">
            <a:off x="1398689" y="2886761"/>
            <a:ext cx="6527216" cy="583184"/>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606"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E928AE-E27E-42FD-AB91-5F18FE82E203}"/>
              </a:ext>
            </a:extLst>
          </p:cNvPr>
          <p:cNvSpPr>
            <a:spLocks xmlns:a="http://schemas.openxmlformats.org/drawingml/2006/main" noGrp="1"/>
          </p:cNvSpPr>
          <p:nvPr>
            <p:ph type="title" idx="0"/>
          </p:nvPr>
        </p:nvSpPr>
        <p:spPr>
          <a:xfrm xmlns:a="http://schemas.openxmlformats.org/drawingml/2006/main">
            <a:off x="932459" y="2186940"/>
            <a:ext cx="7459675" cy="87477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21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FD3B3A-893F-479F-8336-BDE4EB7D6B08}"/>
              </a:ext>
            </a:extLst>
          </p:cNvPr>
          <p:cNvSpPr>
            <a:spLocks xmlns:a="http://schemas.openxmlformats.org/drawingml/2006/main" noGrp="1"/>
          </p:cNvSpPr>
          <p:nvPr>
            <p:ph type="title" idx="0"/>
          </p:nvPr>
        </p:nvSpPr>
        <p:spPr>
          <a:xfrm xmlns:a="http://schemas.openxmlformats.org/drawingml/2006/main">
            <a:off x="524508" y="408229"/>
            <a:ext cx="8275577" cy="64150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2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6D69D27-8678-4DBB-8873-F1B4FD31A296}"/>
              </a:ext>
            </a:extLst>
          </p:cNvPr>
          <p:cNvSpPr>
            <a:spLocks xmlns:a="http://schemas.openxmlformats.org/drawingml/2006/main" noGrp="1"/>
          </p:cNvSpPr>
          <p:nvPr>
            <p:ph type="body" idx="1"/>
          </p:nvPr>
        </p:nvSpPr>
        <p:spPr>
          <a:xfrm xmlns:a="http://schemas.openxmlformats.org/drawingml/2006/main">
            <a:off x="524508" y="1457960"/>
            <a:ext cx="8275577" cy="326583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21" b="0">
                <a:solidFill>
                  <a:schemeClr val="tx1"/>
                </a:solidFill>
                <a:latin typeface="+mn-lt"/>
                <a:ea typeface="+mn-lt"/>
                <a:cs typeface="+mn-lt"/>
              </a:defRPr>
            </a:defPPr>
            <a:lvl1pPr marL="174836" indent="-174836">
              <a:lnSpc>
                <a:spcPct val="110000"/>
              </a:lnSpc>
              <a:spcBef>
                <a:spcPts val="0"/>
              </a:spcBef>
              <a:spcAft>
                <a:spcPts val="918"/>
              </a:spcAft>
              <a:buChar char="•"/>
            </a:lvl1pPr>
            <a:lvl2pPr marL="407951" indent="-174836">
              <a:lnSpc>
                <a:spcPct val="110000"/>
              </a:lnSpc>
              <a:spcBef>
                <a:spcPts val="0"/>
              </a:spcBef>
              <a:spcAft>
                <a:spcPts val="918"/>
              </a:spcAft>
              <a:buChar char="•"/>
            </a:lvl2pPr>
            <a:lvl3pPr marL="641066" indent="-174836">
              <a:lnSpc>
                <a:spcPct val="110000"/>
              </a:lnSpc>
              <a:spcBef>
                <a:spcPts val="0"/>
              </a:spcBef>
              <a:spcAft>
                <a:spcPts val="918"/>
              </a:spcAft>
              <a:buChar char="•"/>
            </a:lvl3pPr>
            <a:lvl4pPr marL="874181" indent="-174836">
              <a:lnSpc>
                <a:spcPct val="110000"/>
              </a:lnSpc>
              <a:spcBef>
                <a:spcPts val="0"/>
              </a:spcBef>
              <a:spcAft>
                <a:spcPts val="918"/>
              </a:spcAft>
              <a:buChar char="•"/>
            </a:lvl4pPr>
            <a:lvl5pPr marL="1107296" indent="-174836">
              <a:lnSpc>
                <a:spcPct val="110000"/>
              </a:lnSpc>
              <a:spcBef>
                <a:spcPts val="0"/>
              </a:spcBef>
              <a:spcAft>
                <a:spcPts val="918"/>
              </a:spcAft>
              <a:buChar char="•"/>
            </a:lvl5pPr>
            <a:lvl6pPr marL="1340410" indent="-174836">
              <a:lnSpc>
                <a:spcPct val="110000"/>
              </a:lnSpc>
              <a:spcBef>
                <a:spcPts val="0"/>
              </a:spcBef>
              <a:spcAft>
                <a:spcPts val="918"/>
              </a:spcAft>
              <a:buChar char="•"/>
            </a:lvl6pPr>
            <a:lvl7pPr marL="1573525" indent="-174836">
              <a:lnSpc>
                <a:spcPct val="110000"/>
              </a:lnSpc>
              <a:spcBef>
                <a:spcPts val="0"/>
              </a:spcBef>
              <a:spcAft>
                <a:spcPts val="918"/>
              </a:spcAft>
              <a:buChar char="•"/>
            </a:lvl7pPr>
            <a:lvl8pPr marL="1806640" indent="-174836">
              <a:lnSpc>
                <a:spcPct val="110000"/>
              </a:lnSpc>
              <a:spcBef>
                <a:spcPts val="0"/>
              </a:spcBef>
              <a:spcAft>
                <a:spcPts val="918"/>
              </a:spcAft>
              <a:buChar char="•"/>
            </a:lvl8pPr>
            <a:lvl9pPr marL="2039755" indent="-174836">
              <a:lnSpc>
                <a:spcPct val="110000"/>
              </a:lnSpc>
              <a:spcBef>
                <a:spcPts val="0"/>
              </a:spcBef>
              <a:spcAft>
                <a:spcPts val="918"/>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DE54F7-37CE-4D88-ACF2-462367F746F5}"/>
              </a:ext>
            </a:extLst>
          </p:cNvPr>
          <p:cNvSpPr>
            <a:spLocks xmlns:a="http://schemas.openxmlformats.org/drawingml/2006/main" noGrp="1"/>
          </p:cNvSpPr>
          <p:nvPr>
            <p:ph type="title" idx="0"/>
          </p:nvPr>
        </p:nvSpPr>
        <p:spPr>
          <a:xfrm xmlns:a="http://schemas.openxmlformats.org/drawingml/2006/main">
            <a:off x="524508" y="408229"/>
            <a:ext cx="8275577" cy="64150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2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C06DDF-F50D-4B78-BBD4-1D2B6D5CD7A3}"/>
              </a:ext>
            </a:extLst>
          </p:cNvPr>
          <p:cNvSpPr>
            <a:spLocks xmlns:a="http://schemas.openxmlformats.org/drawingml/2006/main" noGrp="1"/>
          </p:cNvSpPr>
          <p:nvPr>
            <p:ph type="body" idx="1"/>
          </p:nvPr>
        </p:nvSpPr>
        <p:spPr>
          <a:xfrm xmlns:a="http://schemas.openxmlformats.org/drawingml/2006/main">
            <a:off x="524508" y="1457960"/>
            <a:ext cx="3846395" cy="326583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06" b="0">
                <a:solidFill>
                  <a:schemeClr val="tx1"/>
                </a:solidFill>
                <a:latin typeface="+mn-lt"/>
                <a:ea typeface="+mn-lt"/>
                <a:cs typeface="+mn-lt"/>
              </a:defRPr>
            </a:defPPr>
            <a:lvl1pPr marL="174836" indent="-174836">
              <a:lnSpc>
                <a:spcPct val="110000"/>
              </a:lnSpc>
              <a:spcBef>
                <a:spcPts val="0"/>
              </a:spcBef>
              <a:spcAft>
                <a:spcPts val="918"/>
              </a:spcAft>
              <a:buChar char="•"/>
            </a:lvl1pPr>
            <a:lvl2pPr marL="407951" indent="-174836">
              <a:lnSpc>
                <a:spcPct val="110000"/>
              </a:lnSpc>
              <a:spcBef>
                <a:spcPts val="0"/>
              </a:spcBef>
              <a:spcAft>
                <a:spcPts val="918"/>
              </a:spcAft>
              <a:buChar char="•"/>
            </a:lvl2pPr>
            <a:lvl3pPr marL="641066" indent="-174836">
              <a:lnSpc>
                <a:spcPct val="110000"/>
              </a:lnSpc>
              <a:spcBef>
                <a:spcPts val="0"/>
              </a:spcBef>
              <a:spcAft>
                <a:spcPts val="918"/>
              </a:spcAft>
              <a:buChar char="•"/>
            </a:lvl3pPr>
            <a:lvl4pPr marL="874181" indent="-174836">
              <a:lnSpc>
                <a:spcPct val="110000"/>
              </a:lnSpc>
              <a:spcBef>
                <a:spcPts val="0"/>
              </a:spcBef>
              <a:spcAft>
                <a:spcPts val="918"/>
              </a:spcAft>
              <a:buChar char="•"/>
            </a:lvl4pPr>
            <a:lvl5pPr marL="1107296" indent="-174836">
              <a:lnSpc>
                <a:spcPct val="110000"/>
              </a:lnSpc>
              <a:spcBef>
                <a:spcPts val="0"/>
              </a:spcBef>
              <a:spcAft>
                <a:spcPts val="918"/>
              </a:spcAft>
              <a:buChar char="•"/>
            </a:lvl5pPr>
            <a:lvl6pPr marL="1340410" indent="-174836">
              <a:lnSpc>
                <a:spcPct val="110000"/>
              </a:lnSpc>
              <a:spcBef>
                <a:spcPts val="0"/>
              </a:spcBef>
              <a:spcAft>
                <a:spcPts val="918"/>
              </a:spcAft>
              <a:buChar char="•"/>
            </a:lvl6pPr>
            <a:lvl7pPr marL="1573525" indent="-174836">
              <a:lnSpc>
                <a:spcPct val="110000"/>
              </a:lnSpc>
              <a:spcBef>
                <a:spcPts val="0"/>
              </a:spcBef>
              <a:spcAft>
                <a:spcPts val="918"/>
              </a:spcAft>
              <a:buChar char="•"/>
            </a:lvl7pPr>
            <a:lvl8pPr marL="1806640" indent="-174836">
              <a:lnSpc>
                <a:spcPct val="110000"/>
              </a:lnSpc>
              <a:spcBef>
                <a:spcPts val="0"/>
              </a:spcBef>
              <a:spcAft>
                <a:spcPts val="918"/>
              </a:spcAft>
              <a:buChar char="•"/>
            </a:lvl8pPr>
            <a:lvl9pPr marL="2039755" indent="-174836">
              <a:lnSpc>
                <a:spcPct val="110000"/>
              </a:lnSpc>
              <a:spcBef>
                <a:spcPts val="0"/>
              </a:spcBef>
              <a:spcAft>
                <a:spcPts val="918"/>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7E38C31-0607-4CBE-B581-063DA1F5D4C4}"/>
              </a:ext>
            </a:extLst>
          </p:cNvPr>
          <p:cNvSpPr>
            <a:spLocks xmlns:a="http://schemas.openxmlformats.org/drawingml/2006/main" noGrp="1"/>
          </p:cNvSpPr>
          <p:nvPr>
            <p:ph type="body" idx="2"/>
          </p:nvPr>
        </p:nvSpPr>
        <p:spPr>
          <a:xfrm xmlns:a="http://schemas.openxmlformats.org/drawingml/2006/main">
            <a:off x="4953691" y="1457960"/>
            <a:ext cx="3846395" cy="326583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06" b="0">
                <a:solidFill>
                  <a:schemeClr val="tx1"/>
                </a:solidFill>
                <a:latin typeface="+mn-lt"/>
                <a:ea typeface="+mn-lt"/>
                <a:cs typeface="+mn-lt"/>
              </a:defRPr>
            </a:defPPr>
            <a:lvl1pPr marL="174836" indent="-174836">
              <a:lnSpc>
                <a:spcPct val="110000"/>
              </a:lnSpc>
              <a:spcBef>
                <a:spcPts val="0"/>
              </a:spcBef>
              <a:spcAft>
                <a:spcPts val="918"/>
              </a:spcAft>
              <a:buChar char="•"/>
            </a:lvl1pPr>
            <a:lvl2pPr marL="407951" indent="-174836">
              <a:lnSpc>
                <a:spcPct val="110000"/>
              </a:lnSpc>
              <a:spcBef>
                <a:spcPts val="0"/>
              </a:spcBef>
              <a:spcAft>
                <a:spcPts val="918"/>
              </a:spcAft>
              <a:buChar char="•"/>
            </a:lvl2pPr>
            <a:lvl3pPr marL="641066" indent="-174836">
              <a:lnSpc>
                <a:spcPct val="110000"/>
              </a:lnSpc>
              <a:spcBef>
                <a:spcPts val="0"/>
              </a:spcBef>
              <a:spcAft>
                <a:spcPts val="918"/>
              </a:spcAft>
              <a:buChar char="•"/>
            </a:lvl3pPr>
            <a:lvl4pPr marL="874181" indent="-174836">
              <a:lnSpc>
                <a:spcPct val="110000"/>
              </a:lnSpc>
              <a:spcBef>
                <a:spcPts val="0"/>
              </a:spcBef>
              <a:spcAft>
                <a:spcPts val="918"/>
              </a:spcAft>
              <a:buChar char="•"/>
            </a:lvl4pPr>
            <a:lvl5pPr marL="1107296" indent="-174836">
              <a:lnSpc>
                <a:spcPct val="110000"/>
              </a:lnSpc>
              <a:spcBef>
                <a:spcPts val="0"/>
              </a:spcBef>
              <a:spcAft>
                <a:spcPts val="918"/>
              </a:spcAft>
              <a:buChar char="•"/>
            </a:lvl5pPr>
            <a:lvl6pPr marL="1340410" indent="-174836">
              <a:lnSpc>
                <a:spcPct val="110000"/>
              </a:lnSpc>
              <a:spcBef>
                <a:spcPts val="0"/>
              </a:spcBef>
              <a:spcAft>
                <a:spcPts val="918"/>
              </a:spcAft>
              <a:buChar char="•"/>
            </a:lvl6pPr>
            <a:lvl7pPr marL="1573525" indent="-174836">
              <a:lnSpc>
                <a:spcPct val="110000"/>
              </a:lnSpc>
              <a:spcBef>
                <a:spcPts val="0"/>
              </a:spcBef>
              <a:spcAft>
                <a:spcPts val="918"/>
              </a:spcAft>
              <a:buChar char="•"/>
            </a:lvl7pPr>
            <a:lvl8pPr marL="1806640" indent="-174836">
              <a:lnSpc>
                <a:spcPct val="110000"/>
              </a:lnSpc>
              <a:spcBef>
                <a:spcPts val="0"/>
              </a:spcBef>
              <a:spcAft>
                <a:spcPts val="918"/>
              </a:spcAft>
              <a:buChar char="•"/>
            </a:lvl8pPr>
            <a:lvl9pPr marL="2039755" indent="-174836">
              <a:lnSpc>
                <a:spcPct val="110000"/>
              </a:lnSpc>
              <a:spcBef>
                <a:spcPts val="0"/>
              </a:spcBef>
              <a:spcAft>
                <a:spcPts val="918"/>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A1A5DE-5F95-48F2-B973-916C27557751}"/>
              </a:ext>
            </a:extLst>
          </p:cNvPr>
          <p:cNvSpPr>
            <a:spLocks xmlns:a="http://schemas.openxmlformats.org/drawingml/2006/main" noGrp="1"/>
          </p:cNvSpPr>
          <p:nvPr>
            <p:ph type="title" idx="0"/>
          </p:nvPr>
        </p:nvSpPr>
        <p:spPr>
          <a:xfrm xmlns:a="http://schemas.openxmlformats.org/drawingml/2006/main">
            <a:off x="524508" y="408229"/>
            <a:ext cx="8275577" cy="64150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2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E15640-9B1A-4E67-86E1-8669A715CDC0}"/>
              </a:ext>
            </a:extLst>
          </p:cNvPr>
          <p:cNvSpPr>
            <a:spLocks xmlns:a="http://schemas.openxmlformats.org/drawingml/2006/main" noGrp="1"/>
          </p:cNvSpPr>
          <p:nvPr>
            <p:ph type="body" idx="1"/>
          </p:nvPr>
        </p:nvSpPr>
        <p:spPr>
          <a:xfrm xmlns:a="http://schemas.openxmlformats.org/drawingml/2006/main">
            <a:off x="524508" y="1457960"/>
            <a:ext cx="3846395" cy="326583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21" b="0">
                <a:solidFill>
                  <a:schemeClr val="tx1"/>
                </a:solidFill>
                <a:latin typeface="+mn-lt"/>
                <a:ea typeface="+mn-lt"/>
                <a:cs typeface="+mn-lt"/>
              </a:defRPr>
            </a:defPPr>
            <a:lvl1pPr marL="174836" indent="-174836">
              <a:lnSpc>
                <a:spcPct val="110000"/>
              </a:lnSpc>
              <a:spcBef>
                <a:spcPts val="0"/>
              </a:spcBef>
              <a:spcAft>
                <a:spcPts val="918"/>
              </a:spcAft>
              <a:buChar char="•"/>
            </a:lvl1pPr>
            <a:lvl2pPr marL="407951" indent="-174836">
              <a:lnSpc>
                <a:spcPct val="110000"/>
              </a:lnSpc>
              <a:spcBef>
                <a:spcPts val="0"/>
              </a:spcBef>
              <a:spcAft>
                <a:spcPts val="918"/>
              </a:spcAft>
              <a:buChar char="•"/>
            </a:lvl2pPr>
            <a:lvl3pPr marL="641066" indent="-174836">
              <a:lnSpc>
                <a:spcPct val="110000"/>
              </a:lnSpc>
              <a:spcBef>
                <a:spcPts val="0"/>
              </a:spcBef>
              <a:spcAft>
                <a:spcPts val="918"/>
              </a:spcAft>
              <a:buChar char="•"/>
            </a:lvl3pPr>
            <a:lvl4pPr marL="874181" indent="-174836">
              <a:lnSpc>
                <a:spcPct val="110000"/>
              </a:lnSpc>
              <a:spcBef>
                <a:spcPts val="0"/>
              </a:spcBef>
              <a:spcAft>
                <a:spcPts val="918"/>
              </a:spcAft>
              <a:buChar char="•"/>
            </a:lvl4pPr>
            <a:lvl5pPr marL="1107296" indent="-174836">
              <a:lnSpc>
                <a:spcPct val="110000"/>
              </a:lnSpc>
              <a:spcBef>
                <a:spcPts val="0"/>
              </a:spcBef>
              <a:spcAft>
                <a:spcPts val="918"/>
              </a:spcAft>
              <a:buChar char="•"/>
            </a:lvl5pPr>
            <a:lvl6pPr marL="1340410" indent="-174836">
              <a:lnSpc>
                <a:spcPct val="110000"/>
              </a:lnSpc>
              <a:spcBef>
                <a:spcPts val="0"/>
              </a:spcBef>
              <a:spcAft>
                <a:spcPts val="918"/>
              </a:spcAft>
              <a:buChar char="•"/>
            </a:lvl6pPr>
            <a:lvl7pPr marL="1573525" indent="-174836">
              <a:lnSpc>
                <a:spcPct val="110000"/>
              </a:lnSpc>
              <a:spcBef>
                <a:spcPts val="0"/>
              </a:spcBef>
              <a:spcAft>
                <a:spcPts val="918"/>
              </a:spcAft>
              <a:buChar char="•"/>
            </a:lvl7pPr>
            <a:lvl8pPr marL="1806640" indent="-174836">
              <a:lnSpc>
                <a:spcPct val="110000"/>
              </a:lnSpc>
              <a:spcBef>
                <a:spcPts val="0"/>
              </a:spcBef>
              <a:spcAft>
                <a:spcPts val="918"/>
              </a:spcAft>
              <a:buChar char="•"/>
            </a:lvl8pPr>
            <a:lvl9pPr marL="2039755" indent="-174836">
              <a:lnSpc>
                <a:spcPct val="110000"/>
              </a:lnSpc>
              <a:spcBef>
                <a:spcPts val="0"/>
              </a:spcBef>
              <a:spcAft>
                <a:spcPts val="918"/>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d2f80397cf4e0b" /><Relationship Type="http://schemas.openxmlformats.org/officeDocument/2006/relationships/slideLayout" Target="/ppt/slideLayouts/slideLayout1.xml" Id="R186e151a8a2045e6" /><Relationship Type="http://schemas.openxmlformats.org/officeDocument/2006/relationships/slideLayout" Target="/ppt/slideLayouts/slideLayout2.xml" Id="R6ebee3833d664b02" /><Relationship Type="http://schemas.openxmlformats.org/officeDocument/2006/relationships/slideLayout" Target="/ppt/slideLayouts/slideLayout3.xml" Id="R9cbb2f2bdd6642eb" /><Relationship Type="http://schemas.openxmlformats.org/officeDocument/2006/relationships/slideLayout" Target="/ppt/slideLayouts/slideLayout4.xml" Id="Rfc582a760d904b2b" /><Relationship Type="http://schemas.openxmlformats.org/officeDocument/2006/relationships/slideLayout" Target="/ppt/slideLayouts/slideLayout5.xml" Id="R26f5e1c3efbc4eb0" /><Relationship Type="http://schemas.openxmlformats.org/officeDocument/2006/relationships/slideLayout" Target="/ppt/slideLayouts/slideLayout6.xml" Id="Rfc5459a0510848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6e151a8a2045e6"/>
    <p:sldLayoutId xmlns:r="http://schemas.openxmlformats.org/officeDocument/2006/relationships" id="2147483650" r:id="R6ebee3833d664b02"/>
    <p:sldLayoutId xmlns:r="http://schemas.openxmlformats.org/officeDocument/2006/relationships" id="2147483651" r:id="R9cbb2f2bdd6642eb"/>
    <p:sldLayoutId xmlns:r="http://schemas.openxmlformats.org/officeDocument/2006/relationships" id="2147483652" r:id="Rfc582a760d904b2b"/>
    <p:sldLayoutId xmlns:r="http://schemas.openxmlformats.org/officeDocument/2006/relationships" id="2147483653" r:id="R26f5e1c3efbc4eb0"/>
    <p:sldLayoutId xmlns:r="http://schemas.openxmlformats.org/officeDocument/2006/relationships" id="2147483654" r:id="Rfc5459a0510848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c5cff7d7c504e54" /><Relationship Type="http://schemas.openxmlformats.org/officeDocument/2006/relationships/image" Target="/ppt/media/image.png" Id="R3029ae15ca2a44ab" /><Relationship Type="http://schemas.openxmlformats.org/officeDocument/2006/relationships/notesSlide" Target="/ppt/notesSlides/notesSlide1.xml" Id="R93ec940e3bc244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a4b95a75d2e4b14" /><Relationship Type="http://schemas.openxmlformats.org/officeDocument/2006/relationships/image" Target="/ppt/media/image2.png" Id="R22c0e047f9d048f3" /><Relationship Type="http://schemas.openxmlformats.org/officeDocument/2006/relationships/notesSlide" Target="/ppt/notesSlides/notesSlide2.xml" Id="R93f7d496260b4d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e2ef921128d47e2" /><Relationship Type="http://schemas.openxmlformats.org/officeDocument/2006/relationships/image" Target="/ppt/media/image3.png" Id="R2707f939048b4256" /><Relationship Type="http://schemas.openxmlformats.org/officeDocument/2006/relationships/notesSlide" Target="/ppt/notesSlides/notesSlide3.xml" Id="R8d0dba29264847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1fc79e4fe54349" /><Relationship Type="http://schemas.openxmlformats.org/officeDocument/2006/relationships/image" Target="/ppt/media/image4.png" Id="R2e10f282051a40a9" /><Relationship Type="http://schemas.openxmlformats.org/officeDocument/2006/relationships/notesSlide" Target="/ppt/notesSlides/notesSlide4.xml" Id="Ra843b0bbc73a40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3ac4af102da4772" /><Relationship Type="http://schemas.openxmlformats.org/officeDocument/2006/relationships/image" Target="/ppt/media/image5.png" Id="R47530e2c83894ff5" /><Relationship Type="http://schemas.openxmlformats.org/officeDocument/2006/relationships/notesSlide" Target="/ppt/notesSlides/notesSlide5.xml" Id="R4e81a6fe94d84b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2f6f76fba94887" /><Relationship Type="http://schemas.openxmlformats.org/officeDocument/2006/relationships/image" Target="/ppt/media/image6.png" Id="R311d9923a2024faf" /><Relationship Type="http://schemas.openxmlformats.org/officeDocument/2006/relationships/notesSlide" Target="/ppt/notesSlides/notesSlide6.xml" Id="R4aa2052720ee44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4a5405c494e4919" /><Relationship Type="http://schemas.openxmlformats.org/officeDocument/2006/relationships/image" Target="/ppt/media/image7.png" Id="R8827c98e79b64405" /><Relationship Type="http://schemas.openxmlformats.org/officeDocument/2006/relationships/notesSlide" Target="/ppt/notesSlides/notesSlide7.xml" Id="Ra1635030d30e4c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9386ed943744df" /><Relationship Type="http://schemas.openxmlformats.org/officeDocument/2006/relationships/image" Target="/ppt/media/image8.png" Id="R66b4202fde0543c4" /><Relationship Type="http://schemas.openxmlformats.org/officeDocument/2006/relationships/notesSlide" Target="/ppt/notesSlides/notesSlide8.xml" Id="R1a410c986b0346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f2fdb1315dc4735" /><Relationship Type="http://schemas.openxmlformats.org/officeDocument/2006/relationships/image" Target="/ppt/media/image9.png" Id="Re817dca7683b47f7" /><Relationship Type="http://schemas.openxmlformats.org/officeDocument/2006/relationships/notesSlide" Target="/ppt/notesSlides/notesSlide9.xml" Id="R349db48556c549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d6cd6c688bd46d3" /><Relationship Type="http://schemas.openxmlformats.org/officeDocument/2006/relationships/image" Target="/ppt/media/image10.png" Id="Rcaeb6444144e401f" /><Relationship Type="http://schemas.openxmlformats.org/officeDocument/2006/relationships/notesSlide" Target="/ppt/notesSlides/notesSlide10.xml" Id="R735585555f1644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83fd6bb529a4d9c" /><Relationship Type="http://schemas.openxmlformats.org/officeDocument/2006/relationships/image" Target="/ppt/media/image11.png" Id="Rd897a9afa8304724" /><Relationship Type="http://schemas.openxmlformats.org/officeDocument/2006/relationships/notesSlide" Target="/ppt/notesSlides/notesSlide11.xml" Id="R61b73f359b954c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f5d277fae3b4288" /><Relationship Type="http://schemas.openxmlformats.org/officeDocument/2006/relationships/image" Target="/ppt/media/image12.png" Id="Ra19422b694cb45dd" /><Relationship Type="http://schemas.openxmlformats.org/officeDocument/2006/relationships/notesSlide" Target="/ppt/notesSlides/notesSlide12.xml" Id="R01b323f7913f4052" /></Relationships>
</file>

<file path=ppt/slides/_rels/slide13.xml.rels><Relationships xmlns="http://schemas.openxmlformats.org/package/2006/relationships"><Relationship Type="http://schemas.openxmlformats.org/officeDocument/2006/relationships/slideLayout" Target="/ppt/slideLayouts/slideLayout6.xml" Id="Re7ef8ec5167d4ebc"/><Relationship Type="http://schemas.openxmlformats.org/officeDocument/2006/relationships/image" Target="/ppt/media/image13.png" Id="R2da0b3adbee34a7e"/><Relationship Type="http://schemas.openxmlformats.org/officeDocument/2006/relationships/notesSlide" Target="/ppt/notesSlides/notesSlide13.xml" Id="R8fa7cadb49ad425c"/><Relationship Id="rIdOmniVideo" Type="http://schemas.openxmlformats.org/officeDocument/2006/relationships/video" Target="../media/omni-proceso.mp4"/><Relationship Id="rIdOmniMedia" Type="http://schemas.microsoft.com/office/2007/relationships/media" Target="../media/omni-proceso.mp4"/><Relationship Id="rIdOmniPoster" Type="http://schemas.openxmlformats.org/officeDocument/2006/relationships/image" Target="../media/omni-video-poster.png"/></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10aa2af80314b53" /><Relationship Type="http://schemas.openxmlformats.org/officeDocument/2006/relationships/image" Target="/ppt/media/image14.png" Id="Rf8725978882646d9" /><Relationship Type="http://schemas.openxmlformats.org/officeDocument/2006/relationships/notesSlide" Target="/ppt/notesSlides/notesSlide14.xml" Id="R86ca6c4e79ba424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004ac721dac407f" /><Relationship Type="http://schemas.openxmlformats.org/officeDocument/2006/relationships/image" Target="/ppt/media/image15.png" Id="Ra97362027d3f4927" /><Relationship Type="http://schemas.openxmlformats.org/officeDocument/2006/relationships/notesSlide" Target="/ppt/notesSlides/notesSlide15.xml" Id="R84dfadab918b43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1658bf284d84a15" /><Relationship Type="http://schemas.openxmlformats.org/officeDocument/2006/relationships/image" Target="/ppt/media/image16.png" Id="Rc12bcd0cea7e4bc5" /><Relationship Type="http://schemas.openxmlformats.org/officeDocument/2006/relationships/notesSlide" Target="/ppt/notesSlides/notesSlide16.xml" Id="R91254b40a8ba40f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be49a7faac64d49" /><Relationship Type="http://schemas.openxmlformats.org/officeDocument/2006/relationships/image" Target="/ppt/media/image17.png" Id="R8a90bbf1f2c743cb" /><Relationship Type="http://schemas.openxmlformats.org/officeDocument/2006/relationships/notesSlide" Target="/ppt/notesSlides/notesSlide17.xml" Id="R688e47efaddb41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11679cf17574893" /><Relationship Type="http://schemas.openxmlformats.org/officeDocument/2006/relationships/image" Target="/ppt/media/image18.png" Id="R8505a73d78404baa" /><Relationship Type="http://schemas.openxmlformats.org/officeDocument/2006/relationships/notesSlide" Target="/ppt/notesSlides/notesSlide18.xml" Id="Rb61692c53d484a6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358177e69944fc3" /><Relationship Type="http://schemas.openxmlformats.org/officeDocument/2006/relationships/image" Target="/ppt/media/image19.png" Id="R640f86d0cf474937" /><Relationship Type="http://schemas.openxmlformats.org/officeDocument/2006/relationships/notesSlide" Target="/ppt/notesSlides/notesSlide19.xml" Id="R8b834fcc475b466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1faab4ea30b4d2f" /><Relationship Type="http://schemas.openxmlformats.org/officeDocument/2006/relationships/image" Target="/ppt/media/image20.png" Id="Rbabd8479dc8a4d55" /><Relationship Type="http://schemas.openxmlformats.org/officeDocument/2006/relationships/notesSlide" Target="/ppt/notesSlides/notesSlide20.xml" Id="Rb9aaab623841456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496aa76786d4c7d" /><Relationship Type="http://schemas.openxmlformats.org/officeDocument/2006/relationships/image" Target="/ppt/media/image21.png" Id="R93f3435bb5b14d25" /><Relationship Type="http://schemas.openxmlformats.org/officeDocument/2006/relationships/notesSlide" Target="/ppt/notesSlides/notesSlide21.xml" Id="R07f018fd6a51439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2e4df31a64e4237" /><Relationship Type="http://schemas.openxmlformats.org/officeDocument/2006/relationships/image" Target="/ppt/media/image22.png" Id="R5209d68977f84085" /><Relationship Type="http://schemas.openxmlformats.org/officeDocument/2006/relationships/notesSlide" Target="/ppt/notesSlides/notesSlide22.xml" Id="R93444c511386449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8121abb8b494e9f" /><Relationship Type="http://schemas.openxmlformats.org/officeDocument/2006/relationships/image" Target="/ppt/media/image23.png" Id="R3934c5a126734e36" /><Relationship Type="http://schemas.openxmlformats.org/officeDocument/2006/relationships/notesSlide" Target="/ppt/notesSlides/notesSlide23.xml" Id="R594cab28c6f94c5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eacb80cc9c64de9" /><Relationship Type="http://schemas.openxmlformats.org/officeDocument/2006/relationships/image" Target="/ppt/media/image24.png" Id="R97b9765b4b4f456c" /><Relationship Type="http://schemas.openxmlformats.org/officeDocument/2006/relationships/notesSlide" Target="/ppt/notesSlides/notesSlide24.xml" Id="Rf3b45786babc4c8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ECF9059-1BBC-4AB6-A982-E1D78519DF61}"/>
              </a:ext>
            </a:extLst>
          </p:cNvPr>
          <p:cNvPicPr>
            <a:picLocks xmlns:a="http://schemas.openxmlformats.org/drawingml/2006/main" noChangeAspect="1"/>
          </p:cNvPicPr>
          <p:nvPr/>
        </p:nvPicPr>
        <p:blipFill>
          <a:blip xmlns:r="http://schemas.openxmlformats.org/officeDocument/2006/relationships" xmlns:a="http://schemas.openxmlformats.org/drawingml/2006/main" r:embed="R3029ae15ca2a44ab"/>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Tree>
    <p:extLst>
      <p:ext uri="{BB962C8B-B14F-4D97-AF65-F5344CB8AC3E}">
        <p14:creationId xmlns:p14="http://schemas.microsoft.com/office/powerpoint/2010/main" val="40362214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412FA7AF-ECA0-406C-8409-ACBDCEDE51ED}"/>
              </a:ext>
            </a:extLst>
          </p:cNvPr>
          <p:cNvPicPr>
            <a:picLocks xmlns:a="http://schemas.openxmlformats.org/drawingml/2006/main" noChangeAspect="1"/>
          </p:cNvPicPr>
          <p:nvPr/>
        </p:nvPicPr>
        <p:blipFill>
          <a:blip xmlns:r="http://schemas.openxmlformats.org/officeDocument/2006/relationships" xmlns:a="http://schemas.openxmlformats.org/drawingml/2006/main" r:embed="R22c0e047f9d048f3"/>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2-0">
            <a:extLst xmlns:a="http://schemas.openxmlformats.org/drawingml/2006/main">
              <a:ext uri="{FF2B5EF4-FFF2-40B4-BE49-F238E27FC236}">
                <a16:creationId xmlns:a16="http://schemas.microsoft.com/office/drawing/2014/main" id="{91DEED8E-DC85-4BA7-9724-8F948CEF9837}"/>
              </a:ext>
            </a:extLst>
          </p:cNvPr>
          <p:cNvSpPr>
            <a:spLocks xmlns:a="http://schemas.openxmlformats.org/drawingml/2006/main" noGrp="1"/>
          </p:cNvSpPr>
          <p:nvPr/>
        </p:nvSpPr>
        <p:spPr>
          <a:xfrm xmlns:a="http://schemas.openxmlformats.org/drawingml/2006/main">
            <a:off x="532209" y="382979"/>
            <a:ext cx="581931"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0B0B0B"/>
                </a:solidFill>
                <a:latin typeface="Arial"/>
                <a:ea typeface="Arial"/>
                <a:cs typeface="Arial"/>
              </a:defRPr>
            </a:defPPr>
          </a:lstStyle>
          <a:p xmlns:a="http://schemas.openxmlformats.org/drawingml/2006/main">
            <a:pPr>
              <a:defRPr sz="956" b="1" i="0">
                <a:solidFill>
                  <a:srgbClr val="0B0B0B"/>
                </a:solidFill>
                <a:latin typeface="Arial"/>
                <a:ea typeface="Arial"/>
                <a:cs typeface="Arial"/>
              </a:defRPr>
            </a:pPr>
            <a:r>
              <a:rPr sz="956" b="1" i="0">
                <a:solidFill>
                  <a:srgbClr val="0B0B0B"/>
                </a:solidFill>
                <a:latin typeface="Arial"/>
                <a:ea typeface="Arial"/>
                <a:cs typeface="Arial"/>
              </a:rPr>
              <a:t>EQUIPO</a:t>
            </a:r>
          </a:p>
        </p:txBody>
      </p:sp>
      <p:sp>
        <p:nvSpPr>
          <p:cNvPr id="3" name="text-2-1">
            <a:extLst xmlns:a="http://schemas.openxmlformats.org/drawingml/2006/main">
              <a:ext uri="{FF2B5EF4-FFF2-40B4-BE49-F238E27FC236}">
                <a16:creationId xmlns:a16="http://schemas.microsoft.com/office/drawing/2014/main" id="{93F679A2-EBC5-4C15-B89A-9410D6A8B745}"/>
              </a:ext>
            </a:extLst>
          </p:cNvPr>
          <p:cNvSpPr>
            <a:spLocks xmlns:a="http://schemas.openxmlformats.org/drawingml/2006/main" noGrp="1"/>
          </p:cNvSpPr>
          <p:nvPr/>
        </p:nvSpPr>
        <p:spPr>
          <a:xfrm xmlns:a="http://schemas.openxmlformats.org/drawingml/2006/main">
            <a:off x="532209" y="681530"/>
            <a:ext cx="3413981" cy="607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25" b="0" i="0">
                <a:solidFill>
                  <a:srgbClr val="0B0B0B"/>
                </a:solidFill>
                <a:latin typeface="Impact"/>
                <a:ea typeface="Impact"/>
                <a:cs typeface="Impact"/>
              </a:defRPr>
            </a:defPPr>
          </a:lstStyle>
          <a:p xmlns:a="http://schemas.openxmlformats.org/drawingml/2006/main">
            <a:pPr>
              <a:defRPr sz="3825" b="0" i="0">
                <a:solidFill>
                  <a:srgbClr val="0B0B0B"/>
                </a:solidFill>
                <a:latin typeface="Impact"/>
                <a:ea typeface="Impact"/>
                <a:cs typeface="Impact"/>
              </a:defRPr>
            </a:pPr>
            <a:r>
              <a:rPr sz="3825" b="0" i="0">
                <a:solidFill>
                  <a:srgbClr val="0B0B0B"/>
                </a:solidFill>
                <a:latin typeface="Impact"/>
                <a:ea typeface="Impact"/>
                <a:cs typeface="Impact"/>
              </a:rPr>
              <a:t>CUATRO PERSONAS</a:t>
            </a:r>
          </a:p>
        </p:txBody>
      </p:sp>
      <p:sp>
        <p:nvSpPr>
          <p:cNvPr id="4" name="text-2-2">
            <a:extLst xmlns:a="http://schemas.openxmlformats.org/drawingml/2006/main">
              <a:ext uri="{FF2B5EF4-FFF2-40B4-BE49-F238E27FC236}">
                <a16:creationId xmlns:a16="http://schemas.microsoft.com/office/drawing/2014/main" id="{F8A64822-984A-4EE3-87CF-C1F58601DDEF}"/>
              </a:ext>
            </a:extLst>
          </p:cNvPr>
          <p:cNvSpPr>
            <a:spLocks xmlns:a="http://schemas.openxmlformats.org/drawingml/2006/main" noGrp="1"/>
          </p:cNvSpPr>
          <p:nvPr/>
        </p:nvSpPr>
        <p:spPr>
          <a:xfrm xmlns:a="http://schemas.openxmlformats.org/drawingml/2006/main">
            <a:off x="532209" y="1174449"/>
            <a:ext cx="2865791" cy="607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25" b="0" i="0">
                <a:solidFill>
                  <a:srgbClr val="0B0B0B"/>
                </a:solidFill>
                <a:latin typeface="Impact"/>
                <a:ea typeface="Impact"/>
                <a:cs typeface="Impact"/>
              </a:defRPr>
            </a:defPPr>
          </a:lstStyle>
          <a:p xmlns:a="http://schemas.openxmlformats.org/drawingml/2006/main">
            <a:pPr>
              <a:defRPr sz="3825" b="0" i="0">
                <a:solidFill>
                  <a:srgbClr val="0B0B0B"/>
                </a:solidFill>
                <a:latin typeface="Impact"/>
                <a:ea typeface="Impact"/>
                <a:cs typeface="Impact"/>
              </a:defRPr>
            </a:pPr>
            <a:r>
              <a:rPr sz="3825" b="0" i="0">
                <a:solidFill>
                  <a:srgbClr val="0B0B0B"/>
                </a:solidFill>
                <a:latin typeface="Impact"/>
                <a:ea typeface="Impact"/>
                <a:cs typeface="Impact"/>
              </a:rPr>
              <a:t>UN MISMO RETO</a:t>
            </a:r>
          </a:p>
        </p:txBody>
      </p:sp>
      <p:sp>
        <p:nvSpPr>
          <p:cNvPr id="5" name="text-2-3">
            <a:extLst xmlns:a="http://schemas.openxmlformats.org/drawingml/2006/main">
              <a:ext uri="{FF2B5EF4-FFF2-40B4-BE49-F238E27FC236}">
                <a16:creationId xmlns:a16="http://schemas.microsoft.com/office/drawing/2014/main" id="{D18F2FE8-6B38-4B15-B665-095B2620612C}"/>
              </a:ext>
            </a:extLst>
          </p:cNvPr>
          <p:cNvSpPr>
            <a:spLocks xmlns:a="http://schemas.openxmlformats.org/drawingml/2006/main" noGrp="1"/>
          </p:cNvSpPr>
          <p:nvPr/>
        </p:nvSpPr>
        <p:spPr>
          <a:xfrm xmlns:a="http://schemas.openxmlformats.org/drawingml/2006/main">
            <a:off x="532209" y="3669627"/>
            <a:ext cx="638972"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i="0">
                <a:solidFill>
                  <a:srgbClr val="0B0B0B"/>
                </a:solidFill>
                <a:latin typeface="Impact"/>
                <a:ea typeface="Impact"/>
                <a:cs typeface="Impact"/>
              </a:defRPr>
            </a:defPPr>
          </a:lstStyle>
          <a:p xmlns:a="http://schemas.openxmlformats.org/drawingml/2006/main">
            <a:pPr>
              <a:defRPr sz="2025" b="0" i="0">
                <a:solidFill>
                  <a:srgbClr val="0B0B0B"/>
                </a:solidFill>
                <a:latin typeface="Impact"/>
                <a:ea typeface="Impact"/>
                <a:cs typeface="Impact"/>
              </a:defRPr>
            </a:pPr>
            <a:r>
              <a:rPr sz="2025" b="0" i="0">
                <a:solidFill>
                  <a:srgbClr val="0B0B0B"/>
                </a:solidFill>
                <a:latin typeface="Impact"/>
                <a:ea typeface="Impact"/>
                <a:cs typeface="Impact"/>
              </a:rPr>
              <a:t>DAVID</a:t>
            </a:r>
          </a:p>
        </p:txBody>
      </p:sp>
      <p:sp>
        <p:nvSpPr>
          <p:cNvPr id="6" name="text-2-4">
            <a:extLst xmlns:a="http://schemas.openxmlformats.org/drawingml/2006/main">
              <a:ext uri="{FF2B5EF4-FFF2-40B4-BE49-F238E27FC236}">
                <a16:creationId xmlns:a16="http://schemas.microsoft.com/office/drawing/2014/main" id="{2BC9E474-8EA6-4641-8452-9ED7CEECAF20}"/>
              </a:ext>
            </a:extLst>
          </p:cNvPr>
          <p:cNvSpPr>
            <a:spLocks xmlns:a="http://schemas.openxmlformats.org/drawingml/2006/main" noGrp="1"/>
          </p:cNvSpPr>
          <p:nvPr/>
        </p:nvSpPr>
        <p:spPr>
          <a:xfrm xmlns:a="http://schemas.openxmlformats.org/drawingml/2006/main">
            <a:off x="532209" y="4001100"/>
            <a:ext cx="815111" cy="1964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38" b="1" i="0">
                <a:solidFill>
                  <a:srgbClr val="DC0A1E"/>
                </a:solidFill>
                <a:latin typeface="Arial"/>
                <a:ea typeface="Arial"/>
                <a:cs typeface="Arial"/>
              </a:defRPr>
            </a:defPPr>
          </a:lstStyle>
          <a:p xmlns:a="http://schemas.openxmlformats.org/drawingml/2006/main">
            <a:pPr>
              <a:defRPr sz="1238" b="1" i="0">
                <a:solidFill>
                  <a:srgbClr val="DC0A1E"/>
                </a:solidFill>
                <a:latin typeface="Arial"/>
                <a:ea typeface="Arial"/>
                <a:cs typeface="Arial"/>
              </a:defRPr>
            </a:pPr>
            <a:r>
              <a:rPr sz="1238" b="1" i="0">
                <a:solidFill>
                  <a:srgbClr val="DC0A1E"/>
                </a:solidFill>
                <a:latin typeface="Arial"/>
                <a:ea typeface="Arial"/>
                <a:cs typeface="Arial"/>
              </a:rPr>
              <a:t>WhatsApp</a:t>
            </a:r>
          </a:p>
        </p:txBody>
      </p:sp>
      <p:sp>
        <p:nvSpPr>
          <p:cNvPr id="7" name="text-2-5">
            <a:extLst xmlns:a="http://schemas.openxmlformats.org/drawingml/2006/main">
              <a:ext uri="{FF2B5EF4-FFF2-40B4-BE49-F238E27FC236}">
                <a16:creationId xmlns:a16="http://schemas.microsoft.com/office/drawing/2014/main" id="{B6458B87-ABA7-4B73-905D-34B84BEE6DFA}"/>
              </a:ext>
            </a:extLst>
          </p:cNvPr>
          <p:cNvSpPr>
            <a:spLocks xmlns:a="http://schemas.openxmlformats.org/drawingml/2006/main" noGrp="1"/>
          </p:cNvSpPr>
          <p:nvPr/>
        </p:nvSpPr>
        <p:spPr>
          <a:xfrm xmlns:a="http://schemas.openxmlformats.org/drawingml/2006/main">
            <a:off x="532209" y="4226993"/>
            <a:ext cx="1338891" cy="1607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13" b="0" i="0">
                <a:solidFill>
                  <a:srgbClr val="0B0B0B"/>
                </a:solidFill>
                <a:latin typeface="Arial"/>
                <a:ea typeface="Arial"/>
                <a:cs typeface="Arial"/>
              </a:defRPr>
            </a:defPPr>
          </a:lstStyle>
          <a:p xmlns:a="http://schemas.openxmlformats.org/drawingml/2006/main">
            <a:pPr>
              <a:defRPr sz="1013" b="0" i="0">
                <a:solidFill>
                  <a:srgbClr val="0B0B0B"/>
                </a:solidFill>
                <a:latin typeface="Arial"/>
                <a:ea typeface="Arial"/>
                <a:cs typeface="Arial"/>
              </a:defRPr>
            </a:pPr>
            <a:r>
              <a:rPr sz="1013" b="0" i="0">
                <a:solidFill>
                  <a:srgbClr val="0B0B0B"/>
                </a:solidFill>
                <a:latin typeface="Arial"/>
                <a:ea typeface="Arial"/>
                <a:cs typeface="Arial"/>
              </a:rPr>
              <a:t>Agente conversacional</a:t>
            </a:r>
          </a:p>
        </p:txBody>
      </p:sp>
      <p:sp>
        <p:nvSpPr>
          <p:cNvPr id="8" name="text-2-6">
            <a:extLst xmlns:a="http://schemas.openxmlformats.org/drawingml/2006/main">
              <a:ext uri="{FF2B5EF4-FFF2-40B4-BE49-F238E27FC236}">
                <a16:creationId xmlns:a16="http://schemas.microsoft.com/office/drawing/2014/main" id="{BA54CA19-B813-4A14-9889-8ED9B3905801}"/>
              </a:ext>
            </a:extLst>
          </p:cNvPr>
          <p:cNvSpPr>
            <a:spLocks xmlns:a="http://schemas.openxmlformats.org/drawingml/2006/main" noGrp="1"/>
          </p:cNvSpPr>
          <p:nvPr/>
        </p:nvSpPr>
        <p:spPr>
          <a:xfrm xmlns:a="http://schemas.openxmlformats.org/drawingml/2006/main">
            <a:off x="2646759" y="3669627"/>
            <a:ext cx="589657"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i="0">
                <a:solidFill>
                  <a:srgbClr val="0B0B0B"/>
                </a:solidFill>
                <a:latin typeface="Impact"/>
                <a:ea typeface="Impact"/>
                <a:cs typeface="Impact"/>
              </a:defRPr>
            </a:defPPr>
          </a:lstStyle>
          <a:p xmlns:a="http://schemas.openxmlformats.org/drawingml/2006/main">
            <a:pPr>
              <a:defRPr sz="2025" b="0" i="0">
                <a:solidFill>
                  <a:srgbClr val="0B0B0B"/>
                </a:solidFill>
                <a:latin typeface="Impact"/>
                <a:ea typeface="Impact"/>
                <a:cs typeface="Impact"/>
              </a:defRPr>
            </a:pPr>
            <a:r>
              <a:rPr sz="2025" b="0" i="0">
                <a:solidFill>
                  <a:srgbClr val="0B0B0B"/>
                </a:solidFill>
                <a:latin typeface="Impact"/>
                <a:ea typeface="Impact"/>
                <a:cs typeface="Impact"/>
              </a:rPr>
              <a:t>BINNI</a:t>
            </a:r>
          </a:p>
        </p:txBody>
      </p:sp>
      <p:sp>
        <p:nvSpPr>
          <p:cNvPr id="9" name="text-2-7">
            <a:extLst xmlns:a="http://schemas.openxmlformats.org/drawingml/2006/main">
              <a:ext uri="{FF2B5EF4-FFF2-40B4-BE49-F238E27FC236}">
                <a16:creationId xmlns:a16="http://schemas.microsoft.com/office/drawing/2014/main" id="{12EE963A-A108-42B4-89D0-2DFD8605F5A0}"/>
              </a:ext>
            </a:extLst>
          </p:cNvPr>
          <p:cNvSpPr>
            <a:spLocks xmlns:a="http://schemas.openxmlformats.org/drawingml/2006/main" noGrp="1"/>
          </p:cNvSpPr>
          <p:nvPr/>
        </p:nvSpPr>
        <p:spPr>
          <a:xfrm xmlns:a="http://schemas.openxmlformats.org/drawingml/2006/main">
            <a:off x="2646759" y="4001100"/>
            <a:ext cx="797823" cy="1964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38" b="1" i="0">
                <a:solidFill>
                  <a:srgbClr val="DC0A1E"/>
                </a:solidFill>
                <a:latin typeface="Arial"/>
                <a:ea typeface="Arial"/>
                <a:cs typeface="Arial"/>
              </a:defRPr>
            </a:defPPr>
          </a:lstStyle>
          <a:p xmlns:a="http://schemas.openxmlformats.org/drawingml/2006/main">
            <a:pPr>
              <a:defRPr sz="1238" b="1" i="0">
                <a:solidFill>
                  <a:srgbClr val="DC0A1E"/>
                </a:solidFill>
                <a:latin typeface="Arial"/>
                <a:ea typeface="Arial"/>
                <a:cs typeface="Arial"/>
              </a:defRPr>
            </a:pPr>
            <a:r>
              <a:rPr sz="1238" b="1" i="0">
                <a:solidFill>
                  <a:srgbClr val="DC0A1E"/>
                </a:solidFill>
                <a:latin typeface="Arial"/>
                <a:ea typeface="Arial"/>
                <a:cs typeface="Arial"/>
              </a:rPr>
              <a:t>App móvil</a:t>
            </a:r>
          </a:p>
        </p:txBody>
      </p:sp>
      <p:sp>
        <p:nvSpPr>
          <p:cNvPr id="10" name="text-2-8">
            <a:extLst xmlns:a="http://schemas.openxmlformats.org/drawingml/2006/main">
              <a:ext uri="{FF2B5EF4-FFF2-40B4-BE49-F238E27FC236}">
                <a16:creationId xmlns:a16="http://schemas.microsoft.com/office/drawing/2014/main" id="{69D507C2-90BB-424D-B956-F7ED776E7B53}"/>
              </a:ext>
            </a:extLst>
          </p:cNvPr>
          <p:cNvSpPr>
            <a:spLocks xmlns:a="http://schemas.openxmlformats.org/drawingml/2006/main" noGrp="1"/>
          </p:cNvSpPr>
          <p:nvPr/>
        </p:nvSpPr>
        <p:spPr>
          <a:xfrm xmlns:a="http://schemas.openxmlformats.org/drawingml/2006/main">
            <a:off x="2646759" y="4226993"/>
            <a:ext cx="1188829" cy="1607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13" b="0" i="0">
                <a:solidFill>
                  <a:srgbClr val="0B0B0B"/>
                </a:solidFill>
                <a:latin typeface="Arial"/>
                <a:ea typeface="Arial"/>
                <a:cs typeface="Arial"/>
              </a:defRPr>
            </a:defPPr>
          </a:lstStyle>
          <a:p xmlns:a="http://schemas.openxmlformats.org/drawingml/2006/main">
            <a:pPr>
              <a:defRPr sz="1013" b="0" i="0">
                <a:solidFill>
                  <a:srgbClr val="0B0B0B"/>
                </a:solidFill>
                <a:latin typeface="Arial"/>
                <a:ea typeface="Arial"/>
                <a:cs typeface="Arial"/>
              </a:defRPr>
            </a:pPr>
            <a:r>
              <a:rPr sz="1013" b="0" i="0">
                <a:solidFill>
                  <a:srgbClr val="0B0B0B"/>
                </a:solidFill>
                <a:latin typeface="Arial"/>
                <a:ea typeface="Arial"/>
                <a:cs typeface="Arial"/>
              </a:rPr>
              <a:t>Asistente y backend</a:t>
            </a:r>
          </a:p>
        </p:txBody>
      </p:sp>
      <p:sp>
        <p:nvSpPr>
          <p:cNvPr id="11" name="text-2-9">
            <a:extLst xmlns:a="http://schemas.openxmlformats.org/drawingml/2006/main">
              <a:ext uri="{FF2B5EF4-FFF2-40B4-BE49-F238E27FC236}">
                <a16:creationId xmlns:a16="http://schemas.microsoft.com/office/drawing/2014/main" id="{69A3F466-2140-43FD-9A78-1ECA523426AC}"/>
              </a:ext>
            </a:extLst>
          </p:cNvPr>
          <p:cNvSpPr>
            <a:spLocks xmlns:a="http://schemas.openxmlformats.org/drawingml/2006/main" noGrp="1"/>
          </p:cNvSpPr>
          <p:nvPr/>
        </p:nvSpPr>
        <p:spPr>
          <a:xfrm xmlns:a="http://schemas.openxmlformats.org/drawingml/2006/main">
            <a:off x="4761309" y="3669627"/>
            <a:ext cx="648913"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i="0">
                <a:solidFill>
                  <a:srgbClr val="0B0B0B"/>
                </a:solidFill>
                <a:latin typeface="Impact"/>
                <a:ea typeface="Impact"/>
                <a:cs typeface="Impact"/>
              </a:defRPr>
            </a:defPPr>
          </a:lstStyle>
          <a:p xmlns:a="http://schemas.openxmlformats.org/drawingml/2006/main">
            <a:pPr>
              <a:defRPr sz="2025" b="0" i="0">
                <a:solidFill>
                  <a:srgbClr val="0B0B0B"/>
                </a:solidFill>
                <a:latin typeface="Impact"/>
                <a:ea typeface="Impact"/>
                <a:cs typeface="Impact"/>
              </a:defRPr>
            </a:pPr>
            <a:r>
              <a:rPr sz="2025" b="0" i="0">
                <a:solidFill>
                  <a:srgbClr val="0B0B0B"/>
                </a:solidFill>
                <a:latin typeface="Impact"/>
                <a:ea typeface="Impact"/>
                <a:cs typeface="Impact"/>
              </a:rPr>
              <a:t>JORDY</a:t>
            </a:r>
          </a:p>
        </p:txBody>
      </p:sp>
      <p:sp>
        <p:nvSpPr>
          <p:cNvPr id="12" name="text-2-10">
            <a:extLst xmlns:a="http://schemas.openxmlformats.org/drawingml/2006/main">
              <a:ext uri="{FF2B5EF4-FFF2-40B4-BE49-F238E27FC236}">
                <a16:creationId xmlns:a16="http://schemas.microsoft.com/office/drawing/2014/main" id="{4F2218CC-48D3-4CDD-B373-A17D277AF767}"/>
              </a:ext>
            </a:extLst>
          </p:cNvPr>
          <p:cNvSpPr>
            <a:spLocks xmlns:a="http://schemas.openxmlformats.org/drawingml/2006/main" noGrp="1"/>
          </p:cNvSpPr>
          <p:nvPr/>
        </p:nvSpPr>
        <p:spPr>
          <a:xfrm xmlns:a="http://schemas.openxmlformats.org/drawingml/2006/main">
            <a:off x="4761309" y="4001100"/>
            <a:ext cx="367007" cy="1964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38" b="1" i="0">
                <a:solidFill>
                  <a:srgbClr val="DC0A1E"/>
                </a:solidFill>
                <a:latin typeface="Arial"/>
                <a:ea typeface="Arial"/>
                <a:cs typeface="Arial"/>
              </a:defRPr>
            </a:defPPr>
          </a:lstStyle>
          <a:p xmlns:a="http://schemas.openxmlformats.org/drawingml/2006/main">
            <a:pPr>
              <a:defRPr sz="1238" b="1" i="0">
                <a:solidFill>
                  <a:srgbClr val="DC0A1E"/>
                </a:solidFill>
                <a:latin typeface="Arial"/>
                <a:ea typeface="Arial"/>
                <a:cs typeface="Arial"/>
              </a:defRPr>
            </a:pPr>
            <a:r>
              <a:rPr sz="1238" b="1" i="0">
                <a:solidFill>
                  <a:srgbClr val="DC0A1E"/>
                </a:solidFill>
                <a:latin typeface="Arial"/>
                <a:ea typeface="Arial"/>
                <a:cs typeface="Arial"/>
              </a:rPr>
              <a:t>Web</a:t>
            </a:r>
          </a:p>
        </p:txBody>
      </p:sp>
      <p:sp>
        <p:nvSpPr>
          <p:cNvPr id="13" name="text-2-11">
            <a:extLst xmlns:a="http://schemas.openxmlformats.org/drawingml/2006/main">
              <a:ext uri="{FF2B5EF4-FFF2-40B4-BE49-F238E27FC236}">
                <a16:creationId xmlns:a16="http://schemas.microsoft.com/office/drawing/2014/main" id="{5496C990-DD43-4C3D-B311-B4655292514D}"/>
              </a:ext>
            </a:extLst>
          </p:cNvPr>
          <p:cNvSpPr>
            <a:spLocks xmlns:a="http://schemas.openxmlformats.org/drawingml/2006/main" noGrp="1"/>
          </p:cNvSpPr>
          <p:nvPr/>
        </p:nvSpPr>
        <p:spPr>
          <a:xfrm xmlns:a="http://schemas.openxmlformats.org/drawingml/2006/main">
            <a:off x="4761309" y="4226993"/>
            <a:ext cx="1109877" cy="1607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13" b="0" i="0">
                <a:solidFill>
                  <a:srgbClr val="0B0B0B"/>
                </a:solidFill>
                <a:latin typeface="Arial"/>
                <a:ea typeface="Arial"/>
                <a:cs typeface="Arial"/>
              </a:defRPr>
            </a:defPPr>
          </a:lstStyle>
          <a:p xmlns:a="http://schemas.openxmlformats.org/drawingml/2006/main">
            <a:pPr>
              <a:defRPr sz="1013" b="0" i="0">
                <a:solidFill>
                  <a:srgbClr val="0B0B0B"/>
                </a:solidFill>
                <a:latin typeface="Arial"/>
                <a:ea typeface="Arial"/>
                <a:cs typeface="Arial"/>
              </a:defRPr>
            </a:pPr>
            <a:r>
              <a:rPr sz="1013" b="0" i="0">
                <a:solidFill>
                  <a:srgbClr val="0B0B0B"/>
                </a:solidFill>
                <a:latin typeface="Arial"/>
                <a:ea typeface="Arial"/>
                <a:cs typeface="Arial"/>
              </a:rPr>
              <a:t>Formulario y portal</a:t>
            </a:r>
          </a:p>
        </p:txBody>
      </p:sp>
      <p:sp>
        <p:nvSpPr>
          <p:cNvPr id="14" name="text-2-12">
            <a:extLst xmlns:a="http://schemas.openxmlformats.org/drawingml/2006/main">
              <a:ext uri="{FF2B5EF4-FFF2-40B4-BE49-F238E27FC236}">
                <a16:creationId xmlns:a16="http://schemas.microsoft.com/office/drawing/2014/main" id="{07C9F330-4763-4D0B-8DA3-44E70E8DE3A5}"/>
              </a:ext>
            </a:extLst>
          </p:cNvPr>
          <p:cNvSpPr>
            <a:spLocks xmlns:a="http://schemas.openxmlformats.org/drawingml/2006/main" noGrp="1"/>
          </p:cNvSpPr>
          <p:nvPr/>
        </p:nvSpPr>
        <p:spPr>
          <a:xfrm xmlns:a="http://schemas.openxmlformats.org/drawingml/2006/main">
            <a:off x="6875859" y="3669627"/>
            <a:ext cx="756026"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i="0">
                <a:solidFill>
                  <a:srgbClr val="0B0B0B"/>
                </a:solidFill>
                <a:latin typeface="Impact"/>
                <a:ea typeface="Impact"/>
                <a:cs typeface="Impact"/>
              </a:defRPr>
            </a:defPPr>
          </a:lstStyle>
          <a:p xmlns:a="http://schemas.openxmlformats.org/drawingml/2006/main">
            <a:pPr>
              <a:defRPr sz="2025" b="0" i="0">
                <a:solidFill>
                  <a:srgbClr val="0B0B0B"/>
                </a:solidFill>
                <a:latin typeface="Impact"/>
                <a:ea typeface="Impact"/>
                <a:cs typeface="Impact"/>
              </a:defRPr>
            </a:pPr>
            <a:r>
              <a:rPr sz="2025" b="0" i="0">
                <a:solidFill>
                  <a:srgbClr val="0B0B0B"/>
                </a:solidFill>
                <a:latin typeface="Impact"/>
                <a:ea typeface="Impact"/>
                <a:cs typeface="Impact"/>
              </a:rPr>
              <a:t>MELANI</a:t>
            </a:r>
          </a:p>
        </p:txBody>
      </p:sp>
      <p:sp>
        <p:nvSpPr>
          <p:cNvPr id="15" name="text-2-13">
            <a:extLst xmlns:a="http://schemas.openxmlformats.org/drawingml/2006/main">
              <a:ext uri="{FF2B5EF4-FFF2-40B4-BE49-F238E27FC236}">
                <a16:creationId xmlns:a16="http://schemas.microsoft.com/office/drawing/2014/main" id="{FFF94970-8E48-41E0-839B-FD013DD92B3E}"/>
              </a:ext>
            </a:extLst>
          </p:cNvPr>
          <p:cNvSpPr>
            <a:spLocks xmlns:a="http://schemas.openxmlformats.org/drawingml/2006/main" noGrp="1"/>
          </p:cNvSpPr>
          <p:nvPr/>
        </p:nvSpPr>
        <p:spPr>
          <a:xfrm xmlns:a="http://schemas.openxmlformats.org/drawingml/2006/main">
            <a:off x="6875859" y="4001100"/>
            <a:ext cx="832872" cy="1964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38" b="1" i="0">
                <a:solidFill>
                  <a:srgbClr val="DC0A1E"/>
                </a:solidFill>
                <a:latin typeface="Arial"/>
                <a:ea typeface="Arial"/>
                <a:cs typeface="Arial"/>
              </a:defRPr>
            </a:defPPr>
          </a:lstStyle>
          <a:p xmlns:a="http://schemas.openxmlformats.org/drawingml/2006/main">
            <a:pPr>
              <a:defRPr sz="1238" b="1" i="0">
                <a:solidFill>
                  <a:srgbClr val="DC0A1E"/>
                </a:solidFill>
                <a:latin typeface="Arial"/>
                <a:ea typeface="Arial"/>
                <a:cs typeface="Arial"/>
              </a:defRPr>
            </a:pPr>
            <a:r>
              <a:rPr sz="1238" b="1" i="0">
                <a:solidFill>
                  <a:srgbClr val="DC0A1E"/>
                </a:solidFill>
                <a:latin typeface="Arial"/>
                <a:ea typeface="Arial"/>
                <a:cs typeface="Arial"/>
              </a:rPr>
              <a:t>Backoffice</a:t>
            </a:r>
          </a:p>
        </p:txBody>
      </p:sp>
      <p:sp>
        <p:nvSpPr>
          <p:cNvPr id="16" name="text-2-14">
            <a:extLst xmlns:a="http://schemas.openxmlformats.org/drawingml/2006/main">
              <a:ext uri="{FF2B5EF4-FFF2-40B4-BE49-F238E27FC236}">
                <a16:creationId xmlns:a16="http://schemas.microsoft.com/office/drawing/2014/main" id="{B3F7F3B4-6519-4F88-BB50-24B0D9B08DD4}"/>
              </a:ext>
            </a:extLst>
          </p:cNvPr>
          <p:cNvSpPr>
            <a:spLocks xmlns:a="http://schemas.openxmlformats.org/drawingml/2006/main" noGrp="1"/>
          </p:cNvSpPr>
          <p:nvPr/>
        </p:nvSpPr>
        <p:spPr>
          <a:xfrm xmlns:a="http://schemas.openxmlformats.org/drawingml/2006/main">
            <a:off x="6875859" y="4226993"/>
            <a:ext cx="1446008" cy="1607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13" b="0" i="0">
                <a:solidFill>
                  <a:srgbClr val="0B0B0B"/>
                </a:solidFill>
                <a:latin typeface="Arial"/>
                <a:ea typeface="Arial"/>
                <a:cs typeface="Arial"/>
              </a:defRPr>
            </a:defPPr>
          </a:lstStyle>
          <a:p xmlns:a="http://schemas.openxmlformats.org/drawingml/2006/main">
            <a:pPr>
              <a:defRPr sz="1013" b="0" i="0">
                <a:solidFill>
                  <a:srgbClr val="0B0B0B"/>
                </a:solidFill>
                <a:latin typeface="Arial"/>
                <a:ea typeface="Arial"/>
                <a:cs typeface="Arial"/>
              </a:defRPr>
            </a:pPr>
            <a:r>
              <a:rPr sz="1013" b="0" i="0">
                <a:solidFill>
                  <a:srgbClr val="0B0B0B"/>
                </a:solidFill>
                <a:latin typeface="Arial"/>
                <a:ea typeface="Arial"/>
                <a:cs typeface="Arial"/>
              </a:rPr>
              <a:t>Revisión de operaciones</a:t>
            </a:r>
          </a:p>
        </p:txBody>
      </p:sp>
      <p:sp>
        <p:nvSpPr>
          <p:cNvPr id="17" name="text-2-15">
            <a:extLst xmlns:a="http://schemas.openxmlformats.org/drawingml/2006/main">
              <a:ext uri="{FF2B5EF4-FFF2-40B4-BE49-F238E27FC236}">
                <a16:creationId xmlns:a16="http://schemas.microsoft.com/office/drawing/2014/main" id="{2F1EDDA9-5C9A-462D-8A6E-5D5C63DD8AFB}"/>
              </a:ext>
            </a:extLst>
          </p:cNvPr>
          <p:cNvSpPr>
            <a:spLocks xmlns:a="http://schemas.openxmlformats.org/drawingml/2006/main" noGrp="1"/>
          </p:cNvSpPr>
          <p:nvPr/>
        </p:nvSpPr>
        <p:spPr>
          <a:xfrm xmlns:a="http://schemas.openxmlformats.org/drawingml/2006/main">
            <a:off x="532209" y="4586211"/>
            <a:ext cx="3506234"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0" i="0">
                <a:solidFill>
                  <a:srgbClr val="0B0B0B"/>
                </a:solidFill>
                <a:latin typeface="Arial"/>
                <a:ea typeface="Arial"/>
                <a:cs typeface="Arial"/>
              </a:defRPr>
            </a:defPPr>
          </a:lstStyle>
          <a:p xmlns:a="http://schemas.openxmlformats.org/drawingml/2006/main">
            <a:pPr>
              <a:defRPr sz="1181" b="0" i="0">
                <a:solidFill>
                  <a:srgbClr val="0B0B0B"/>
                </a:solidFill>
                <a:latin typeface="Arial"/>
                <a:ea typeface="Arial"/>
                <a:cs typeface="Arial"/>
              </a:defRPr>
            </a:pPr>
            <a:r>
              <a:rPr sz="1181" b="0" i="0">
                <a:solidFill>
                  <a:srgbClr val="0B0B0B"/>
                </a:solidFill>
                <a:latin typeface="Arial"/>
                <a:ea typeface="Arial"/>
                <a:cs typeface="Arial"/>
              </a:rPr>
              <a:t>Cuatro módulos. Un mismo recorrido para el cliente.</a:t>
            </a:r>
          </a:p>
        </p:txBody>
      </p:sp>
      <p:sp>
        <p:nvSpPr>
          <p:cNvPr id="18" name="text-2-16">
            <a:extLst xmlns:a="http://schemas.openxmlformats.org/drawingml/2006/main">
              <a:ext uri="{FF2B5EF4-FFF2-40B4-BE49-F238E27FC236}">
                <a16:creationId xmlns:a16="http://schemas.microsoft.com/office/drawing/2014/main" id="{55AF9985-81C8-441A-91F0-05F61F5A56AF}"/>
              </a:ext>
            </a:extLst>
          </p:cNvPr>
          <p:cNvSpPr>
            <a:spLocks xmlns:a="http://schemas.openxmlformats.org/drawingml/2006/main" noGrp="1"/>
          </p:cNvSpPr>
          <p:nvPr/>
        </p:nvSpPr>
        <p:spPr>
          <a:xfrm xmlns:a="http://schemas.openxmlformats.org/drawingml/2006/main">
            <a:off x="532209" y="4923697"/>
            <a:ext cx="108970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EQUIPO / OMNI by 5.5</a:t>
            </a:r>
          </a:p>
        </p:txBody>
      </p:sp>
      <p:sp>
        <p:nvSpPr>
          <p:cNvPr id="19" name="text-2-17">
            <a:extLst xmlns:a="http://schemas.openxmlformats.org/drawingml/2006/main">
              <a:ext uri="{FF2B5EF4-FFF2-40B4-BE49-F238E27FC236}">
                <a16:creationId xmlns:a16="http://schemas.microsoft.com/office/drawing/2014/main" id="{21A2BB6B-8B9D-4C9E-9770-DE2BC0FFB790}"/>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02 / 5.5</a:t>
            </a:r>
          </a:p>
        </p:txBody>
      </p:sp>
    </p:spTree>
    <p:extLst>
      <p:ext uri="{BB962C8B-B14F-4D97-AF65-F5344CB8AC3E}">
        <p14:creationId xmlns:p14="http://schemas.microsoft.com/office/powerpoint/2010/main" val="200165309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788BF04-459C-411E-8EC4-C47C26BBBF65}"/>
              </a:ext>
            </a:extLst>
          </p:cNvPr>
          <p:cNvPicPr>
            <a:picLocks xmlns:a="http://schemas.openxmlformats.org/drawingml/2006/main" noChangeAspect="1"/>
          </p:cNvPicPr>
          <p:nvPr/>
        </p:nvPicPr>
        <p:blipFill>
          <a:blip xmlns:r="http://schemas.openxmlformats.org/officeDocument/2006/relationships" xmlns:a="http://schemas.openxmlformats.org/drawingml/2006/main" r:embed="R2707f939048b4256"/>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3-0">
            <a:extLst xmlns:a="http://schemas.openxmlformats.org/drawingml/2006/main">
              <a:ext uri="{FF2B5EF4-FFF2-40B4-BE49-F238E27FC236}">
                <a16:creationId xmlns:a16="http://schemas.microsoft.com/office/drawing/2014/main" id="{A0B36D8D-6AD1-4B21-B23B-8F67C576D1DE}"/>
              </a:ext>
            </a:extLst>
          </p:cNvPr>
          <p:cNvSpPr>
            <a:spLocks xmlns:a="http://schemas.openxmlformats.org/drawingml/2006/main" noGrp="1"/>
          </p:cNvSpPr>
          <p:nvPr/>
        </p:nvSpPr>
        <p:spPr>
          <a:xfrm xmlns:a="http://schemas.openxmlformats.org/drawingml/2006/main">
            <a:off x="532209" y="382979"/>
            <a:ext cx="1481236"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5F0E8"/>
                </a:solidFill>
                <a:latin typeface="Arial"/>
                <a:ea typeface="Arial"/>
                <a:cs typeface="Arial"/>
              </a:defRPr>
            </a:defPPr>
          </a:lstStyle>
          <a:p xmlns:a="http://schemas.openxmlformats.org/drawingml/2006/main">
            <a:pPr>
              <a:defRPr sz="956" b="1" i="0">
                <a:solidFill>
                  <a:srgbClr val="F5F0E8"/>
                </a:solidFill>
                <a:latin typeface="Arial"/>
                <a:ea typeface="Arial"/>
                <a:cs typeface="Arial"/>
              </a:defRPr>
            </a:pPr>
            <a:r>
              <a:rPr sz="956" b="1" i="0">
                <a:solidFill>
                  <a:srgbClr val="F5F0E8"/>
                </a:solidFill>
                <a:latin typeface="Arial"/>
                <a:ea typeface="Arial"/>
                <a:cs typeface="Arial"/>
              </a:rPr>
              <a:t>01 / PROBLEMÁTICA</a:t>
            </a:r>
          </a:p>
        </p:txBody>
      </p:sp>
      <p:sp>
        <p:nvSpPr>
          <p:cNvPr id="3" name="text-3-1">
            <a:extLst xmlns:a="http://schemas.openxmlformats.org/drawingml/2006/main">
              <a:ext uri="{FF2B5EF4-FFF2-40B4-BE49-F238E27FC236}">
                <a16:creationId xmlns:a16="http://schemas.microsoft.com/office/drawing/2014/main" id="{47FCD31B-CB58-4AA7-8CBE-E46E92EDCDD8}"/>
              </a:ext>
            </a:extLst>
          </p:cNvPr>
          <p:cNvSpPr>
            <a:spLocks xmlns:a="http://schemas.openxmlformats.org/drawingml/2006/main" noGrp="1"/>
          </p:cNvSpPr>
          <p:nvPr/>
        </p:nvSpPr>
        <p:spPr>
          <a:xfrm xmlns:a="http://schemas.openxmlformats.org/drawingml/2006/main">
            <a:off x="532209" y="673884"/>
            <a:ext cx="5053049"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F5F0E8"/>
                </a:solidFill>
                <a:latin typeface="Impact"/>
                <a:ea typeface="Impact"/>
                <a:cs typeface="Impact"/>
              </a:defRPr>
            </a:defPPr>
          </a:lstStyle>
          <a:p xmlns:a="http://schemas.openxmlformats.org/drawingml/2006/main">
            <a:pPr>
              <a:defRPr sz="4275" b="0" i="0">
                <a:solidFill>
                  <a:srgbClr val="F5F0E8"/>
                </a:solidFill>
                <a:latin typeface="Impact"/>
                <a:ea typeface="Impact"/>
                <a:cs typeface="Impact"/>
              </a:defRPr>
            </a:pPr>
            <a:r>
              <a:rPr sz="4275" b="0" i="0">
                <a:solidFill>
                  <a:srgbClr val="F5F0E8"/>
                </a:solidFill>
                <a:latin typeface="Impact"/>
                <a:ea typeface="Impact"/>
                <a:cs typeface="Impact"/>
              </a:rPr>
              <a:t>EL BRIEF PEDÍA FACTURAR</a:t>
            </a:r>
          </a:p>
        </p:txBody>
      </p:sp>
      <p:sp>
        <p:nvSpPr>
          <p:cNvPr id="4" name="text-3-2">
            <a:extLst xmlns:a="http://schemas.openxmlformats.org/drawingml/2006/main">
              <a:ext uri="{FF2B5EF4-FFF2-40B4-BE49-F238E27FC236}">
                <a16:creationId xmlns:a16="http://schemas.microsoft.com/office/drawing/2014/main" id="{95F86C70-1B8E-4FEA-AA2A-C14989A95DD2}"/>
              </a:ext>
            </a:extLst>
          </p:cNvPr>
          <p:cNvSpPr>
            <a:spLocks xmlns:a="http://schemas.openxmlformats.org/drawingml/2006/main" noGrp="1"/>
          </p:cNvSpPr>
          <p:nvPr/>
        </p:nvSpPr>
        <p:spPr>
          <a:xfrm xmlns:a="http://schemas.openxmlformats.org/drawingml/2006/main">
            <a:off x="532209" y="1231097"/>
            <a:ext cx="5164656"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F5F0E8"/>
                </a:solidFill>
                <a:latin typeface="Impact"/>
                <a:ea typeface="Impact"/>
                <a:cs typeface="Impact"/>
              </a:defRPr>
            </a:defPPr>
          </a:lstStyle>
          <a:p xmlns:a="http://schemas.openxmlformats.org/drawingml/2006/main">
            <a:pPr>
              <a:defRPr sz="4275" b="0" i="0">
                <a:solidFill>
                  <a:srgbClr val="F5F0E8"/>
                </a:solidFill>
                <a:latin typeface="Impact"/>
                <a:ea typeface="Impact"/>
                <a:cs typeface="Impact"/>
              </a:defRPr>
            </a:pPr>
            <a:r>
              <a:rPr sz="4275" b="0" i="0">
                <a:solidFill>
                  <a:srgbClr val="F5F0E8"/>
                </a:solidFill>
                <a:latin typeface="Impact"/>
                <a:ea typeface="Impact"/>
                <a:cs typeface="Impact"/>
              </a:rPr>
              <a:t>EL NEGOCIO PEDÍA VENDER</a:t>
            </a:r>
          </a:p>
        </p:txBody>
      </p:sp>
      <p:sp>
        <p:nvSpPr>
          <p:cNvPr id="5" name="text-3-3">
            <a:extLst xmlns:a="http://schemas.openxmlformats.org/drawingml/2006/main">
              <a:ext uri="{FF2B5EF4-FFF2-40B4-BE49-F238E27FC236}">
                <a16:creationId xmlns:a16="http://schemas.microsoft.com/office/drawing/2014/main" id="{D8B0A514-0332-4D56-9438-0A036FC29ECE}"/>
              </a:ext>
            </a:extLst>
          </p:cNvPr>
          <p:cNvSpPr>
            <a:spLocks xmlns:a="http://schemas.openxmlformats.org/drawingml/2006/main" noGrp="1"/>
          </p:cNvSpPr>
          <p:nvPr/>
        </p:nvSpPr>
        <p:spPr>
          <a:xfrm xmlns:a="http://schemas.openxmlformats.org/drawingml/2006/main">
            <a:off x="532209" y="2078755"/>
            <a:ext cx="1061306"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1" i="0">
                <a:solidFill>
                  <a:srgbClr val="FF4053"/>
                </a:solidFill>
                <a:latin typeface="Arial"/>
                <a:ea typeface="Arial"/>
                <a:cs typeface="Arial"/>
              </a:defRPr>
            </a:defPPr>
          </a:lstStyle>
          <a:p xmlns:a="http://schemas.openxmlformats.org/drawingml/2006/main">
            <a:pPr>
              <a:defRPr sz="1181" b="1" i="0">
                <a:solidFill>
                  <a:srgbClr val="FF4053"/>
                </a:solidFill>
                <a:latin typeface="Arial"/>
                <a:ea typeface="Arial"/>
                <a:cs typeface="Arial"/>
              </a:defRPr>
            </a:pPr>
            <a:r>
              <a:rPr sz="1181" b="1" i="0">
                <a:solidFill>
                  <a:srgbClr val="FF4053"/>
                </a:solidFill>
                <a:latin typeface="Arial"/>
                <a:ea typeface="Arial"/>
                <a:cs typeface="Arial"/>
              </a:rPr>
              <a:t>EL ENCARGO</a:t>
            </a:r>
          </a:p>
        </p:txBody>
      </p:sp>
      <p:sp>
        <p:nvSpPr>
          <p:cNvPr id="6" name="text-3-4">
            <a:extLst xmlns:a="http://schemas.openxmlformats.org/drawingml/2006/main">
              <a:ext uri="{FF2B5EF4-FFF2-40B4-BE49-F238E27FC236}">
                <a16:creationId xmlns:a16="http://schemas.microsoft.com/office/drawing/2014/main" id="{667154EB-BD67-4118-B9D5-65907F17AA62}"/>
              </a:ext>
            </a:extLst>
          </p:cNvPr>
          <p:cNvSpPr>
            <a:spLocks xmlns:a="http://schemas.openxmlformats.org/drawingml/2006/main" noGrp="1"/>
          </p:cNvSpPr>
          <p:nvPr/>
        </p:nvSpPr>
        <p:spPr>
          <a:xfrm xmlns:a="http://schemas.openxmlformats.org/drawingml/2006/main">
            <a:off x="532209" y="2389319"/>
            <a:ext cx="2484634"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F5F0E8"/>
                </a:solidFill>
                <a:latin typeface="Arial"/>
                <a:ea typeface="Arial"/>
                <a:cs typeface="Arial"/>
              </a:defRPr>
            </a:defPPr>
          </a:lstStyle>
          <a:p xmlns:a="http://schemas.openxmlformats.org/drawingml/2006/main">
            <a:pPr>
              <a:defRPr sz="1463" b="0" i="0">
                <a:solidFill>
                  <a:srgbClr val="F5F0E8"/>
                </a:solidFill>
                <a:latin typeface="Arial"/>
                <a:ea typeface="Arial"/>
                <a:cs typeface="Arial"/>
              </a:defRPr>
            </a:pPr>
            <a:r>
              <a:rPr sz="1463" b="0" i="0">
                <a:solidFill>
                  <a:srgbClr val="F5F0E8"/>
                </a:solidFill>
                <a:latin typeface="Arial"/>
                <a:ea typeface="Arial"/>
                <a:cs typeface="Arial"/>
              </a:rPr>
              <a:t>Facturación y trabajo manual.</a:t>
            </a:r>
          </a:p>
        </p:txBody>
      </p:sp>
      <p:sp>
        <p:nvSpPr>
          <p:cNvPr id="7" name="text-3-5">
            <a:extLst xmlns:a="http://schemas.openxmlformats.org/drawingml/2006/main">
              <a:ext uri="{FF2B5EF4-FFF2-40B4-BE49-F238E27FC236}">
                <a16:creationId xmlns:a16="http://schemas.microsoft.com/office/drawing/2014/main" id="{5F47EA18-2CB9-4E72-A46C-4C0071795E4F}"/>
              </a:ext>
            </a:extLst>
          </p:cNvPr>
          <p:cNvSpPr>
            <a:spLocks xmlns:a="http://schemas.openxmlformats.org/drawingml/2006/main" noGrp="1"/>
          </p:cNvSpPr>
          <p:nvPr/>
        </p:nvSpPr>
        <p:spPr>
          <a:xfrm xmlns:a="http://schemas.openxmlformats.org/drawingml/2006/main">
            <a:off x="532209" y="2789369"/>
            <a:ext cx="3011385"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F5F0E8"/>
                </a:solidFill>
                <a:latin typeface="Arial"/>
                <a:ea typeface="Arial"/>
                <a:cs typeface="Arial"/>
              </a:defRPr>
            </a:defPPr>
          </a:lstStyle>
          <a:p xmlns:a="http://schemas.openxmlformats.org/drawingml/2006/main">
            <a:pPr>
              <a:defRPr sz="1463" b="0" i="0">
                <a:solidFill>
                  <a:srgbClr val="F5F0E8"/>
                </a:solidFill>
                <a:latin typeface="Arial"/>
                <a:ea typeface="Arial"/>
                <a:cs typeface="Arial"/>
              </a:defRPr>
            </a:pPr>
            <a:r>
              <a:rPr sz="1463" b="0" i="0">
                <a:solidFill>
                  <a:srgbClr val="F5F0E8"/>
                </a:solidFill>
                <a:latin typeface="Arial"/>
                <a:ea typeface="Arial"/>
                <a:cs typeface="Arial"/>
              </a:rPr>
              <a:t>TI ya tenía su solución encaminada.</a:t>
            </a:r>
          </a:p>
        </p:txBody>
      </p:sp>
      <p:sp>
        <p:nvSpPr>
          <p:cNvPr id="8" name="text-3-6">
            <a:extLst xmlns:a="http://schemas.openxmlformats.org/drawingml/2006/main">
              <a:ext uri="{FF2B5EF4-FFF2-40B4-BE49-F238E27FC236}">
                <a16:creationId xmlns:a16="http://schemas.microsoft.com/office/drawing/2014/main" id="{71F71D2B-DE17-4210-9F8F-2CE9D90F41B0}"/>
              </a:ext>
            </a:extLst>
          </p:cNvPr>
          <p:cNvSpPr>
            <a:spLocks xmlns:a="http://schemas.openxmlformats.org/drawingml/2006/main" noGrp="1"/>
          </p:cNvSpPr>
          <p:nvPr/>
        </p:nvSpPr>
        <p:spPr>
          <a:xfrm xmlns:a="http://schemas.openxmlformats.org/drawingml/2006/main">
            <a:off x="4911328" y="2078755"/>
            <a:ext cx="1130677"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1" i="0">
                <a:solidFill>
                  <a:srgbClr val="FF4053"/>
                </a:solidFill>
                <a:latin typeface="Arial"/>
                <a:ea typeface="Arial"/>
                <a:cs typeface="Arial"/>
              </a:defRPr>
            </a:defPPr>
          </a:lstStyle>
          <a:p xmlns:a="http://schemas.openxmlformats.org/drawingml/2006/main">
            <a:pPr>
              <a:defRPr sz="1181" b="1" i="0">
                <a:solidFill>
                  <a:srgbClr val="FF4053"/>
                </a:solidFill>
                <a:latin typeface="Arial"/>
                <a:ea typeface="Arial"/>
                <a:cs typeface="Arial"/>
              </a:defRPr>
            </a:pPr>
            <a:r>
              <a:rPr sz="1181" b="1" i="0">
                <a:solidFill>
                  <a:srgbClr val="FF4053"/>
                </a:solidFill>
                <a:latin typeface="Arial"/>
                <a:ea typeface="Arial"/>
                <a:cs typeface="Arial"/>
              </a:rPr>
              <a:t>EL HALLAZGO</a:t>
            </a:r>
          </a:p>
        </p:txBody>
      </p:sp>
      <p:sp>
        <p:nvSpPr>
          <p:cNvPr id="9" name="text-3-7">
            <a:extLst xmlns:a="http://schemas.openxmlformats.org/drawingml/2006/main">
              <a:ext uri="{FF2B5EF4-FFF2-40B4-BE49-F238E27FC236}">
                <a16:creationId xmlns:a16="http://schemas.microsoft.com/office/drawing/2014/main" id="{3B2C78B0-C072-406C-934C-C58B5E576CBD}"/>
              </a:ext>
            </a:extLst>
          </p:cNvPr>
          <p:cNvSpPr>
            <a:spLocks xmlns:a="http://schemas.openxmlformats.org/drawingml/2006/main" noGrp="1"/>
          </p:cNvSpPr>
          <p:nvPr/>
        </p:nvSpPr>
        <p:spPr>
          <a:xfrm xmlns:a="http://schemas.openxmlformats.org/drawingml/2006/main">
            <a:off x="4911328" y="2389319"/>
            <a:ext cx="3713663"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F5F0E8"/>
                </a:solidFill>
                <a:latin typeface="Arial"/>
                <a:ea typeface="Arial"/>
                <a:cs typeface="Arial"/>
              </a:defRPr>
            </a:defPPr>
          </a:lstStyle>
          <a:p xmlns:a="http://schemas.openxmlformats.org/drawingml/2006/main">
            <a:pPr>
              <a:defRPr sz="1463" b="0" i="0">
                <a:solidFill>
                  <a:srgbClr val="F5F0E8"/>
                </a:solidFill>
                <a:latin typeface="Arial"/>
                <a:ea typeface="Arial"/>
                <a:cs typeface="Arial"/>
              </a:defRPr>
            </a:pPr>
            <a:r>
              <a:rPr sz="1463" b="0" i="0">
                <a:solidFill>
                  <a:srgbClr val="F5F0E8"/>
                </a:solidFill>
                <a:latin typeface="Arial"/>
                <a:ea typeface="Arial"/>
                <a:cs typeface="Arial"/>
              </a:rPr>
              <a:t>La mayor oportunidad estaba en ventas y en</a:t>
            </a:r>
          </a:p>
        </p:txBody>
      </p:sp>
      <p:sp>
        <p:nvSpPr>
          <p:cNvPr id="10" name="text-3-8">
            <a:extLst xmlns:a="http://schemas.openxmlformats.org/drawingml/2006/main">
              <a:ext uri="{FF2B5EF4-FFF2-40B4-BE49-F238E27FC236}">
                <a16:creationId xmlns:a16="http://schemas.microsoft.com/office/drawing/2014/main" id="{CA364680-714A-4542-9975-C566F91C6393}"/>
              </a:ext>
            </a:extLst>
          </p:cNvPr>
          <p:cNvSpPr>
            <a:spLocks xmlns:a="http://schemas.openxmlformats.org/drawingml/2006/main" noGrp="1"/>
          </p:cNvSpPr>
          <p:nvPr/>
        </p:nvSpPr>
        <p:spPr>
          <a:xfrm xmlns:a="http://schemas.openxmlformats.org/drawingml/2006/main">
            <a:off x="4911328" y="2660782"/>
            <a:ext cx="2123374"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F5F0E8"/>
                </a:solidFill>
                <a:latin typeface="Arial"/>
                <a:ea typeface="Arial"/>
                <a:cs typeface="Arial"/>
              </a:defRPr>
            </a:defPPr>
          </a:lstStyle>
          <a:p xmlns:a="http://schemas.openxmlformats.org/drawingml/2006/main">
            <a:pPr>
              <a:defRPr sz="1463" b="0" i="0">
                <a:solidFill>
                  <a:srgbClr val="F5F0E8"/>
                </a:solidFill>
                <a:latin typeface="Arial"/>
                <a:ea typeface="Arial"/>
                <a:cs typeface="Arial"/>
              </a:defRPr>
            </a:pPr>
            <a:r>
              <a:rPr sz="1463" b="0" i="0">
                <a:solidFill>
                  <a:srgbClr val="F5F0E8"/>
                </a:solidFill>
                <a:latin typeface="Arial"/>
                <a:ea typeface="Arial"/>
                <a:cs typeface="Arial"/>
              </a:rPr>
              <a:t>la experiencia del cliente.</a:t>
            </a:r>
          </a:p>
        </p:txBody>
      </p:sp>
      <p:sp>
        <p:nvSpPr>
          <p:cNvPr id="11" name="text-3-9">
            <a:extLst xmlns:a="http://schemas.openxmlformats.org/drawingml/2006/main">
              <a:ext uri="{FF2B5EF4-FFF2-40B4-BE49-F238E27FC236}">
                <a16:creationId xmlns:a16="http://schemas.microsoft.com/office/drawing/2014/main" id="{48286386-83FD-401F-84F1-FC1F1F7789CD}"/>
              </a:ext>
            </a:extLst>
          </p:cNvPr>
          <p:cNvSpPr>
            <a:spLocks xmlns:a="http://schemas.openxmlformats.org/drawingml/2006/main" noGrp="1"/>
          </p:cNvSpPr>
          <p:nvPr/>
        </p:nvSpPr>
        <p:spPr>
          <a:xfrm xmlns:a="http://schemas.openxmlformats.org/drawingml/2006/main">
            <a:off x="532209" y="3290785"/>
            <a:ext cx="3973592"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i="0">
                <a:solidFill>
                  <a:srgbClr val="F5F0E8"/>
                </a:solidFill>
                <a:latin typeface="Arial"/>
                <a:ea typeface="Arial"/>
                <a:cs typeface="Arial"/>
              </a:defRPr>
            </a:defPPr>
          </a:lstStyle>
          <a:p xmlns:a="http://schemas.openxmlformats.org/drawingml/2006/main">
            <a:pPr>
              <a:defRPr sz="1575" b="0" i="0">
                <a:solidFill>
                  <a:srgbClr val="F5F0E8"/>
                </a:solidFill>
                <a:latin typeface="Arial"/>
                <a:ea typeface="Arial"/>
                <a:cs typeface="Arial"/>
              </a:defRPr>
            </a:pPr>
            <a:r>
              <a:rPr sz="1575" b="0" i="0">
                <a:solidFill>
                  <a:srgbClr val="F5F0E8"/>
                </a:solidFill>
                <a:latin typeface="Arial"/>
                <a:ea typeface="Arial"/>
                <a:cs typeface="Arial"/>
              </a:rPr>
              <a:t>Fuimos al proceso, a los chats y a los datos.</a:t>
            </a:r>
          </a:p>
        </p:txBody>
      </p:sp>
      <p:sp>
        <p:nvSpPr>
          <p:cNvPr id="12" name="text-3-10">
            <a:extLst xmlns:a="http://schemas.openxmlformats.org/drawingml/2006/main">
              <a:ext uri="{FF2B5EF4-FFF2-40B4-BE49-F238E27FC236}">
                <a16:creationId xmlns:a16="http://schemas.microsoft.com/office/drawing/2014/main" id="{BEAA5BBE-5902-4F41-8320-9822118C40C4}"/>
              </a:ext>
            </a:extLst>
          </p:cNvPr>
          <p:cNvSpPr>
            <a:spLocks xmlns:a="http://schemas.openxmlformats.org/drawingml/2006/main" noGrp="1"/>
          </p:cNvSpPr>
          <p:nvPr/>
        </p:nvSpPr>
        <p:spPr>
          <a:xfrm xmlns:a="http://schemas.openxmlformats.org/drawingml/2006/main">
            <a:off x="532209" y="4923697"/>
            <a:ext cx="1700955"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01 / PROBLEMÁTICA / OMNI by 5.5</a:t>
            </a:r>
          </a:p>
        </p:txBody>
      </p:sp>
      <p:sp>
        <p:nvSpPr>
          <p:cNvPr id="13" name="text-3-11">
            <a:extLst xmlns:a="http://schemas.openxmlformats.org/drawingml/2006/main">
              <a:ext uri="{FF2B5EF4-FFF2-40B4-BE49-F238E27FC236}">
                <a16:creationId xmlns:a16="http://schemas.microsoft.com/office/drawing/2014/main" id="{7DBD05B8-6F14-4336-88E0-E8AE2159159B}"/>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03 / 5.5</a:t>
            </a:r>
          </a:p>
        </p:txBody>
      </p:sp>
    </p:spTree>
    <p:extLst>
      <p:ext uri="{BB962C8B-B14F-4D97-AF65-F5344CB8AC3E}">
        <p14:creationId xmlns:p14="http://schemas.microsoft.com/office/powerpoint/2010/main" val="105975209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260CE5C-21DA-4554-A5B2-C767C54188FE}"/>
              </a:ext>
            </a:extLst>
          </p:cNvPr>
          <p:cNvPicPr>
            <a:picLocks xmlns:a="http://schemas.openxmlformats.org/drawingml/2006/main" noChangeAspect="1"/>
          </p:cNvPicPr>
          <p:nvPr/>
        </p:nvPicPr>
        <p:blipFill>
          <a:blip xmlns:r="http://schemas.openxmlformats.org/officeDocument/2006/relationships" xmlns:a="http://schemas.openxmlformats.org/drawingml/2006/main" r:embed="R2e10f282051a40a9"/>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4-0">
            <a:extLst xmlns:a="http://schemas.openxmlformats.org/drawingml/2006/main">
              <a:ext uri="{FF2B5EF4-FFF2-40B4-BE49-F238E27FC236}">
                <a16:creationId xmlns:a16="http://schemas.microsoft.com/office/drawing/2014/main" id="{AC1DE9A5-B250-4139-AC6F-F2BEDCBDB26A}"/>
              </a:ext>
            </a:extLst>
          </p:cNvPr>
          <p:cNvSpPr>
            <a:spLocks xmlns:a="http://schemas.openxmlformats.org/drawingml/2006/main" noGrp="1"/>
          </p:cNvSpPr>
          <p:nvPr/>
        </p:nvSpPr>
        <p:spPr>
          <a:xfrm xmlns:a="http://schemas.openxmlformats.org/drawingml/2006/main">
            <a:off x="532209" y="382979"/>
            <a:ext cx="1481236"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0B0B0B"/>
                </a:solidFill>
                <a:latin typeface="Arial"/>
                <a:ea typeface="Arial"/>
                <a:cs typeface="Arial"/>
              </a:defRPr>
            </a:defPPr>
          </a:lstStyle>
          <a:p xmlns:a="http://schemas.openxmlformats.org/drawingml/2006/main">
            <a:pPr>
              <a:defRPr sz="956" b="1" i="0">
                <a:solidFill>
                  <a:srgbClr val="0B0B0B"/>
                </a:solidFill>
                <a:latin typeface="Arial"/>
                <a:ea typeface="Arial"/>
                <a:cs typeface="Arial"/>
              </a:defRPr>
            </a:pPr>
            <a:r>
              <a:rPr sz="956" b="1" i="0">
                <a:solidFill>
                  <a:srgbClr val="0B0B0B"/>
                </a:solidFill>
                <a:latin typeface="Arial"/>
                <a:ea typeface="Arial"/>
                <a:cs typeface="Arial"/>
              </a:rPr>
              <a:t>01 / PROBLEMÁTICA</a:t>
            </a:r>
          </a:p>
        </p:txBody>
      </p:sp>
      <p:sp>
        <p:nvSpPr>
          <p:cNvPr id="3" name="text-4-1">
            <a:extLst xmlns:a="http://schemas.openxmlformats.org/drawingml/2006/main">
              <a:ext uri="{FF2B5EF4-FFF2-40B4-BE49-F238E27FC236}">
                <a16:creationId xmlns:a16="http://schemas.microsoft.com/office/drawing/2014/main" id="{873116F9-41A5-4D98-A17C-0697C524509B}"/>
              </a:ext>
            </a:extLst>
          </p:cNvPr>
          <p:cNvSpPr>
            <a:spLocks xmlns:a="http://schemas.openxmlformats.org/drawingml/2006/main" noGrp="1"/>
          </p:cNvSpPr>
          <p:nvPr/>
        </p:nvSpPr>
        <p:spPr>
          <a:xfrm xmlns:a="http://schemas.openxmlformats.org/drawingml/2006/main">
            <a:off x="532209" y="673884"/>
            <a:ext cx="3558971"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0B0B0B"/>
                </a:solidFill>
                <a:latin typeface="Impact"/>
                <a:ea typeface="Impact"/>
                <a:cs typeface="Impact"/>
              </a:defRPr>
            </a:defPPr>
          </a:lstStyle>
          <a:p xmlns:a="http://schemas.openxmlformats.org/drawingml/2006/main">
            <a:pPr>
              <a:defRPr sz="4275" b="0" i="0">
                <a:solidFill>
                  <a:srgbClr val="0B0B0B"/>
                </a:solidFill>
                <a:latin typeface="Impact"/>
                <a:ea typeface="Impact"/>
                <a:cs typeface="Impact"/>
              </a:defRPr>
            </a:pPr>
            <a:r>
              <a:rPr sz="4275" b="0" i="0">
                <a:solidFill>
                  <a:srgbClr val="0B0B0B"/>
                </a:solidFill>
                <a:latin typeface="Impact"/>
                <a:ea typeface="Impact"/>
                <a:cs typeface="Impact"/>
              </a:rPr>
              <a:t>64 COTIZACIONES</a:t>
            </a:r>
          </a:p>
        </p:txBody>
      </p:sp>
      <p:sp>
        <p:nvSpPr>
          <p:cNvPr id="4" name="text-4-2">
            <a:extLst xmlns:a="http://schemas.openxmlformats.org/drawingml/2006/main">
              <a:ext uri="{FF2B5EF4-FFF2-40B4-BE49-F238E27FC236}">
                <a16:creationId xmlns:a16="http://schemas.microsoft.com/office/drawing/2014/main" id="{882A6C44-04DE-49EE-B4D4-8F327960EFCB}"/>
              </a:ext>
            </a:extLst>
          </p:cNvPr>
          <p:cNvSpPr>
            <a:spLocks xmlns:a="http://schemas.openxmlformats.org/drawingml/2006/main" noGrp="1"/>
          </p:cNvSpPr>
          <p:nvPr/>
        </p:nvSpPr>
        <p:spPr>
          <a:xfrm xmlns:a="http://schemas.openxmlformats.org/drawingml/2006/main">
            <a:off x="532209" y="1231097"/>
            <a:ext cx="5168907"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0B0B0B"/>
                </a:solidFill>
                <a:latin typeface="Impact"/>
                <a:ea typeface="Impact"/>
                <a:cs typeface="Impact"/>
              </a:defRPr>
            </a:defPPr>
          </a:lstStyle>
          <a:p xmlns:a="http://schemas.openxmlformats.org/drawingml/2006/main">
            <a:pPr>
              <a:defRPr sz="4275" b="0" i="0">
                <a:solidFill>
                  <a:srgbClr val="0B0B0B"/>
                </a:solidFill>
                <a:latin typeface="Impact"/>
                <a:ea typeface="Impact"/>
                <a:cs typeface="Impact"/>
              </a:defRPr>
            </a:pPr>
            <a:r>
              <a:rPr sz="4275" b="0" i="0">
                <a:solidFill>
                  <a:srgbClr val="0B0B0B"/>
                </a:solidFill>
                <a:latin typeface="Impact"/>
                <a:ea typeface="Impact"/>
                <a:cs typeface="Impact"/>
              </a:rPr>
              <a:t>QUE TODAVÍA NO AVANZAN</a:t>
            </a:r>
          </a:p>
        </p:txBody>
      </p:sp>
      <p:sp>
        <p:nvSpPr>
          <p:cNvPr id="5" name="text-4-3">
            <a:extLst xmlns:a="http://schemas.openxmlformats.org/drawingml/2006/main">
              <a:ext uri="{FF2B5EF4-FFF2-40B4-BE49-F238E27FC236}">
                <a16:creationId xmlns:a16="http://schemas.microsoft.com/office/drawing/2014/main" id="{64392547-F3B9-447A-AB6E-598925D02DDB}"/>
              </a:ext>
            </a:extLst>
          </p:cNvPr>
          <p:cNvSpPr>
            <a:spLocks xmlns:a="http://schemas.openxmlformats.org/drawingml/2006/main" noGrp="1"/>
          </p:cNvSpPr>
          <p:nvPr/>
        </p:nvSpPr>
        <p:spPr>
          <a:xfrm xmlns:a="http://schemas.openxmlformats.org/drawingml/2006/main">
            <a:off x="532209" y="2029188"/>
            <a:ext cx="1006438" cy="964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75" b="0" i="0">
                <a:solidFill>
                  <a:srgbClr val="0B0B0B"/>
                </a:solidFill>
                <a:latin typeface="Impact"/>
                <a:ea typeface="Impact"/>
                <a:cs typeface="Impact"/>
              </a:defRPr>
            </a:defPPr>
          </a:lstStyle>
          <a:p xmlns:a="http://schemas.openxmlformats.org/drawingml/2006/main">
            <a:pPr>
              <a:defRPr sz="6075" b="0" i="0">
                <a:solidFill>
                  <a:srgbClr val="0B0B0B"/>
                </a:solidFill>
                <a:latin typeface="Impact"/>
                <a:ea typeface="Impact"/>
                <a:cs typeface="Impact"/>
              </a:defRPr>
            </a:pPr>
            <a:r>
              <a:rPr sz="6075" b="0" i="0">
                <a:solidFill>
                  <a:srgbClr val="0B0B0B"/>
                </a:solidFill>
                <a:latin typeface="Impact"/>
                <a:ea typeface="Impact"/>
                <a:cs typeface="Impact"/>
              </a:rPr>
              <a:t>131</a:t>
            </a:r>
          </a:p>
        </p:txBody>
      </p:sp>
      <p:sp>
        <p:nvSpPr>
          <p:cNvPr id="6" name="text-4-4">
            <a:extLst xmlns:a="http://schemas.openxmlformats.org/drawingml/2006/main">
              <a:ext uri="{FF2B5EF4-FFF2-40B4-BE49-F238E27FC236}">
                <a16:creationId xmlns:a16="http://schemas.microsoft.com/office/drawing/2014/main" id="{F533F64A-068F-40C4-A309-F6088C4DDA52}"/>
              </a:ext>
            </a:extLst>
          </p:cNvPr>
          <p:cNvSpPr>
            <a:spLocks xmlns:a="http://schemas.openxmlformats.org/drawingml/2006/main" noGrp="1"/>
          </p:cNvSpPr>
          <p:nvPr/>
        </p:nvSpPr>
        <p:spPr>
          <a:xfrm xmlns:a="http://schemas.openxmlformats.org/drawingml/2006/main">
            <a:off x="532209" y="2951645"/>
            <a:ext cx="1499275"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0B0B0B"/>
                </a:solidFill>
                <a:latin typeface="Arial"/>
                <a:ea typeface="Arial"/>
                <a:cs typeface="Arial"/>
              </a:defRPr>
            </a:defPPr>
          </a:lstStyle>
          <a:p xmlns:a="http://schemas.openxmlformats.org/drawingml/2006/main">
            <a:pPr>
              <a:defRPr sz="1294" b="0" i="0">
                <a:solidFill>
                  <a:srgbClr val="0B0B0B"/>
                </a:solidFill>
                <a:latin typeface="Arial"/>
                <a:ea typeface="Arial"/>
                <a:cs typeface="Arial"/>
              </a:defRPr>
            </a:pPr>
            <a:r>
              <a:rPr sz="1294" b="0" i="0">
                <a:solidFill>
                  <a:srgbClr val="0B0B0B"/>
                </a:solidFill>
                <a:latin typeface="Arial"/>
                <a:ea typeface="Arial"/>
                <a:cs typeface="Arial"/>
              </a:rPr>
              <a:t>chats recibidos / día</a:t>
            </a:r>
          </a:p>
        </p:txBody>
      </p:sp>
      <p:sp>
        <p:nvSpPr>
          <p:cNvPr id="7" name="text-4-5">
            <a:extLst xmlns:a="http://schemas.openxmlformats.org/drawingml/2006/main">
              <a:ext uri="{FF2B5EF4-FFF2-40B4-BE49-F238E27FC236}">
                <a16:creationId xmlns:a16="http://schemas.microsoft.com/office/drawing/2014/main" id="{A75ADD2B-B89C-4932-98DD-0400360FD5E1}"/>
              </a:ext>
            </a:extLst>
          </p:cNvPr>
          <p:cNvSpPr>
            <a:spLocks xmlns:a="http://schemas.openxmlformats.org/drawingml/2006/main" noGrp="1"/>
          </p:cNvSpPr>
          <p:nvPr/>
        </p:nvSpPr>
        <p:spPr>
          <a:xfrm xmlns:a="http://schemas.openxmlformats.org/drawingml/2006/main">
            <a:off x="3356335" y="2029188"/>
            <a:ext cx="733863" cy="964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75" b="0" i="0">
                <a:solidFill>
                  <a:srgbClr val="0B0B0B"/>
                </a:solidFill>
                <a:latin typeface="Impact"/>
                <a:ea typeface="Impact"/>
                <a:cs typeface="Impact"/>
              </a:defRPr>
            </a:defPPr>
          </a:lstStyle>
          <a:p xmlns:a="http://schemas.openxmlformats.org/drawingml/2006/main">
            <a:pPr>
              <a:defRPr sz="6075" b="0" i="0">
                <a:solidFill>
                  <a:srgbClr val="0B0B0B"/>
                </a:solidFill>
                <a:latin typeface="Impact"/>
                <a:ea typeface="Impact"/>
                <a:cs typeface="Impact"/>
              </a:defRPr>
            </a:pPr>
            <a:r>
              <a:rPr sz="6075" b="0" i="0">
                <a:solidFill>
                  <a:srgbClr val="0B0B0B"/>
                </a:solidFill>
                <a:latin typeface="Impact"/>
                <a:ea typeface="Impact"/>
                <a:cs typeface="Impact"/>
              </a:rPr>
              <a:t>67</a:t>
            </a:r>
          </a:p>
        </p:txBody>
      </p:sp>
      <p:sp>
        <p:nvSpPr>
          <p:cNvPr id="8" name="text-4-6">
            <a:extLst xmlns:a="http://schemas.openxmlformats.org/drawingml/2006/main">
              <a:ext uri="{FF2B5EF4-FFF2-40B4-BE49-F238E27FC236}">
                <a16:creationId xmlns:a16="http://schemas.microsoft.com/office/drawing/2014/main" id="{472661AC-CE15-4834-BB97-52C620A10E4C}"/>
              </a:ext>
            </a:extLst>
          </p:cNvPr>
          <p:cNvSpPr>
            <a:spLocks xmlns:a="http://schemas.openxmlformats.org/drawingml/2006/main" noGrp="1"/>
          </p:cNvSpPr>
          <p:nvPr/>
        </p:nvSpPr>
        <p:spPr>
          <a:xfrm xmlns:a="http://schemas.openxmlformats.org/drawingml/2006/main">
            <a:off x="3356335" y="2951645"/>
            <a:ext cx="1901005"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0B0B0B"/>
                </a:solidFill>
                <a:latin typeface="Arial"/>
                <a:ea typeface="Arial"/>
                <a:cs typeface="Arial"/>
              </a:defRPr>
            </a:defPPr>
          </a:lstStyle>
          <a:p xmlns:a="http://schemas.openxmlformats.org/drawingml/2006/main">
            <a:pPr>
              <a:defRPr sz="1294" b="0" i="0">
                <a:solidFill>
                  <a:srgbClr val="0B0B0B"/>
                </a:solidFill>
                <a:latin typeface="Arial"/>
                <a:ea typeface="Arial"/>
                <a:cs typeface="Arial"/>
              </a:defRPr>
            </a:pPr>
            <a:r>
              <a:rPr sz="1294" b="0" i="0">
                <a:solidFill>
                  <a:srgbClr val="0B0B0B"/>
                </a:solidFill>
                <a:latin typeface="Arial"/>
                <a:ea typeface="Arial"/>
                <a:cs typeface="Arial"/>
              </a:rPr>
              <a:t>terminan en transferencia</a:t>
            </a:r>
          </a:p>
        </p:txBody>
      </p:sp>
      <p:sp>
        <p:nvSpPr>
          <p:cNvPr id="9" name="text-4-7">
            <a:extLst xmlns:a="http://schemas.openxmlformats.org/drawingml/2006/main">
              <a:ext uri="{FF2B5EF4-FFF2-40B4-BE49-F238E27FC236}">
                <a16:creationId xmlns:a16="http://schemas.microsoft.com/office/drawing/2014/main" id="{EAD6253E-7603-4629-8FBE-23011BD03C34}"/>
              </a:ext>
            </a:extLst>
          </p:cNvPr>
          <p:cNvSpPr>
            <a:spLocks xmlns:a="http://schemas.openxmlformats.org/drawingml/2006/main" noGrp="1"/>
          </p:cNvSpPr>
          <p:nvPr/>
        </p:nvSpPr>
        <p:spPr>
          <a:xfrm xmlns:a="http://schemas.openxmlformats.org/drawingml/2006/main">
            <a:off x="6180460" y="2029188"/>
            <a:ext cx="827359" cy="964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75" b="0" i="0">
                <a:solidFill>
                  <a:srgbClr val="DC0A1E"/>
                </a:solidFill>
                <a:latin typeface="Impact"/>
                <a:ea typeface="Impact"/>
                <a:cs typeface="Impact"/>
              </a:defRPr>
            </a:defPPr>
          </a:lstStyle>
          <a:p xmlns:a="http://schemas.openxmlformats.org/drawingml/2006/main">
            <a:pPr>
              <a:defRPr sz="6075" b="0" i="0">
                <a:solidFill>
                  <a:srgbClr val="DC0A1E"/>
                </a:solidFill>
                <a:latin typeface="Impact"/>
                <a:ea typeface="Impact"/>
                <a:cs typeface="Impact"/>
              </a:defRPr>
            </a:pPr>
            <a:r>
              <a:rPr sz="6075" b="0" i="0">
                <a:solidFill>
                  <a:srgbClr val="DC0A1E"/>
                </a:solidFill>
                <a:latin typeface="Impact"/>
                <a:ea typeface="Impact"/>
                <a:cs typeface="Impact"/>
              </a:rPr>
              <a:t>64</a:t>
            </a:r>
          </a:p>
        </p:txBody>
      </p:sp>
      <p:sp>
        <p:nvSpPr>
          <p:cNvPr id="10" name="text-4-8">
            <a:extLst xmlns:a="http://schemas.openxmlformats.org/drawingml/2006/main">
              <a:ext uri="{FF2B5EF4-FFF2-40B4-BE49-F238E27FC236}">
                <a16:creationId xmlns:a16="http://schemas.microsoft.com/office/drawing/2014/main" id="{2E5D225C-4442-4182-A114-2FC03ACCBCE4}"/>
              </a:ext>
            </a:extLst>
          </p:cNvPr>
          <p:cNvSpPr>
            <a:spLocks xmlns:a="http://schemas.openxmlformats.org/drawingml/2006/main" noGrp="1"/>
          </p:cNvSpPr>
          <p:nvPr/>
        </p:nvSpPr>
        <p:spPr>
          <a:xfrm xmlns:a="http://schemas.openxmlformats.org/drawingml/2006/main">
            <a:off x="6180460" y="2951645"/>
            <a:ext cx="1590794"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DC0A1E"/>
                </a:solidFill>
                <a:latin typeface="Arial"/>
                <a:ea typeface="Arial"/>
                <a:cs typeface="Arial"/>
              </a:defRPr>
            </a:defPPr>
          </a:lstStyle>
          <a:p xmlns:a="http://schemas.openxmlformats.org/drawingml/2006/main">
            <a:pPr>
              <a:defRPr sz="1294" b="0" i="0">
                <a:solidFill>
                  <a:srgbClr val="DC0A1E"/>
                </a:solidFill>
                <a:latin typeface="Arial"/>
                <a:ea typeface="Arial"/>
                <a:cs typeface="Arial"/>
              </a:defRPr>
            </a:pPr>
            <a:r>
              <a:rPr sz="1294" b="0" i="0">
                <a:solidFill>
                  <a:srgbClr val="DC0A1E"/>
                </a:solidFill>
                <a:latin typeface="Arial"/>
                <a:ea typeface="Arial"/>
                <a:cs typeface="Arial"/>
              </a:rPr>
              <a:t>quedan en cotización</a:t>
            </a:r>
          </a:p>
        </p:txBody>
      </p:sp>
      <p:sp>
        <p:nvSpPr>
          <p:cNvPr id="11" name="text-4-9">
            <a:extLst xmlns:a="http://schemas.openxmlformats.org/drawingml/2006/main">
              <a:ext uri="{FF2B5EF4-FFF2-40B4-BE49-F238E27FC236}">
                <a16:creationId xmlns:a16="http://schemas.microsoft.com/office/drawing/2014/main" id="{56842682-693F-4EC7-9C1A-468D1EBEC435}"/>
              </a:ext>
            </a:extLst>
          </p:cNvPr>
          <p:cNvSpPr>
            <a:spLocks xmlns:a="http://schemas.openxmlformats.org/drawingml/2006/main" noGrp="1"/>
          </p:cNvSpPr>
          <p:nvPr/>
        </p:nvSpPr>
        <p:spPr>
          <a:xfrm xmlns:a="http://schemas.openxmlformats.org/drawingml/2006/main">
            <a:off x="532209" y="3383654"/>
            <a:ext cx="4852301"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i="0">
                <a:solidFill>
                  <a:srgbClr val="0B0B0B"/>
                </a:solidFill>
                <a:latin typeface="Arial"/>
                <a:ea typeface="Arial"/>
                <a:cs typeface="Arial"/>
              </a:defRPr>
            </a:defPPr>
          </a:lstStyle>
          <a:p xmlns:a="http://schemas.openxmlformats.org/drawingml/2006/main">
            <a:pPr>
              <a:defRPr sz="1575" b="0" i="0">
                <a:solidFill>
                  <a:srgbClr val="0B0B0B"/>
                </a:solidFill>
                <a:latin typeface="Arial"/>
                <a:ea typeface="Arial"/>
                <a:cs typeface="Arial"/>
              </a:defRPr>
            </a:pPr>
            <a:r>
              <a:rPr sz="1575" b="0" i="0">
                <a:solidFill>
                  <a:srgbClr val="0B0B0B"/>
                </a:solidFill>
                <a:latin typeface="Arial"/>
                <a:ea typeface="Arial"/>
                <a:cs typeface="Arial"/>
              </a:rPr>
              <a:t>Entender qué les faltó. Dar seguimiento con el equipo.</a:t>
            </a:r>
          </a:p>
        </p:txBody>
      </p:sp>
      <p:sp>
        <p:nvSpPr>
          <p:cNvPr id="12" name="text-4-10">
            <a:extLst xmlns:a="http://schemas.openxmlformats.org/drawingml/2006/main">
              <a:ext uri="{FF2B5EF4-FFF2-40B4-BE49-F238E27FC236}">
                <a16:creationId xmlns:a16="http://schemas.microsoft.com/office/drawing/2014/main" id="{8A87CEE1-D84D-4006-B5E5-B7B8A83EE09D}"/>
              </a:ext>
            </a:extLst>
          </p:cNvPr>
          <p:cNvSpPr>
            <a:spLocks xmlns:a="http://schemas.openxmlformats.org/drawingml/2006/main" noGrp="1"/>
          </p:cNvSpPr>
          <p:nvPr/>
        </p:nvSpPr>
        <p:spPr>
          <a:xfrm xmlns:a="http://schemas.openxmlformats.org/drawingml/2006/main">
            <a:off x="532209" y="4603583"/>
            <a:ext cx="5803324" cy="133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44" b="0" i="0">
                <a:solidFill>
                  <a:srgbClr val="0B0B0B"/>
                </a:solidFill>
                <a:latin typeface="Arial"/>
                <a:ea typeface="Arial"/>
                <a:cs typeface="Arial"/>
              </a:defRPr>
            </a:defPPr>
          </a:lstStyle>
          <a:p xmlns:a="http://schemas.openxmlformats.org/drawingml/2006/main">
            <a:pPr>
              <a:defRPr sz="844" b="0" i="0">
                <a:solidFill>
                  <a:srgbClr val="0B0B0B"/>
                </a:solidFill>
                <a:latin typeface="Arial"/>
                <a:ea typeface="Arial"/>
                <a:cs typeface="Arial"/>
              </a:defRPr>
            </a:pPr>
            <a:r>
              <a:rPr sz="844" b="0" i="0">
                <a:solidFill>
                  <a:srgbClr val="0B0B0B"/>
                </a:solidFill>
                <a:latin typeface="Arial"/>
                <a:ea typeface="Arial"/>
                <a:cs typeface="Arial"/>
              </a:rPr>
              <a:t>Promedios informados. Seguimiento a consultas con datos disponibles y autorización. No todas son ventas recuperables.</a:t>
            </a:r>
          </a:p>
        </p:txBody>
      </p:sp>
      <p:sp>
        <p:nvSpPr>
          <p:cNvPr id="13" name="text-4-11">
            <a:extLst xmlns:a="http://schemas.openxmlformats.org/drawingml/2006/main">
              <a:ext uri="{FF2B5EF4-FFF2-40B4-BE49-F238E27FC236}">
                <a16:creationId xmlns:a16="http://schemas.microsoft.com/office/drawing/2014/main" id="{841C77FD-49F8-4407-9903-ACDB85E613A6}"/>
              </a:ext>
            </a:extLst>
          </p:cNvPr>
          <p:cNvSpPr>
            <a:spLocks xmlns:a="http://schemas.openxmlformats.org/drawingml/2006/main" noGrp="1"/>
          </p:cNvSpPr>
          <p:nvPr/>
        </p:nvSpPr>
        <p:spPr>
          <a:xfrm xmlns:a="http://schemas.openxmlformats.org/drawingml/2006/main">
            <a:off x="532209" y="4923697"/>
            <a:ext cx="1700955"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01 / PROBLEMÁTICA / OMNI by 5.5</a:t>
            </a:r>
          </a:p>
        </p:txBody>
      </p:sp>
      <p:sp>
        <p:nvSpPr>
          <p:cNvPr id="14" name="text-4-12">
            <a:extLst xmlns:a="http://schemas.openxmlformats.org/drawingml/2006/main">
              <a:ext uri="{FF2B5EF4-FFF2-40B4-BE49-F238E27FC236}">
                <a16:creationId xmlns:a16="http://schemas.microsoft.com/office/drawing/2014/main" id="{AFEBD5B1-2EB5-4CD6-8855-525AF80C5C80}"/>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04 / 5.5</a:t>
            </a:r>
          </a:p>
        </p:txBody>
      </p:sp>
    </p:spTree>
    <p:extLst>
      <p:ext uri="{BB962C8B-B14F-4D97-AF65-F5344CB8AC3E}">
        <p14:creationId xmlns:p14="http://schemas.microsoft.com/office/powerpoint/2010/main" val="99796349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57B1BD3F-C825-4E80-A51E-F7B2EBB9CDDF}"/>
              </a:ext>
            </a:extLst>
          </p:cNvPr>
          <p:cNvPicPr>
            <a:picLocks xmlns:a="http://schemas.openxmlformats.org/drawingml/2006/main" noChangeAspect="1"/>
          </p:cNvPicPr>
          <p:nvPr/>
        </p:nvPicPr>
        <p:blipFill>
          <a:blip xmlns:r="http://schemas.openxmlformats.org/officeDocument/2006/relationships" xmlns:a="http://schemas.openxmlformats.org/drawingml/2006/main" r:embed="R47530e2c83894ff5"/>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5-0">
            <a:extLst xmlns:a="http://schemas.openxmlformats.org/drawingml/2006/main">
              <a:ext uri="{FF2B5EF4-FFF2-40B4-BE49-F238E27FC236}">
                <a16:creationId xmlns:a16="http://schemas.microsoft.com/office/drawing/2014/main" id="{F6412469-3471-4684-8708-7DEE31DE2D8F}"/>
              </a:ext>
            </a:extLst>
          </p:cNvPr>
          <p:cNvSpPr>
            <a:spLocks xmlns:a="http://schemas.openxmlformats.org/drawingml/2006/main" noGrp="1"/>
          </p:cNvSpPr>
          <p:nvPr/>
        </p:nvSpPr>
        <p:spPr>
          <a:xfrm xmlns:a="http://schemas.openxmlformats.org/drawingml/2006/main">
            <a:off x="532209" y="382979"/>
            <a:ext cx="2010159"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5F0E8"/>
                </a:solidFill>
                <a:latin typeface="Arial"/>
                <a:ea typeface="Arial"/>
                <a:cs typeface="Arial"/>
              </a:defRPr>
            </a:defPPr>
          </a:lstStyle>
          <a:p xmlns:a="http://schemas.openxmlformats.org/drawingml/2006/main">
            <a:pPr>
              <a:defRPr sz="956" b="1" i="0">
                <a:solidFill>
                  <a:srgbClr val="F5F0E8"/>
                </a:solidFill>
                <a:latin typeface="Arial"/>
                <a:ea typeface="Arial"/>
                <a:cs typeface="Arial"/>
              </a:defRPr>
            </a:pPr>
            <a:r>
              <a:rPr sz="956" b="1" i="0">
                <a:solidFill>
                  <a:srgbClr val="F5F0E8"/>
                </a:solidFill>
                <a:latin typeface="Arial"/>
                <a:ea typeface="Arial"/>
                <a:cs typeface="Arial"/>
              </a:rPr>
              <a:t>02 / SOLUCIÓN PROPUESTA</a:t>
            </a:r>
          </a:p>
        </p:txBody>
      </p:sp>
      <p:sp>
        <p:nvSpPr>
          <p:cNvPr id="3" name="text-5-1">
            <a:extLst xmlns:a="http://schemas.openxmlformats.org/drawingml/2006/main">
              <a:ext uri="{FF2B5EF4-FFF2-40B4-BE49-F238E27FC236}">
                <a16:creationId xmlns:a16="http://schemas.microsoft.com/office/drawing/2014/main" id="{7EF832EB-0126-4FE6-9F6E-E3EAAF8211EB}"/>
              </a:ext>
            </a:extLst>
          </p:cNvPr>
          <p:cNvSpPr>
            <a:spLocks xmlns:a="http://schemas.openxmlformats.org/drawingml/2006/main" noGrp="1"/>
          </p:cNvSpPr>
          <p:nvPr/>
        </p:nvSpPr>
        <p:spPr>
          <a:xfrm xmlns:a="http://schemas.openxmlformats.org/drawingml/2006/main">
            <a:off x="532209" y="674010"/>
            <a:ext cx="5324770" cy="6607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163" b="0" i="0">
                <a:solidFill>
                  <a:srgbClr val="F5F0E8"/>
                </a:solidFill>
                <a:latin typeface="Impact"/>
                <a:ea typeface="Impact"/>
                <a:cs typeface="Impact"/>
              </a:defRPr>
            </a:defPPr>
          </a:lstStyle>
          <a:p xmlns:a="http://schemas.openxmlformats.org/drawingml/2006/main">
            <a:pPr>
              <a:defRPr sz="4163" b="0" i="0">
                <a:solidFill>
                  <a:srgbClr val="F5F0E8"/>
                </a:solidFill>
                <a:latin typeface="Impact"/>
                <a:ea typeface="Impact"/>
                <a:cs typeface="Impact"/>
              </a:defRPr>
            </a:pPr>
            <a:r>
              <a:rPr sz="4163" b="0" i="0">
                <a:solidFill>
                  <a:srgbClr val="F5F0E8"/>
                </a:solidFill>
                <a:latin typeface="Impact"/>
                <a:ea typeface="Impact"/>
                <a:cs typeface="Impact"/>
              </a:rPr>
              <a:t>CUATRO FORMAS DE LLEGAR</a:t>
            </a:r>
          </a:p>
        </p:txBody>
      </p:sp>
      <p:sp>
        <p:nvSpPr>
          <p:cNvPr id="4" name="text-5-2">
            <a:extLst xmlns:a="http://schemas.openxmlformats.org/drawingml/2006/main">
              <a:ext uri="{FF2B5EF4-FFF2-40B4-BE49-F238E27FC236}">
                <a16:creationId xmlns:a16="http://schemas.microsoft.com/office/drawing/2014/main" id="{95CF6633-E790-4FD2-80FB-E573E8FB92EE}"/>
              </a:ext>
            </a:extLst>
          </p:cNvPr>
          <p:cNvSpPr>
            <a:spLocks xmlns:a="http://schemas.openxmlformats.org/drawingml/2006/main" noGrp="1"/>
          </p:cNvSpPr>
          <p:nvPr/>
        </p:nvSpPr>
        <p:spPr>
          <a:xfrm xmlns:a="http://schemas.openxmlformats.org/drawingml/2006/main">
            <a:off x="532209" y="1216935"/>
            <a:ext cx="4811888" cy="6607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163" b="0" i="0">
                <a:solidFill>
                  <a:srgbClr val="F5F0E8"/>
                </a:solidFill>
                <a:latin typeface="Impact"/>
                <a:ea typeface="Impact"/>
                <a:cs typeface="Impact"/>
              </a:defRPr>
            </a:defPPr>
          </a:lstStyle>
          <a:p xmlns:a="http://schemas.openxmlformats.org/drawingml/2006/main">
            <a:pPr>
              <a:defRPr sz="4163" b="0" i="0">
                <a:solidFill>
                  <a:srgbClr val="F5F0E8"/>
                </a:solidFill>
                <a:latin typeface="Impact"/>
                <a:ea typeface="Impact"/>
                <a:cs typeface="Impact"/>
              </a:defRPr>
            </a:pPr>
            <a:r>
              <a:rPr sz="4163" b="0" i="0">
                <a:solidFill>
                  <a:srgbClr val="F5F0E8"/>
                </a:solidFill>
                <a:latin typeface="Impact"/>
                <a:ea typeface="Impact"/>
                <a:cs typeface="Impact"/>
              </a:rPr>
              <a:t>UN REGISTRO OPERATIVO</a:t>
            </a:r>
          </a:p>
        </p:txBody>
      </p:sp>
      <p:sp>
        <p:nvSpPr>
          <p:cNvPr id="5" name="text-5-3">
            <a:extLst xmlns:a="http://schemas.openxmlformats.org/drawingml/2006/main">
              <a:ext uri="{FF2B5EF4-FFF2-40B4-BE49-F238E27FC236}">
                <a16:creationId xmlns:a16="http://schemas.microsoft.com/office/drawing/2014/main" id="{D3C351FF-A0E9-4021-8281-6EF0CDD56B61}"/>
              </a:ext>
            </a:extLst>
          </p:cNvPr>
          <p:cNvSpPr>
            <a:spLocks xmlns:a="http://schemas.openxmlformats.org/drawingml/2006/main" noGrp="1"/>
          </p:cNvSpPr>
          <p:nvPr/>
        </p:nvSpPr>
        <p:spPr>
          <a:xfrm xmlns:a="http://schemas.openxmlformats.org/drawingml/2006/main">
            <a:off x="532209" y="2233608"/>
            <a:ext cx="1158656" cy="339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38" b="0" i="0">
                <a:solidFill>
                  <a:srgbClr val="F5F0E8"/>
                </a:solidFill>
                <a:latin typeface="Impact"/>
                <a:ea typeface="Impact"/>
                <a:cs typeface="Impact"/>
              </a:defRPr>
            </a:defPPr>
          </a:lstStyle>
          <a:p xmlns:a="http://schemas.openxmlformats.org/drawingml/2006/main">
            <a:pPr>
              <a:defRPr sz="2138" b="0" i="0">
                <a:solidFill>
                  <a:srgbClr val="F5F0E8"/>
                </a:solidFill>
                <a:latin typeface="Impact"/>
                <a:ea typeface="Impact"/>
                <a:cs typeface="Impact"/>
              </a:defRPr>
            </a:pPr>
            <a:r>
              <a:rPr sz="2138" b="0" i="0">
                <a:solidFill>
                  <a:srgbClr val="F5F0E8"/>
                </a:solidFill>
                <a:latin typeface="Impact"/>
                <a:ea typeface="Impact"/>
                <a:cs typeface="Impact"/>
              </a:rPr>
              <a:t>WHATSAPP</a:t>
            </a:r>
          </a:p>
        </p:txBody>
      </p:sp>
      <p:sp>
        <p:nvSpPr>
          <p:cNvPr id="6" name="text-5-4">
            <a:extLst xmlns:a="http://schemas.openxmlformats.org/drawingml/2006/main">
              <a:ext uri="{FF2B5EF4-FFF2-40B4-BE49-F238E27FC236}">
                <a16:creationId xmlns:a16="http://schemas.microsoft.com/office/drawing/2014/main" id="{ADCEA376-59D5-41A5-9FCB-6D3C23BC6C77}"/>
              </a:ext>
            </a:extLst>
          </p:cNvPr>
          <p:cNvSpPr>
            <a:spLocks xmlns:a="http://schemas.openxmlformats.org/drawingml/2006/main" noGrp="1"/>
          </p:cNvSpPr>
          <p:nvPr/>
        </p:nvSpPr>
        <p:spPr>
          <a:xfrm xmlns:a="http://schemas.openxmlformats.org/drawingml/2006/main">
            <a:off x="532209" y="2644464"/>
            <a:ext cx="1553989"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Conversación con IA</a:t>
            </a:r>
          </a:p>
        </p:txBody>
      </p:sp>
      <p:sp>
        <p:nvSpPr>
          <p:cNvPr id="7" name="text-5-5">
            <a:extLst xmlns:a="http://schemas.openxmlformats.org/drawingml/2006/main">
              <a:ext uri="{FF2B5EF4-FFF2-40B4-BE49-F238E27FC236}">
                <a16:creationId xmlns:a16="http://schemas.microsoft.com/office/drawing/2014/main" id="{6AECD259-2545-4322-8BCB-E8E27A746F80}"/>
              </a:ext>
            </a:extLst>
          </p:cNvPr>
          <p:cNvSpPr>
            <a:spLocks xmlns:a="http://schemas.openxmlformats.org/drawingml/2006/main" noGrp="1"/>
          </p:cNvSpPr>
          <p:nvPr/>
        </p:nvSpPr>
        <p:spPr>
          <a:xfrm xmlns:a="http://schemas.openxmlformats.org/drawingml/2006/main">
            <a:off x="2641402" y="2233608"/>
            <a:ext cx="507553" cy="339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38" b="0" i="0">
                <a:solidFill>
                  <a:srgbClr val="F5F0E8"/>
                </a:solidFill>
                <a:latin typeface="Impact"/>
                <a:ea typeface="Impact"/>
                <a:cs typeface="Impact"/>
              </a:defRPr>
            </a:defPPr>
          </a:lstStyle>
          <a:p xmlns:a="http://schemas.openxmlformats.org/drawingml/2006/main">
            <a:pPr>
              <a:defRPr sz="2138" b="0" i="0">
                <a:solidFill>
                  <a:srgbClr val="F5F0E8"/>
                </a:solidFill>
                <a:latin typeface="Impact"/>
                <a:ea typeface="Impact"/>
                <a:cs typeface="Impact"/>
              </a:defRPr>
            </a:pPr>
            <a:r>
              <a:rPr sz="2138" b="0" i="0">
                <a:solidFill>
                  <a:srgbClr val="F5F0E8"/>
                </a:solidFill>
                <a:latin typeface="Impact"/>
                <a:ea typeface="Impact"/>
                <a:cs typeface="Impact"/>
              </a:rPr>
              <a:t>WEB</a:t>
            </a:r>
          </a:p>
        </p:txBody>
      </p:sp>
      <p:sp>
        <p:nvSpPr>
          <p:cNvPr id="8" name="text-5-6">
            <a:extLst xmlns:a="http://schemas.openxmlformats.org/drawingml/2006/main">
              <a:ext uri="{FF2B5EF4-FFF2-40B4-BE49-F238E27FC236}">
                <a16:creationId xmlns:a16="http://schemas.microsoft.com/office/drawing/2014/main" id="{0DFE0178-2ED1-4D50-8026-71D3C1B92D0F}"/>
              </a:ext>
            </a:extLst>
          </p:cNvPr>
          <p:cNvSpPr>
            <a:spLocks xmlns:a="http://schemas.openxmlformats.org/drawingml/2006/main" noGrp="1"/>
          </p:cNvSpPr>
          <p:nvPr/>
        </p:nvSpPr>
        <p:spPr>
          <a:xfrm xmlns:a="http://schemas.openxmlformats.org/drawingml/2006/main">
            <a:off x="2641402" y="2644464"/>
            <a:ext cx="1882439"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Formulario y seguimiento</a:t>
            </a:r>
          </a:p>
        </p:txBody>
      </p:sp>
      <p:sp>
        <p:nvSpPr>
          <p:cNvPr id="9" name="text-5-7">
            <a:extLst xmlns:a="http://schemas.openxmlformats.org/drawingml/2006/main">
              <a:ext uri="{FF2B5EF4-FFF2-40B4-BE49-F238E27FC236}">
                <a16:creationId xmlns:a16="http://schemas.microsoft.com/office/drawing/2014/main" id="{F25BCEA7-F723-436D-9278-DE24F20B6DE8}"/>
              </a:ext>
            </a:extLst>
          </p:cNvPr>
          <p:cNvSpPr>
            <a:spLocks xmlns:a="http://schemas.openxmlformats.org/drawingml/2006/main" noGrp="1"/>
          </p:cNvSpPr>
          <p:nvPr/>
        </p:nvSpPr>
        <p:spPr>
          <a:xfrm xmlns:a="http://schemas.openxmlformats.org/drawingml/2006/main">
            <a:off x="4750594" y="2233608"/>
            <a:ext cx="816493" cy="339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38" b="0" i="0">
                <a:solidFill>
                  <a:srgbClr val="F5F0E8"/>
                </a:solidFill>
                <a:latin typeface="Impact"/>
                <a:ea typeface="Impact"/>
                <a:cs typeface="Impact"/>
              </a:defRPr>
            </a:defPPr>
          </a:lstStyle>
          <a:p xmlns:a="http://schemas.openxmlformats.org/drawingml/2006/main">
            <a:pPr>
              <a:defRPr sz="2138" b="0" i="0">
                <a:solidFill>
                  <a:srgbClr val="F5F0E8"/>
                </a:solidFill>
                <a:latin typeface="Impact"/>
                <a:ea typeface="Impact"/>
                <a:cs typeface="Impact"/>
              </a:defRPr>
            </a:pPr>
            <a:r>
              <a:rPr sz="2138" b="0" i="0">
                <a:solidFill>
                  <a:srgbClr val="F5F0E8"/>
                </a:solidFill>
                <a:latin typeface="Impact"/>
                <a:ea typeface="Impact"/>
                <a:cs typeface="Impact"/>
              </a:rPr>
              <a:t>APP iOS</a:t>
            </a:r>
          </a:p>
        </p:txBody>
      </p:sp>
      <p:sp>
        <p:nvSpPr>
          <p:cNvPr id="10" name="text-5-8">
            <a:extLst xmlns:a="http://schemas.openxmlformats.org/drawingml/2006/main">
              <a:ext uri="{FF2B5EF4-FFF2-40B4-BE49-F238E27FC236}">
                <a16:creationId xmlns:a16="http://schemas.microsoft.com/office/drawing/2014/main" id="{B3F18198-8486-4FCD-A087-45D49F043947}"/>
              </a:ext>
            </a:extLst>
          </p:cNvPr>
          <p:cNvSpPr>
            <a:spLocks xmlns:a="http://schemas.openxmlformats.org/drawingml/2006/main" noGrp="1"/>
          </p:cNvSpPr>
          <p:nvPr/>
        </p:nvSpPr>
        <p:spPr>
          <a:xfrm xmlns:a="http://schemas.openxmlformats.org/drawingml/2006/main">
            <a:off x="4750594" y="2644464"/>
            <a:ext cx="1828054"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Experiencia para iPhone</a:t>
            </a:r>
          </a:p>
        </p:txBody>
      </p:sp>
      <p:sp>
        <p:nvSpPr>
          <p:cNvPr id="11" name="text-5-9">
            <a:extLst xmlns:a="http://schemas.openxmlformats.org/drawingml/2006/main">
              <a:ext uri="{FF2B5EF4-FFF2-40B4-BE49-F238E27FC236}">
                <a16:creationId xmlns:a16="http://schemas.microsoft.com/office/drawing/2014/main" id="{3FEABA2B-91AD-4DBB-AC52-913F8874B62A}"/>
              </a:ext>
            </a:extLst>
          </p:cNvPr>
          <p:cNvSpPr>
            <a:spLocks xmlns:a="http://schemas.openxmlformats.org/drawingml/2006/main" noGrp="1"/>
          </p:cNvSpPr>
          <p:nvPr/>
        </p:nvSpPr>
        <p:spPr>
          <a:xfrm xmlns:a="http://schemas.openxmlformats.org/drawingml/2006/main">
            <a:off x="6859786" y="2233608"/>
            <a:ext cx="1382634" cy="339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38" b="0" i="0">
                <a:solidFill>
                  <a:srgbClr val="F5F0E8"/>
                </a:solidFill>
                <a:latin typeface="Impact"/>
                <a:ea typeface="Impact"/>
                <a:cs typeface="Impact"/>
              </a:defRPr>
            </a:defPPr>
          </a:lstStyle>
          <a:p xmlns:a="http://schemas.openxmlformats.org/drawingml/2006/main">
            <a:pPr>
              <a:defRPr sz="2138" b="0" i="0">
                <a:solidFill>
                  <a:srgbClr val="F5F0E8"/>
                </a:solidFill>
                <a:latin typeface="Impact"/>
                <a:ea typeface="Impact"/>
                <a:cs typeface="Impact"/>
              </a:defRPr>
            </a:pPr>
            <a:r>
              <a:rPr sz="2138" b="0" i="0">
                <a:solidFill>
                  <a:srgbClr val="F5F0E8"/>
                </a:solidFill>
                <a:latin typeface="Impact"/>
                <a:ea typeface="Impact"/>
                <a:cs typeface="Impact"/>
              </a:rPr>
              <a:t>APP ANDROID</a:t>
            </a:r>
          </a:p>
        </p:txBody>
      </p:sp>
      <p:sp>
        <p:nvSpPr>
          <p:cNvPr id="12" name="text-5-10">
            <a:extLst xmlns:a="http://schemas.openxmlformats.org/drawingml/2006/main">
              <a:ext uri="{FF2B5EF4-FFF2-40B4-BE49-F238E27FC236}">
                <a16:creationId xmlns:a16="http://schemas.microsoft.com/office/drawing/2014/main" id="{2BA99771-BDEB-4F54-91F2-AE771E3EC3F0}"/>
              </a:ext>
            </a:extLst>
          </p:cNvPr>
          <p:cNvSpPr>
            <a:spLocks xmlns:a="http://schemas.openxmlformats.org/drawingml/2006/main" noGrp="1"/>
          </p:cNvSpPr>
          <p:nvPr/>
        </p:nvSpPr>
        <p:spPr>
          <a:xfrm xmlns:a="http://schemas.openxmlformats.org/drawingml/2006/main">
            <a:off x="6859786" y="2644464"/>
            <a:ext cx="1873901"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Experiencia para Android</a:t>
            </a:r>
          </a:p>
        </p:txBody>
      </p:sp>
      <p:sp>
        <p:nvSpPr>
          <p:cNvPr id="13" name="text-5-11">
            <a:extLst xmlns:a="http://schemas.openxmlformats.org/drawingml/2006/main">
              <a:ext uri="{FF2B5EF4-FFF2-40B4-BE49-F238E27FC236}">
                <a16:creationId xmlns:a16="http://schemas.microsoft.com/office/drawing/2014/main" id="{19975FE8-88B6-4DFC-BAD0-8823DDD634F6}"/>
              </a:ext>
            </a:extLst>
          </p:cNvPr>
          <p:cNvSpPr>
            <a:spLocks xmlns:a="http://schemas.openxmlformats.org/drawingml/2006/main" noGrp="1"/>
          </p:cNvSpPr>
          <p:nvPr/>
        </p:nvSpPr>
        <p:spPr>
          <a:xfrm xmlns:a="http://schemas.openxmlformats.org/drawingml/2006/main">
            <a:off x="532209" y="2978051"/>
            <a:ext cx="386486"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200" b="0" i="0">
                <a:solidFill>
                  <a:srgbClr val="F5F0E8"/>
                </a:solidFill>
                <a:latin typeface="Impact"/>
                <a:ea typeface="Impact"/>
                <a:cs typeface="Impact"/>
              </a:defRPr>
            </a:defPPr>
          </a:lstStyle>
          <a:p xmlns:a="http://schemas.openxmlformats.org/drawingml/2006/main">
            <a:pPr>
              <a:defRPr sz="7200" b="0" i="0">
                <a:solidFill>
                  <a:srgbClr val="F5F0E8"/>
                </a:solidFill>
                <a:latin typeface="Impact"/>
                <a:ea typeface="Impact"/>
                <a:cs typeface="Impact"/>
              </a:defRPr>
            </a:pPr>
            <a:r>
              <a:rPr sz="7200" b="0" i="0">
                <a:solidFill>
                  <a:srgbClr val="F5F0E8"/>
                </a:solidFill>
                <a:latin typeface="Impact"/>
                <a:ea typeface="Impact"/>
                <a:cs typeface="Impact"/>
              </a:rPr>
              <a:t>1</a:t>
            </a:r>
          </a:p>
        </p:txBody>
      </p:sp>
      <p:sp>
        <p:nvSpPr>
          <p:cNvPr id="14" name="text-5-12">
            <a:extLst xmlns:a="http://schemas.openxmlformats.org/drawingml/2006/main">
              <a:ext uri="{FF2B5EF4-FFF2-40B4-BE49-F238E27FC236}">
                <a16:creationId xmlns:a16="http://schemas.microsoft.com/office/drawing/2014/main" id="{096E7C3B-EC22-4000-8FC0-6ECB10C4172D}"/>
              </a:ext>
            </a:extLst>
          </p:cNvPr>
          <p:cNvSpPr>
            <a:spLocks xmlns:a="http://schemas.openxmlformats.org/drawingml/2006/main" noGrp="1"/>
          </p:cNvSpPr>
          <p:nvPr/>
        </p:nvSpPr>
        <p:spPr>
          <a:xfrm xmlns:a="http://schemas.openxmlformats.org/drawingml/2006/main">
            <a:off x="1116211" y="3296576"/>
            <a:ext cx="3630821"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F5F0E8"/>
                </a:solidFill>
                <a:latin typeface="Arial"/>
                <a:ea typeface="Arial"/>
                <a:cs typeface="Arial"/>
              </a:defRPr>
            </a:defPPr>
          </a:lstStyle>
          <a:p xmlns:a="http://schemas.openxmlformats.org/drawingml/2006/main">
            <a:pPr>
              <a:defRPr sz="1463" b="0" i="0">
                <a:solidFill>
                  <a:srgbClr val="F5F0E8"/>
                </a:solidFill>
                <a:latin typeface="Arial"/>
                <a:ea typeface="Arial"/>
                <a:cs typeface="Arial"/>
              </a:defRPr>
            </a:pPr>
            <a:r>
              <a:rPr sz="1463" b="0" i="0">
                <a:solidFill>
                  <a:srgbClr val="F5F0E8"/>
                </a:solidFill>
                <a:latin typeface="Arial"/>
                <a:ea typeface="Arial"/>
                <a:cs typeface="Arial"/>
              </a:rPr>
              <a:t>registro operativo como punto de encuentro</a:t>
            </a:r>
          </a:p>
        </p:txBody>
      </p:sp>
      <p:sp>
        <p:nvSpPr>
          <p:cNvPr id="15" name="text-5-13">
            <a:extLst xmlns:a="http://schemas.openxmlformats.org/drawingml/2006/main">
              <a:ext uri="{FF2B5EF4-FFF2-40B4-BE49-F238E27FC236}">
                <a16:creationId xmlns:a16="http://schemas.microsoft.com/office/drawing/2014/main" id="{99EACE1A-2F30-4315-9650-AB356F0B3D56}"/>
              </a:ext>
            </a:extLst>
          </p:cNvPr>
          <p:cNvSpPr>
            <a:spLocks xmlns:a="http://schemas.openxmlformats.org/drawingml/2006/main" noGrp="1"/>
          </p:cNvSpPr>
          <p:nvPr/>
        </p:nvSpPr>
        <p:spPr>
          <a:xfrm xmlns:a="http://schemas.openxmlformats.org/drawingml/2006/main">
            <a:off x="1116211" y="3587439"/>
            <a:ext cx="2627074"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1" i="0">
                <a:solidFill>
                  <a:srgbClr val="F5F0E8"/>
                </a:solidFill>
                <a:latin typeface="Arial"/>
                <a:ea typeface="Arial"/>
                <a:cs typeface="Arial"/>
              </a:defRPr>
            </a:defPPr>
          </a:lstStyle>
          <a:p xmlns:a="http://schemas.openxmlformats.org/drawingml/2006/main">
            <a:pPr>
              <a:defRPr sz="1294" b="1" i="0">
                <a:solidFill>
                  <a:srgbClr val="F5F0E8"/>
                </a:solidFill>
                <a:latin typeface="Arial"/>
                <a:ea typeface="Arial"/>
                <a:cs typeface="Arial"/>
              </a:defRPr>
            </a:pPr>
            <a:r>
              <a:rPr sz="1294" b="1" i="0">
                <a:solidFill>
                  <a:srgbClr val="F5F0E8"/>
                </a:solidFill>
                <a:latin typeface="Arial"/>
                <a:ea typeface="Arial"/>
                <a:cs typeface="Arial"/>
              </a:rPr>
              <a:t>Firebase + revisión en backoffice</a:t>
            </a:r>
          </a:p>
        </p:txBody>
      </p:sp>
      <p:sp>
        <p:nvSpPr>
          <p:cNvPr id="16" name="text-5-14">
            <a:extLst xmlns:a="http://schemas.openxmlformats.org/drawingml/2006/main">
              <a:ext uri="{FF2B5EF4-FFF2-40B4-BE49-F238E27FC236}">
                <a16:creationId xmlns:a16="http://schemas.microsoft.com/office/drawing/2014/main" id="{4F9D9E57-D34D-4040-AA66-2EDFAAD56430}"/>
              </a:ext>
            </a:extLst>
          </p:cNvPr>
          <p:cNvSpPr>
            <a:spLocks xmlns:a="http://schemas.openxmlformats.org/drawingml/2006/main" noGrp="1"/>
          </p:cNvSpPr>
          <p:nvPr/>
        </p:nvSpPr>
        <p:spPr>
          <a:xfrm xmlns:a="http://schemas.openxmlformats.org/drawingml/2006/main">
            <a:off x="532209" y="4603582"/>
            <a:ext cx="7226885" cy="133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44" b="0" i="0">
                <a:solidFill>
                  <a:srgbClr val="F5F0E8"/>
                </a:solidFill>
                <a:latin typeface="Arial"/>
                <a:ea typeface="Arial"/>
                <a:cs typeface="Arial"/>
              </a:defRPr>
            </a:defPPr>
          </a:lstStyle>
          <a:p xmlns:a="http://schemas.openxmlformats.org/drawingml/2006/main">
            <a:pPr>
              <a:defRPr sz="844" b="0" i="0">
                <a:solidFill>
                  <a:srgbClr val="F5F0E8"/>
                </a:solidFill>
                <a:latin typeface="Arial"/>
                <a:ea typeface="Arial"/>
                <a:cs typeface="Arial"/>
              </a:defRPr>
            </a:pPr>
            <a:r>
              <a:rPr sz="844" b="0" i="0">
                <a:solidFill>
                  <a:srgbClr val="F5F0E8"/>
                </a:solidFill>
                <a:latin typeface="Arial"/>
                <a:ea typeface="Arial"/>
                <a:cs typeface="Arial"/>
              </a:rPr>
              <a:t>Cuatro puntos de acceso propuestos. iOS y Android comparten el módulo móvil. Integración de identidad por validar; sin afirmar publicación en tiendas.</a:t>
            </a:r>
          </a:p>
        </p:txBody>
      </p:sp>
      <p:sp>
        <p:nvSpPr>
          <p:cNvPr id="17" name="text-5-15">
            <a:extLst xmlns:a="http://schemas.openxmlformats.org/drawingml/2006/main">
              <a:ext uri="{FF2B5EF4-FFF2-40B4-BE49-F238E27FC236}">
                <a16:creationId xmlns:a16="http://schemas.microsoft.com/office/drawing/2014/main" id="{E97421BF-9CE3-4A19-B965-0966DE1C32A7}"/>
              </a:ext>
            </a:extLst>
          </p:cNvPr>
          <p:cNvSpPr>
            <a:spLocks xmlns:a="http://schemas.openxmlformats.org/drawingml/2006/main" noGrp="1"/>
          </p:cNvSpPr>
          <p:nvPr/>
        </p:nvSpPr>
        <p:spPr>
          <a:xfrm xmlns:a="http://schemas.openxmlformats.org/drawingml/2006/main">
            <a:off x="532209" y="4923697"/>
            <a:ext cx="2065588"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02 / SOLUCIÓN PROPUESTA / OMNI by 5.5</a:t>
            </a:r>
          </a:p>
        </p:txBody>
      </p:sp>
      <p:sp>
        <p:nvSpPr>
          <p:cNvPr id="18" name="text-5-16">
            <a:extLst xmlns:a="http://schemas.openxmlformats.org/drawingml/2006/main">
              <a:ext uri="{FF2B5EF4-FFF2-40B4-BE49-F238E27FC236}">
                <a16:creationId xmlns:a16="http://schemas.microsoft.com/office/drawing/2014/main" id="{1F7FA53A-D42F-4A5D-92C2-E769526236E4}"/>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05 / 5.5</a:t>
            </a:r>
          </a:p>
        </p:txBody>
      </p:sp>
    </p:spTree>
    <p:extLst>
      <p:ext uri="{BB962C8B-B14F-4D97-AF65-F5344CB8AC3E}">
        <p14:creationId xmlns:p14="http://schemas.microsoft.com/office/powerpoint/2010/main" val="4206567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414642F-B12C-4935-AF37-840C6627D778}"/>
              </a:ext>
            </a:extLst>
          </p:cNvPr>
          <p:cNvPicPr>
            <a:picLocks xmlns:a="http://schemas.openxmlformats.org/drawingml/2006/main" noChangeAspect="1"/>
          </p:cNvPicPr>
          <p:nvPr/>
        </p:nvPicPr>
        <p:blipFill>
          <a:blip xmlns:r="http://schemas.openxmlformats.org/officeDocument/2006/relationships" xmlns:a="http://schemas.openxmlformats.org/drawingml/2006/main" r:embed="R311d9923a2024faf"/>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6-0">
            <a:extLst xmlns:a="http://schemas.openxmlformats.org/drawingml/2006/main">
              <a:ext uri="{FF2B5EF4-FFF2-40B4-BE49-F238E27FC236}">
                <a16:creationId xmlns:a16="http://schemas.microsoft.com/office/drawing/2014/main" id="{B771E715-DDB5-4AAD-8775-7A7CDFF85FE0}"/>
              </a:ext>
            </a:extLst>
          </p:cNvPr>
          <p:cNvSpPr>
            <a:spLocks xmlns:a="http://schemas.openxmlformats.org/drawingml/2006/main" noGrp="1"/>
          </p:cNvSpPr>
          <p:nvPr/>
        </p:nvSpPr>
        <p:spPr>
          <a:xfrm xmlns:a="http://schemas.openxmlformats.org/drawingml/2006/main">
            <a:off x="532209" y="382979"/>
            <a:ext cx="2010159"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5F0E8"/>
                </a:solidFill>
                <a:latin typeface="Arial"/>
                <a:ea typeface="Arial"/>
                <a:cs typeface="Arial"/>
              </a:defRPr>
            </a:defPPr>
          </a:lstStyle>
          <a:p xmlns:a="http://schemas.openxmlformats.org/drawingml/2006/main">
            <a:pPr>
              <a:defRPr sz="956" b="1" i="0">
                <a:solidFill>
                  <a:srgbClr val="F5F0E8"/>
                </a:solidFill>
                <a:latin typeface="Arial"/>
                <a:ea typeface="Arial"/>
                <a:cs typeface="Arial"/>
              </a:defRPr>
            </a:pPr>
            <a:r>
              <a:rPr sz="956" b="1" i="0">
                <a:solidFill>
                  <a:srgbClr val="F5F0E8"/>
                </a:solidFill>
                <a:latin typeface="Arial"/>
                <a:ea typeface="Arial"/>
                <a:cs typeface="Arial"/>
              </a:rPr>
              <a:t>02 / SOLUCIÓN PROPUESTA</a:t>
            </a:r>
          </a:p>
        </p:txBody>
      </p:sp>
      <p:sp>
        <p:nvSpPr>
          <p:cNvPr id="3" name="text-6-1">
            <a:extLst xmlns:a="http://schemas.openxmlformats.org/drawingml/2006/main">
              <a:ext uri="{FF2B5EF4-FFF2-40B4-BE49-F238E27FC236}">
                <a16:creationId xmlns:a16="http://schemas.microsoft.com/office/drawing/2014/main" id="{8D129463-B83E-4798-9BAB-541E03D6623E}"/>
              </a:ext>
            </a:extLst>
          </p:cNvPr>
          <p:cNvSpPr>
            <a:spLocks xmlns:a="http://schemas.openxmlformats.org/drawingml/2006/main" noGrp="1"/>
          </p:cNvSpPr>
          <p:nvPr/>
        </p:nvSpPr>
        <p:spPr>
          <a:xfrm xmlns:a="http://schemas.openxmlformats.org/drawingml/2006/main">
            <a:off x="532209" y="745761"/>
            <a:ext cx="4237848" cy="6161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81" b="0" i="0">
                <a:solidFill>
                  <a:srgbClr val="F5F0E8"/>
                </a:solidFill>
                <a:latin typeface="Impact"/>
                <a:ea typeface="Impact"/>
                <a:cs typeface="Impact"/>
              </a:defRPr>
            </a:defPPr>
          </a:lstStyle>
          <a:p xmlns:a="http://schemas.openxmlformats.org/drawingml/2006/main">
            <a:pPr>
              <a:defRPr sz="3881" b="0" i="0">
                <a:solidFill>
                  <a:srgbClr val="F5F0E8"/>
                </a:solidFill>
                <a:latin typeface="Impact"/>
                <a:ea typeface="Impact"/>
                <a:cs typeface="Impact"/>
              </a:defRPr>
            </a:pPr>
            <a:r>
              <a:rPr sz="3881" b="0" i="0">
                <a:solidFill>
                  <a:srgbClr val="F5F0E8"/>
                </a:solidFill>
                <a:latin typeface="Impact"/>
                <a:ea typeface="Impact"/>
                <a:cs typeface="Impact"/>
              </a:rPr>
              <a:t>ESCRIBE COMO HABLAS</a:t>
            </a:r>
          </a:p>
        </p:txBody>
      </p:sp>
      <p:sp>
        <p:nvSpPr>
          <p:cNvPr id="4" name="text-6-2">
            <a:extLst xmlns:a="http://schemas.openxmlformats.org/drawingml/2006/main">
              <a:ext uri="{FF2B5EF4-FFF2-40B4-BE49-F238E27FC236}">
                <a16:creationId xmlns:a16="http://schemas.microsoft.com/office/drawing/2014/main" id="{5315495B-30DC-4168-B0EA-02CA73C686FF}"/>
              </a:ext>
            </a:extLst>
          </p:cNvPr>
          <p:cNvSpPr>
            <a:spLocks xmlns:a="http://schemas.openxmlformats.org/drawingml/2006/main" noGrp="1"/>
          </p:cNvSpPr>
          <p:nvPr/>
        </p:nvSpPr>
        <p:spPr>
          <a:xfrm xmlns:a="http://schemas.openxmlformats.org/drawingml/2006/main">
            <a:off x="532209" y="1245824"/>
            <a:ext cx="2965274" cy="6161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81" b="0" i="0">
                <a:solidFill>
                  <a:srgbClr val="F5F0E8"/>
                </a:solidFill>
                <a:latin typeface="Impact"/>
                <a:ea typeface="Impact"/>
                <a:cs typeface="Impact"/>
              </a:defRPr>
            </a:defPPr>
          </a:lstStyle>
          <a:p xmlns:a="http://schemas.openxmlformats.org/drawingml/2006/main">
            <a:pPr>
              <a:defRPr sz="3881" b="0" i="0">
                <a:solidFill>
                  <a:srgbClr val="F5F0E8"/>
                </a:solidFill>
                <a:latin typeface="Impact"/>
                <a:ea typeface="Impact"/>
                <a:cs typeface="Impact"/>
              </a:defRPr>
            </a:pPr>
            <a:r>
              <a:rPr sz="3881" b="0" i="0">
                <a:solidFill>
                  <a:srgbClr val="F5F0E8"/>
                </a:solidFill>
                <a:latin typeface="Impact"/>
                <a:ea typeface="Impact"/>
                <a:cs typeface="Impact"/>
              </a:rPr>
              <a:t>LA IA TE ORIENTA</a:t>
            </a:r>
          </a:p>
        </p:txBody>
      </p:sp>
      <p:sp>
        <p:nvSpPr>
          <p:cNvPr id="5" name="text-6-3">
            <a:extLst xmlns:a="http://schemas.openxmlformats.org/drawingml/2006/main">
              <a:ext uri="{FF2B5EF4-FFF2-40B4-BE49-F238E27FC236}">
                <a16:creationId xmlns:a16="http://schemas.microsoft.com/office/drawing/2014/main" id="{A6D0DF73-4D68-41C0-B728-A5B0104144DC}"/>
              </a:ext>
            </a:extLst>
          </p:cNvPr>
          <p:cNvSpPr>
            <a:spLocks xmlns:a="http://schemas.openxmlformats.org/drawingml/2006/main" noGrp="1"/>
          </p:cNvSpPr>
          <p:nvPr/>
        </p:nvSpPr>
        <p:spPr>
          <a:xfrm xmlns:a="http://schemas.openxmlformats.org/drawingml/2006/main">
            <a:off x="532209" y="2033485"/>
            <a:ext cx="4274229"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i="0">
                <a:solidFill>
                  <a:srgbClr val="F5F0E8"/>
                </a:solidFill>
                <a:latin typeface="Arial"/>
                <a:ea typeface="Arial"/>
                <a:cs typeface="Arial"/>
              </a:defRPr>
            </a:defPPr>
          </a:lstStyle>
          <a:p xmlns:a="http://schemas.openxmlformats.org/drawingml/2006/main">
            <a:pPr>
              <a:defRPr sz="1575" b="0" i="0">
                <a:solidFill>
                  <a:srgbClr val="F5F0E8"/>
                </a:solidFill>
                <a:latin typeface="Arial"/>
                <a:ea typeface="Arial"/>
                <a:cs typeface="Arial"/>
              </a:defRPr>
            </a:pPr>
            <a:r>
              <a:rPr sz="1575" b="0" i="0">
                <a:solidFill>
                  <a:srgbClr val="F5F0E8"/>
                </a:solidFill>
                <a:latin typeface="Arial"/>
                <a:ea typeface="Arial"/>
                <a:cs typeface="Arial"/>
              </a:rPr>
              <a:t>Entiende la intención y presenta una cotización.</a:t>
            </a:r>
          </a:p>
        </p:txBody>
      </p:sp>
      <p:sp>
        <p:nvSpPr>
          <p:cNvPr id="6" name="text-6-4">
            <a:extLst xmlns:a="http://schemas.openxmlformats.org/drawingml/2006/main">
              <a:ext uri="{FF2B5EF4-FFF2-40B4-BE49-F238E27FC236}">
                <a16:creationId xmlns:a16="http://schemas.microsoft.com/office/drawing/2014/main" id="{9C8D6024-21B6-4D09-9E44-3F5B2E64C97B}"/>
              </a:ext>
            </a:extLst>
          </p:cNvPr>
          <p:cNvSpPr>
            <a:spLocks xmlns:a="http://schemas.openxmlformats.org/drawingml/2006/main" noGrp="1"/>
          </p:cNvSpPr>
          <p:nvPr/>
        </p:nvSpPr>
        <p:spPr>
          <a:xfrm xmlns:a="http://schemas.openxmlformats.org/drawingml/2006/main">
            <a:off x="532209" y="2656722"/>
            <a:ext cx="405846" cy="178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i="0">
                <a:solidFill>
                  <a:srgbClr val="FF4053"/>
                </a:solidFill>
                <a:latin typeface="Arial"/>
                <a:ea typeface="Arial"/>
                <a:cs typeface="Arial"/>
              </a:defRPr>
            </a:defPPr>
          </a:lstStyle>
          <a:p xmlns:a="http://schemas.openxmlformats.org/drawingml/2006/main">
            <a:pPr>
              <a:defRPr sz="1125" b="1" i="0">
                <a:solidFill>
                  <a:srgbClr val="FF4053"/>
                </a:solidFill>
                <a:latin typeface="Arial"/>
                <a:ea typeface="Arial"/>
                <a:cs typeface="Arial"/>
              </a:defRPr>
            </a:pPr>
            <a:r>
              <a:rPr sz="1125" b="1" i="0">
                <a:solidFill>
                  <a:srgbClr val="FF4053"/>
                </a:solidFill>
                <a:latin typeface="Arial"/>
                <a:ea typeface="Arial"/>
                <a:cs typeface="Arial"/>
              </a:rPr>
              <a:t>LA IA</a:t>
            </a:r>
          </a:p>
        </p:txBody>
      </p:sp>
      <p:sp>
        <p:nvSpPr>
          <p:cNvPr id="7" name="text-6-5">
            <a:extLst xmlns:a="http://schemas.openxmlformats.org/drawingml/2006/main">
              <a:ext uri="{FF2B5EF4-FFF2-40B4-BE49-F238E27FC236}">
                <a16:creationId xmlns:a16="http://schemas.microsoft.com/office/drawing/2014/main" id="{AB6455CB-8D3B-4FB9-90F9-D19EE35DCB83}"/>
              </a:ext>
            </a:extLst>
          </p:cNvPr>
          <p:cNvSpPr>
            <a:spLocks xmlns:a="http://schemas.openxmlformats.org/drawingml/2006/main" noGrp="1"/>
          </p:cNvSpPr>
          <p:nvPr/>
        </p:nvSpPr>
        <p:spPr>
          <a:xfrm xmlns:a="http://schemas.openxmlformats.org/drawingml/2006/main">
            <a:off x="2175272" y="2659428"/>
            <a:ext cx="21534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i="0">
                <a:solidFill>
                  <a:srgbClr val="F5F0E8"/>
                </a:solidFill>
                <a:latin typeface="Arial"/>
                <a:ea typeface="Arial"/>
                <a:cs typeface="Arial"/>
              </a:defRPr>
            </a:defPPr>
          </a:lstStyle>
          <a:p xmlns:a="http://schemas.openxmlformats.org/drawingml/2006/main">
            <a:pPr>
              <a:defRPr sz="1350" b="0" i="0">
                <a:solidFill>
                  <a:srgbClr val="F5F0E8"/>
                </a:solidFill>
                <a:latin typeface="Arial"/>
                <a:ea typeface="Arial"/>
                <a:cs typeface="Arial"/>
              </a:defRPr>
            </a:pPr>
            <a:r>
              <a:rPr sz="1350" b="0" i="0">
                <a:solidFill>
                  <a:srgbClr val="F5F0E8"/>
                </a:solidFill>
                <a:latin typeface="Arial"/>
                <a:ea typeface="Arial"/>
                <a:cs typeface="Arial"/>
              </a:rPr>
              <a:t>Conversación y orientación.</a:t>
            </a:r>
          </a:p>
        </p:txBody>
      </p:sp>
      <p:sp>
        <p:nvSpPr>
          <p:cNvPr id="8" name="text-6-6">
            <a:extLst xmlns:a="http://schemas.openxmlformats.org/drawingml/2006/main">
              <a:ext uri="{FF2B5EF4-FFF2-40B4-BE49-F238E27FC236}">
                <a16:creationId xmlns:a16="http://schemas.microsoft.com/office/drawing/2014/main" id="{8483A7EF-6F77-4157-80E1-8EB6355AB27A}"/>
              </a:ext>
            </a:extLst>
          </p:cNvPr>
          <p:cNvSpPr>
            <a:spLocks xmlns:a="http://schemas.openxmlformats.org/drawingml/2006/main" noGrp="1"/>
          </p:cNvSpPr>
          <p:nvPr/>
        </p:nvSpPr>
        <p:spPr>
          <a:xfrm xmlns:a="http://schemas.openxmlformats.org/drawingml/2006/main">
            <a:off x="532209" y="3113922"/>
            <a:ext cx="958929" cy="178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i="0">
                <a:solidFill>
                  <a:srgbClr val="FF4053"/>
                </a:solidFill>
                <a:latin typeface="Arial"/>
                <a:ea typeface="Arial"/>
                <a:cs typeface="Arial"/>
              </a:defRPr>
            </a:defPPr>
          </a:lstStyle>
          <a:p xmlns:a="http://schemas.openxmlformats.org/drawingml/2006/main">
            <a:pPr>
              <a:defRPr sz="1125" b="1" i="0">
                <a:solidFill>
                  <a:srgbClr val="FF4053"/>
                </a:solidFill>
                <a:latin typeface="Arial"/>
                <a:ea typeface="Arial"/>
                <a:cs typeface="Arial"/>
              </a:defRPr>
            </a:pPr>
            <a:r>
              <a:rPr sz="1125" b="1" i="0">
                <a:solidFill>
                  <a:srgbClr val="FF4053"/>
                </a:solidFill>
                <a:latin typeface="Arial"/>
                <a:ea typeface="Arial"/>
                <a:cs typeface="Arial"/>
              </a:rPr>
              <a:t>LAS REGLAS</a:t>
            </a:r>
          </a:p>
        </p:txBody>
      </p:sp>
      <p:sp>
        <p:nvSpPr>
          <p:cNvPr id="9" name="text-6-7">
            <a:extLst xmlns:a="http://schemas.openxmlformats.org/drawingml/2006/main">
              <a:ext uri="{FF2B5EF4-FFF2-40B4-BE49-F238E27FC236}">
                <a16:creationId xmlns:a16="http://schemas.microsoft.com/office/drawing/2014/main" id="{27C6903E-AE2E-48A6-8801-03050EDD0B36}"/>
              </a:ext>
            </a:extLst>
          </p:cNvPr>
          <p:cNvSpPr>
            <a:spLocks xmlns:a="http://schemas.openxmlformats.org/drawingml/2006/main" noGrp="1"/>
          </p:cNvSpPr>
          <p:nvPr/>
        </p:nvSpPr>
        <p:spPr>
          <a:xfrm xmlns:a="http://schemas.openxmlformats.org/drawingml/2006/main">
            <a:off x="2175272" y="3116628"/>
            <a:ext cx="204886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i="0">
                <a:solidFill>
                  <a:srgbClr val="F5F0E8"/>
                </a:solidFill>
                <a:latin typeface="Arial"/>
                <a:ea typeface="Arial"/>
                <a:cs typeface="Arial"/>
              </a:defRPr>
            </a:defPPr>
          </a:lstStyle>
          <a:p xmlns:a="http://schemas.openxmlformats.org/drawingml/2006/main">
            <a:pPr>
              <a:defRPr sz="1350" b="0" i="0">
                <a:solidFill>
                  <a:srgbClr val="F5F0E8"/>
                </a:solidFill>
                <a:latin typeface="Arial"/>
                <a:ea typeface="Arial"/>
                <a:cs typeface="Arial"/>
              </a:defRPr>
            </a:pPr>
            <a:r>
              <a:rPr sz="1350" b="0" i="0">
                <a:solidFill>
                  <a:srgbClr val="F5F0E8"/>
                </a:solidFill>
                <a:latin typeface="Arial"/>
                <a:ea typeface="Arial"/>
                <a:cs typeface="Arial"/>
              </a:rPr>
              <a:t>Importes, datos y estados.</a:t>
            </a:r>
          </a:p>
        </p:txBody>
      </p:sp>
      <p:sp>
        <p:nvSpPr>
          <p:cNvPr id="10" name="text-6-8">
            <a:extLst xmlns:a="http://schemas.openxmlformats.org/drawingml/2006/main">
              <a:ext uri="{FF2B5EF4-FFF2-40B4-BE49-F238E27FC236}">
                <a16:creationId xmlns:a16="http://schemas.microsoft.com/office/drawing/2014/main" id="{6DF376F6-F5DF-4B99-9426-948017578E53}"/>
              </a:ext>
            </a:extLst>
          </p:cNvPr>
          <p:cNvSpPr>
            <a:spLocks xmlns:a="http://schemas.openxmlformats.org/drawingml/2006/main" noGrp="1"/>
          </p:cNvSpPr>
          <p:nvPr/>
        </p:nvSpPr>
        <p:spPr>
          <a:xfrm xmlns:a="http://schemas.openxmlformats.org/drawingml/2006/main">
            <a:off x="532209" y="3571122"/>
            <a:ext cx="813592" cy="178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i="0">
                <a:solidFill>
                  <a:srgbClr val="FF4053"/>
                </a:solidFill>
                <a:latin typeface="Arial"/>
                <a:ea typeface="Arial"/>
                <a:cs typeface="Arial"/>
              </a:defRPr>
            </a:defPPr>
          </a:lstStyle>
          <a:p xmlns:a="http://schemas.openxmlformats.org/drawingml/2006/main">
            <a:pPr>
              <a:defRPr sz="1125" b="1" i="0">
                <a:solidFill>
                  <a:srgbClr val="FF4053"/>
                </a:solidFill>
                <a:latin typeface="Arial"/>
                <a:ea typeface="Arial"/>
                <a:cs typeface="Arial"/>
              </a:defRPr>
            </a:pPr>
            <a:r>
              <a:rPr sz="1125" b="1" i="0">
                <a:solidFill>
                  <a:srgbClr val="FF4053"/>
                </a:solidFill>
                <a:latin typeface="Arial"/>
                <a:ea typeface="Arial"/>
                <a:cs typeface="Arial"/>
              </a:rPr>
              <a:t>EL EQUIPO</a:t>
            </a:r>
          </a:p>
        </p:txBody>
      </p:sp>
      <p:sp>
        <p:nvSpPr>
          <p:cNvPr id="11" name="text-6-9">
            <a:extLst xmlns:a="http://schemas.openxmlformats.org/drawingml/2006/main">
              <a:ext uri="{FF2B5EF4-FFF2-40B4-BE49-F238E27FC236}">
                <a16:creationId xmlns:a16="http://schemas.microsoft.com/office/drawing/2014/main" id="{A4EEEF20-8333-4759-8247-EC963BB14706}"/>
              </a:ext>
            </a:extLst>
          </p:cNvPr>
          <p:cNvSpPr>
            <a:spLocks xmlns:a="http://schemas.openxmlformats.org/drawingml/2006/main" noGrp="1"/>
          </p:cNvSpPr>
          <p:nvPr/>
        </p:nvSpPr>
        <p:spPr>
          <a:xfrm xmlns:a="http://schemas.openxmlformats.org/drawingml/2006/main">
            <a:off x="2175272" y="3573828"/>
            <a:ext cx="276329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i="0">
                <a:solidFill>
                  <a:srgbClr val="F5F0E8"/>
                </a:solidFill>
                <a:latin typeface="Arial"/>
                <a:ea typeface="Arial"/>
                <a:cs typeface="Arial"/>
              </a:defRPr>
            </a:defPPr>
          </a:lstStyle>
          <a:p xmlns:a="http://schemas.openxmlformats.org/drawingml/2006/main">
            <a:pPr>
              <a:defRPr sz="1350" b="0" i="0">
                <a:solidFill>
                  <a:srgbClr val="F5F0E8"/>
                </a:solidFill>
                <a:latin typeface="Arial"/>
                <a:ea typeface="Arial"/>
                <a:cs typeface="Arial"/>
              </a:defRPr>
            </a:pPr>
            <a:r>
              <a:rPr sz="1350" b="0" i="0">
                <a:solidFill>
                  <a:srgbClr val="F5F0E8"/>
                </a:solidFill>
                <a:latin typeface="Arial"/>
                <a:ea typeface="Arial"/>
                <a:cs typeface="Arial"/>
              </a:rPr>
              <a:t>Revisión del ingreso y excepciones.</a:t>
            </a:r>
          </a:p>
        </p:txBody>
      </p:sp>
      <p:sp>
        <p:nvSpPr>
          <p:cNvPr id="12" name="text-6-10">
            <a:extLst xmlns:a="http://schemas.openxmlformats.org/drawingml/2006/main">
              <a:ext uri="{FF2B5EF4-FFF2-40B4-BE49-F238E27FC236}">
                <a16:creationId xmlns:a16="http://schemas.microsoft.com/office/drawing/2014/main" id="{0F9CD108-7BDB-4C7C-871D-3A228070978A}"/>
              </a:ext>
            </a:extLst>
          </p:cNvPr>
          <p:cNvSpPr>
            <a:spLocks xmlns:a="http://schemas.openxmlformats.org/drawingml/2006/main" noGrp="1"/>
          </p:cNvSpPr>
          <p:nvPr/>
        </p:nvSpPr>
        <p:spPr>
          <a:xfrm xmlns:a="http://schemas.openxmlformats.org/drawingml/2006/main">
            <a:off x="532209" y="4603582"/>
            <a:ext cx="4987435" cy="133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44" b="0" i="0">
                <a:solidFill>
                  <a:srgbClr val="F5F0E8"/>
                </a:solidFill>
                <a:latin typeface="Arial"/>
                <a:ea typeface="Arial"/>
                <a:cs typeface="Arial"/>
              </a:defRPr>
            </a:defPPr>
          </a:lstStyle>
          <a:p xmlns:a="http://schemas.openxmlformats.org/drawingml/2006/main">
            <a:pPr>
              <a:defRPr sz="844" b="0" i="0">
                <a:solidFill>
                  <a:srgbClr val="F5F0E8"/>
                </a:solidFill>
                <a:latin typeface="Arial"/>
                <a:ea typeface="Arial"/>
                <a:cs typeface="Arial"/>
              </a:defRPr>
            </a:pPr>
            <a:r>
              <a:rPr sz="844" b="0" i="0">
                <a:solidFill>
                  <a:srgbClr val="F5F0E8"/>
                </a:solidFill>
                <a:latin typeface="Arial"/>
                <a:ea typeface="Arial"/>
                <a:cs typeface="Arial"/>
              </a:rPr>
              <a:t>Captura del módulo conversacional del equipo. Derivación a un asesor con contexto: siguiente iteración.</a:t>
            </a:r>
          </a:p>
        </p:txBody>
      </p:sp>
      <p:sp>
        <p:nvSpPr>
          <p:cNvPr id="13" name="text-6-11">
            <a:extLst xmlns:a="http://schemas.openxmlformats.org/drawingml/2006/main">
              <a:ext uri="{FF2B5EF4-FFF2-40B4-BE49-F238E27FC236}">
                <a16:creationId xmlns:a16="http://schemas.microsoft.com/office/drawing/2014/main" id="{F56B616B-05A0-4D6E-A966-8DCD666A5E9B}"/>
              </a:ext>
            </a:extLst>
          </p:cNvPr>
          <p:cNvSpPr>
            <a:spLocks xmlns:a="http://schemas.openxmlformats.org/drawingml/2006/main" noGrp="1"/>
          </p:cNvSpPr>
          <p:nvPr/>
        </p:nvSpPr>
        <p:spPr>
          <a:xfrm xmlns:a="http://schemas.openxmlformats.org/drawingml/2006/main">
            <a:off x="532209" y="4923697"/>
            <a:ext cx="2065588"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02 / SOLUCIÓN PROPUESTA / OMNI by 5.5</a:t>
            </a:r>
          </a:p>
        </p:txBody>
      </p:sp>
      <p:sp>
        <p:nvSpPr>
          <p:cNvPr id="14" name="text-6-12">
            <a:extLst xmlns:a="http://schemas.openxmlformats.org/drawingml/2006/main">
              <a:ext uri="{FF2B5EF4-FFF2-40B4-BE49-F238E27FC236}">
                <a16:creationId xmlns:a16="http://schemas.microsoft.com/office/drawing/2014/main" id="{AB15AF69-C5DA-4E40-96C7-419E78EFB611}"/>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06 / 5.5</a:t>
            </a:r>
          </a:p>
        </p:txBody>
      </p:sp>
    </p:spTree>
    <p:extLst>
      <p:ext uri="{BB962C8B-B14F-4D97-AF65-F5344CB8AC3E}">
        <p14:creationId xmlns:p14="http://schemas.microsoft.com/office/powerpoint/2010/main" val="100413414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D5D57A9-AB9B-4C45-ABE6-90D79D13B0D5}"/>
              </a:ext>
            </a:extLst>
          </p:cNvPr>
          <p:cNvPicPr>
            <a:picLocks xmlns:a="http://schemas.openxmlformats.org/drawingml/2006/main" noChangeAspect="1"/>
          </p:cNvPicPr>
          <p:nvPr/>
        </p:nvPicPr>
        <p:blipFill>
          <a:blip xmlns:r="http://schemas.openxmlformats.org/officeDocument/2006/relationships" xmlns:a="http://schemas.openxmlformats.org/drawingml/2006/main" r:embed="R8827c98e79b64405"/>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7-0">
            <a:extLst xmlns:a="http://schemas.openxmlformats.org/drawingml/2006/main">
              <a:ext uri="{FF2B5EF4-FFF2-40B4-BE49-F238E27FC236}">
                <a16:creationId xmlns:a16="http://schemas.microsoft.com/office/drawing/2014/main" id="{30328F4B-CF18-428D-9446-B8CCCF908FFC}"/>
              </a:ext>
            </a:extLst>
          </p:cNvPr>
          <p:cNvSpPr>
            <a:spLocks xmlns:a="http://schemas.openxmlformats.org/drawingml/2006/main" noGrp="1"/>
          </p:cNvSpPr>
          <p:nvPr/>
        </p:nvSpPr>
        <p:spPr>
          <a:xfrm xmlns:a="http://schemas.openxmlformats.org/drawingml/2006/main">
            <a:off x="532209" y="382979"/>
            <a:ext cx="2010159"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5F0E8"/>
                </a:solidFill>
                <a:latin typeface="Arial"/>
                <a:ea typeface="Arial"/>
                <a:cs typeface="Arial"/>
              </a:defRPr>
            </a:defPPr>
          </a:lstStyle>
          <a:p xmlns:a="http://schemas.openxmlformats.org/drawingml/2006/main">
            <a:pPr>
              <a:defRPr sz="956" b="1" i="0">
                <a:solidFill>
                  <a:srgbClr val="F5F0E8"/>
                </a:solidFill>
                <a:latin typeface="Arial"/>
                <a:ea typeface="Arial"/>
                <a:cs typeface="Arial"/>
              </a:defRPr>
            </a:pPr>
            <a:r>
              <a:rPr sz="956" b="1" i="0">
                <a:solidFill>
                  <a:srgbClr val="F5F0E8"/>
                </a:solidFill>
                <a:latin typeface="Arial"/>
                <a:ea typeface="Arial"/>
                <a:cs typeface="Arial"/>
              </a:rPr>
              <a:t>02 / SOLUCIÓN PROPUESTA</a:t>
            </a:r>
          </a:p>
        </p:txBody>
      </p:sp>
      <p:sp>
        <p:nvSpPr>
          <p:cNvPr id="3" name="text-7-1">
            <a:extLst xmlns:a="http://schemas.openxmlformats.org/drawingml/2006/main">
              <a:ext uri="{FF2B5EF4-FFF2-40B4-BE49-F238E27FC236}">
                <a16:creationId xmlns:a16="http://schemas.microsoft.com/office/drawing/2014/main" id="{6F565C82-80C5-403F-BAE2-09EA1136BA81}"/>
              </a:ext>
            </a:extLst>
          </p:cNvPr>
          <p:cNvSpPr>
            <a:spLocks xmlns:a="http://schemas.openxmlformats.org/drawingml/2006/main" noGrp="1"/>
          </p:cNvSpPr>
          <p:nvPr/>
        </p:nvSpPr>
        <p:spPr>
          <a:xfrm xmlns:a="http://schemas.openxmlformats.org/drawingml/2006/main">
            <a:off x="532209" y="673884"/>
            <a:ext cx="3704717"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F5F0E8"/>
                </a:solidFill>
                <a:latin typeface="Impact"/>
                <a:ea typeface="Impact"/>
                <a:cs typeface="Impact"/>
              </a:defRPr>
            </a:defPPr>
          </a:lstStyle>
          <a:p xmlns:a="http://schemas.openxmlformats.org/drawingml/2006/main">
            <a:pPr>
              <a:defRPr sz="4275" b="0" i="0">
                <a:solidFill>
                  <a:srgbClr val="F5F0E8"/>
                </a:solidFill>
                <a:latin typeface="Impact"/>
                <a:ea typeface="Impact"/>
                <a:cs typeface="Impact"/>
              </a:defRPr>
            </a:pPr>
            <a:r>
              <a:rPr sz="4275" b="0" i="0">
                <a:solidFill>
                  <a:srgbClr val="F5F0E8"/>
                </a:solidFill>
                <a:latin typeface="Impact"/>
                <a:ea typeface="Impact"/>
                <a:cs typeface="Impact"/>
              </a:rPr>
              <a:t>EL CLIENTE AVANZA</a:t>
            </a:r>
          </a:p>
        </p:txBody>
      </p:sp>
      <p:sp>
        <p:nvSpPr>
          <p:cNvPr id="4" name="text-7-2">
            <a:extLst xmlns:a="http://schemas.openxmlformats.org/drawingml/2006/main">
              <a:ext uri="{FF2B5EF4-FFF2-40B4-BE49-F238E27FC236}">
                <a16:creationId xmlns:a16="http://schemas.microsoft.com/office/drawing/2014/main" id="{3F828818-82D2-4891-B93C-1041CCBA4197}"/>
              </a:ext>
            </a:extLst>
          </p:cNvPr>
          <p:cNvSpPr>
            <a:spLocks xmlns:a="http://schemas.openxmlformats.org/drawingml/2006/main" noGrp="1"/>
          </p:cNvSpPr>
          <p:nvPr/>
        </p:nvSpPr>
        <p:spPr>
          <a:xfrm xmlns:a="http://schemas.openxmlformats.org/drawingml/2006/main">
            <a:off x="532209" y="1231097"/>
            <a:ext cx="3945959"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F5F0E8"/>
                </a:solidFill>
                <a:latin typeface="Impact"/>
                <a:ea typeface="Impact"/>
                <a:cs typeface="Impact"/>
              </a:defRPr>
            </a:defPPr>
          </a:lstStyle>
          <a:p xmlns:a="http://schemas.openxmlformats.org/drawingml/2006/main">
            <a:pPr>
              <a:defRPr sz="4275" b="0" i="0">
                <a:solidFill>
                  <a:srgbClr val="F5F0E8"/>
                </a:solidFill>
                <a:latin typeface="Impact"/>
                <a:ea typeface="Impact"/>
                <a:cs typeface="Impact"/>
              </a:defRPr>
            </a:pPr>
            <a:r>
              <a:rPr sz="4275" b="0" i="0">
                <a:solidFill>
                  <a:srgbClr val="F5F0E8"/>
                </a:solidFill>
                <a:latin typeface="Impact"/>
                <a:ea typeface="Impact"/>
                <a:cs typeface="Impact"/>
              </a:rPr>
              <a:t>DESDE SU PANTALLA</a:t>
            </a:r>
          </a:p>
        </p:txBody>
      </p:sp>
      <p:sp>
        <p:nvSpPr>
          <p:cNvPr id="5" name="text-7-3">
            <a:extLst xmlns:a="http://schemas.openxmlformats.org/drawingml/2006/main">
              <a:ext uri="{FF2B5EF4-FFF2-40B4-BE49-F238E27FC236}">
                <a16:creationId xmlns:a16="http://schemas.microsoft.com/office/drawing/2014/main" id="{8D85D45D-9AD4-4442-9FDB-50CB0F52120C}"/>
              </a:ext>
            </a:extLst>
          </p:cNvPr>
          <p:cNvSpPr>
            <a:spLocks xmlns:a="http://schemas.openxmlformats.org/drawingml/2006/main" noGrp="1"/>
          </p:cNvSpPr>
          <p:nvPr/>
        </p:nvSpPr>
        <p:spPr>
          <a:xfrm xmlns:a="http://schemas.openxmlformats.org/drawingml/2006/main">
            <a:off x="5854303" y="2219006"/>
            <a:ext cx="319785" cy="383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19" b="0" i="0">
                <a:solidFill>
                  <a:srgbClr val="F5F0E8"/>
                </a:solidFill>
                <a:latin typeface="Impact"/>
                <a:ea typeface="Impact"/>
                <a:cs typeface="Impact"/>
              </a:defRPr>
            </a:defPPr>
          </a:lstStyle>
          <a:p xmlns:a="http://schemas.openxmlformats.org/drawingml/2006/main">
            <a:pPr>
              <a:defRPr sz="2419" b="0" i="0">
                <a:solidFill>
                  <a:srgbClr val="F5F0E8"/>
                </a:solidFill>
                <a:latin typeface="Impact"/>
                <a:ea typeface="Impact"/>
                <a:cs typeface="Impact"/>
              </a:defRPr>
            </a:pPr>
            <a:r>
              <a:rPr sz="2419" b="0" i="0">
                <a:solidFill>
                  <a:srgbClr val="F5F0E8"/>
                </a:solidFill>
                <a:latin typeface="Impact"/>
                <a:ea typeface="Impact"/>
                <a:cs typeface="Impact"/>
              </a:rPr>
              <a:t>01</a:t>
            </a:r>
          </a:p>
        </p:txBody>
      </p:sp>
      <p:sp>
        <p:nvSpPr>
          <p:cNvPr id="6" name="text-7-4">
            <a:extLst xmlns:a="http://schemas.openxmlformats.org/drawingml/2006/main">
              <a:ext uri="{FF2B5EF4-FFF2-40B4-BE49-F238E27FC236}">
                <a16:creationId xmlns:a16="http://schemas.microsoft.com/office/drawing/2014/main" id="{E70D806F-9EB0-4DCF-8A10-4F8E1E51D12D}"/>
              </a:ext>
            </a:extLst>
          </p:cNvPr>
          <p:cNvSpPr>
            <a:spLocks xmlns:a="http://schemas.openxmlformats.org/drawingml/2006/main" noGrp="1"/>
          </p:cNvSpPr>
          <p:nvPr/>
        </p:nvSpPr>
        <p:spPr>
          <a:xfrm xmlns:a="http://schemas.openxmlformats.org/drawingml/2006/main">
            <a:off x="5854303" y="2695147"/>
            <a:ext cx="210578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i="0">
                <a:solidFill>
                  <a:srgbClr val="F5F0E8"/>
                </a:solidFill>
                <a:latin typeface="Arial"/>
                <a:ea typeface="Arial"/>
                <a:cs typeface="Arial"/>
              </a:defRPr>
            </a:defPPr>
          </a:lstStyle>
          <a:p xmlns:a="http://schemas.openxmlformats.org/drawingml/2006/main">
            <a:pPr>
              <a:defRPr sz="1350" b="0" i="0">
                <a:solidFill>
                  <a:srgbClr val="F5F0E8"/>
                </a:solidFill>
                <a:latin typeface="Arial"/>
                <a:ea typeface="Arial"/>
                <a:cs typeface="Arial"/>
              </a:defRPr>
            </a:pPr>
            <a:r>
              <a:rPr sz="1350" b="0" i="0">
                <a:solidFill>
                  <a:srgbClr val="F5F0E8"/>
                </a:solidFill>
                <a:latin typeface="Arial"/>
                <a:ea typeface="Arial"/>
                <a:cs typeface="Arial"/>
              </a:rPr>
              <a:t>Cotiza y registra el destino.</a:t>
            </a:r>
          </a:p>
        </p:txBody>
      </p:sp>
      <p:sp>
        <p:nvSpPr>
          <p:cNvPr id="7" name="text-7-5">
            <a:extLst xmlns:a="http://schemas.openxmlformats.org/drawingml/2006/main">
              <a:ext uri="{FF2B5EF4-FFF2-40B4-BE49-F238E27FC236}">
                <a16:creationId xmlns:a16="http://schemas.microsoft.com/office/drawing/2014/main" id="{9D6C5DEC-8710-40DF-ACEC-604DF687B620}"/>
              </a:ext>
            </a:extLst>
          </p:cNvPr>
          <p:cNvSpPr>
            <a:spLocks xmlns:a="http://schemas.openxmlformats.org/drawingml/2006/main" noGrp="1"/>
          </p:cNvSpPr>
          <p:nvPr/>
        </p:nvSpPr>
        <p:spPr>
          <a:xfrm xmlns:a="http://schemas.openxmlformats.org/drawingml/2006/main">
            <a:off x="5854303" y="3140550"/>
            <a:ext cx="356954" cy="383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19" b="0" i="0">
                <a:solidFill>
                  <a:srgbClr val="F5F0E8"/>
                </a:solidFill>
                <a:latin typeface="Impact"/>
                <a:ea typeface="Impact"/>
                <a:cs typeface="Impact"/>
              </a:defRPr>
            </a:defPPr>
          </a:lstStyle>
          <a:p xmlns:a="http://schemas.openxmlformats.org/drawingml/2006/main">
            <a:pPr>
              <a:defRPr sz="2419" b="0" i="0">
                <a:solidFill>
                  <a:srgbClr val="F5F0E8"/>
                </a:solidFill>
                <a:latin typeface="Impact"/>
                <a:ea typeface="Impact"/>
                <a:cs typeface="Impact"/>
              </a:defRPr>
            </a:pPr>
            <a:r>
              <a:rPr sz="2419" b="0" i="0">
                <a:solidFill>
                  <a:srgbClr val="F5F0E8"/>
                </a:solidFill>
                <a:latin typeface="Impact"/>
                <a:ea typeface="Impact"/>
                <a:cs typeface="Impact"/>
              </a:rPr>
              <a:t>02</a:t>
            </a:r>
          </a:p>
        </p:txBody>
      </p:sp>
      <p:sp>
        <p:nvSpPr>
          <p:cNvPr id="8" name="text-7-6">
            <a:extLst xmlns:a="http://schemas.openxmlformats.org/drawingml/2006/main">
              <a:ext uri="{FF2B5EF4-FFF2-40B4-BE49-F238E27FC236}">
                <a16:creationId xmlns:a16="http://schemas.microsoft.com/office/drawing/2014/main" id="{5324BA58-FDA5-4B34-A8DB-34BDEC65A0F1}"/>
              </a:ext>
            </a:extLst>
          </p:cNvPr>
          <p:cNvSpPr>
            <a:spLocks xmlns:a="http://schemas.openxmlformats.org/drawingml/2006/main" noGrp="1"/>
          </p:cNvSpPr>
          <p:nvPr/>
        </p:nvSpPr>
        <p:spPr>
          <a:xfrm xmlns:a="http://schemas.openxmlformats.org/drawingml/2006/main">
            <a:off x="5854303" y="3616691"/>
            <a:ext cx="194411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i="0">
                <a:solidFill>
                  <a:srgbClr val="F5F0E8"/>
                </a:solidFill>
                <a:latin typeface="Arial"/>
                <a:ea typeface="Arial"/>
                <a:cs typeface="Arial"/>
              </a:defRPr>
            </a:defPPr>
          </a:lstStyle>
          <a:p xmlns:a="http://schemas.openxmlformats.org/drawingml/2006/main">
            <a:pPr>
              <a:defRPr sz="1350" b="0" i="0">
                <a:solidFill>
                  <a:srgbClr val="F5F0E8"/>
                </a:solidFill>
                <a:latin typeface="Arial"/>
                <a:ea typeface="Arial"/>
                <a:cs typeface="Arial"/>
              </a:defRPr>
            </a:pPr>
            <a:r>
              <a:rPr sz="1350" b="0" i="0">
                <a:solidFill>
                  <a:srgbClr val="F5F0E8"/>
                </a:solidFill>
                <a:latin typeface="Arial"/>
                <a:ea typeface="Arial"/>
                <a:cs typeface="Arial"/>
              </a:rPr>
              <a:t>Adjunta su comprobante.</a:t>
            </a:r>
          </a:p>
        </p:txBody>
      </p:sp>
      <p:sp>
        <p:nvSpPr>
          <p:cNvPr id="9" name="text-7-7">
            <a:extLst xmlns:a="http://schemas.openxmlformats.org/drawingml/2006/main">
              <a:ext uri="{FF2B5EF4-FFF2-40B4-BE49-F238E27FC236}">
                <a16:creationId xmlns:a16="http://schemas.microsoft.com/office/drawing/2014/main" id="{3AE67770-51B3-4024-A8A8-C9309DB52251}"/>
              </a:ext>
            </a:extLst>
          </p:cNvPr>
          <p:cNvSpPr>
            <a:spLocks xmlns:a="http://schemas.openxmlformats.org/drawingml/2006/main" noGrp="1"/>
          </p:cNvSpPr>
          <p:nvPr/>
        </p:nvSpPr>
        <p:spPr>
          <a:xfrm xmlns:a="http://schemas.openxmlformats.org/drawingml/2006/main">
            <a:off x="5854303" y="4062094"/>
            <a:ext cx="365556" cy="383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19" b="0" i="0">
                <a:solidFill>
                  <a:srgbClr val="F5F0E8"/>
                </a:solidFill>
                <a:latin typeface="Impact"/>
                <a:ea typeface="Impact"/>
                <a:cs typeface="Impact"/>
              </a:defRPr>
            </a:defPPr>
          </a:lstStyle>
          <a:p xmlns:a="http://schemas.openxmlformats.org/drawingml/2006/main">
            <a:pPr>
              <a:defRPr sz="2419" b="0" i="0">
                <a:solidFill>
                  <a:srgbClr val="F5F0E8"/>
                </a:solidFill>
                <a:latin typeface="Impact"/>
                <a:ea typeface="Impact"/>
                <a:cs typeface="Impact"/>
              </a:defRPr>
            </a:pPr>
            <a:r>
              <a:rPr sz="2419" b="0" i="0">
                <a:solidFill>
                  <a:srgbClr val="F5F0E8"/>
                </a:solidFill>
                <a:latin typeface="Impact"/>
                <a:ea typeface="Impact"/>
                <a:cs typeface="Impact"/>
              </a:rPr>
              <a:t>03</a:t>
            </a:r>
          </a:p>
        </p:txBody>
      </p:sp>
      <p:sp>
        <p:nvSpPr>
          <p:cNvPr id="10" name="text-7-8">
            <a:extLst xmlns:a="http://schemas.openxmlformats.org/drawingml/2006/main">
              <a:ext uri="{FF2B5EF4-FFF2-40B4-BE49-F238E27FC236}">
                <a16:creationId xmlns:a16="http://schemas.microsoft.com/office/drawing/2014/main" id="{E80C6570-E8EC-447C-A54C-564DC823AB51}"/>
              </a:ext>
            </a:extLst>
          </p:cNvPr>
          <p:cNvSpPr>
            <a:spLocks xmlns:a="http://schemas.openxmlformats.org/drawingml/2006/main" noGrp="1"/>
          </p:cNvSpPr>
          <p:nvPr/>
        </p:nvSpPr>
        <p:spPr>
          <a:xfrm xmlns:a="http://schemas.openxmlformats.org/drawingml/2006/main">
            <a:off x="5854303" y="4538235"/>
            <a:ext cx="150571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i="0">
                <a:solidFill>
                  <a:srgbClr val="F5F0E8"/>
                </a:solidFill>
                <a:latin typeface="Arial"/>
                <a:ea typeface="Arial"/>
                <a:cs typeface="Arial"/>
              </a:defRPr>
            </a:defPPr>
          </a:lstStyle>
          <a:p xmlns:a="http://schemas.openxmlformats.org/drawingml/2006/main">
            <a:pPr>
              <a:defRPr sz="1350" b="0" i="0">
                <a:solidFill>
                  <a:srgbClr val="F5F0E8"/>
                </a:solidFill>
                <a:latin typeface="Arial"/>
                <a:ea typeface="Arial"/>
                <a:cs typeface="Arial"/>
              </a:defRPr>
            </a:pPr>
            <a:r>
              <a:rPr sz="1350" b="0" i="0">
                <a:solidFill>
                  <a:srgbClr val="F5F0E8"/>
                </a:solidFill>
                <a:latin typeface="Arial"/>
                <a:ea typeface="Arial"/>
                <a:cs typeface="Arial"/>
              </a:rPr>
              <a:t>Consulta el estado.</a:t>
            </a:r>
          </a:p>
        </p:txBody>
      </p:sp>
      <p:sp>
        <p:nvSpPr>
          <p:cNvPr id="11" name="text-7-9">
            <a:extLst xmlns:a="http://schemas.openxmlformats.org/drawingml/2006/main">
              <a:ext uri="{FF2B5EF4-FFF2-40B4-BE49-F238E27FC236}">
                <a16:creationId xmlns:a16="http://schemas.microsoft.com/office/drawing/2014/main" id="{E779A45A-7FB4-4108-B907-AA1F44FB8BC9}"/>
              </a:ext>
            </a:extLst>
          </p:cNvPr>
          <p:cNvSpPr>
            <a:spLocks xmlns:a="http://schemas.openxmlformats.org/drawingml/2006/main" noGrp="1"/>
          </p:cNvSpPr>
          <p:nvPr/>
        </p:nvSpPr>
        <p:spPr>
          <a:xfrm xmlns:a="http://schemas.openxmlformats.org/drawingml/2006/main">
            <a:off x="532209" y="4923697"/>
            <a:ext cx="2065588"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02 / SOLUCIÓN PROPUESTA / OMNI by 5.5</a:t>
            </a:r>
          </a:p>
        </p:txBody>
      </p:sp>
      <p:sp>
        <p:nvSpPr>
          <p:cNvPr id="12" name="text-7-10">
            <a:extLst xmlns:a="http://schemas.openxmlformats.org/drawingml/2006/main">
              <a:ext uri="{FF2B5EF4-FFF2-40B4-BE49-F238E27FC236}">
                <a16:creationId xmlns:a16="http://schemas.microsoft.com/office/drawing/2014/main" id="{E66B0B89-1915-4BAB-8813-EC05C6306114}"/>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07 / 5.5</a:t>
            </a:r>
          </a:p>
        </p:txBody>
      </p:sp>
    </p:spTree>
    <p:extLst>
      <p:ext uri="{BB962C8B-B14F-4D97-AF65-F5344CB8AC3E}">
        <p14:creationId xmlns:p14="http://schemas.microsoft.com/office/powerpoint/2010/main" val="10884968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D315EA4-63F4-47AE-A341-0FDD4B5EFC6C}"/>
              </a:ext>
            </a:extLst>
          </p:cNvPr>
          <p:cNvPicPr>
            <a:picLocks xmlns:a="http://schemas.openxmlformats.org/drawingml/2006/main" noChangeAspect="1"/>
          </p:cNvPicPr>
          <p:nvPr/>
        </p:nvPicPr>
        <p:blipFill>
          <a:blip xmlns:r="http://schemas.openxmlformats.org/officeDocument/2006/relationships" xmlns:a="http://schemas.openxmlformats.org/drawingml/2006/main" r:embed="R66b4202fde0543c4"/>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8-0">
            <a:extLst xmlns:a="http://schemas.openxmlformats.org/drawingml/2006/main">
              <a:ext uri="{FF2B5EF4-FFF2-40B4-BE49-F238E27FC236}">
                <a16:creationId xmlns:a16="http://schemas.microsoft.com/office/drawing/2014/main" id="{BD5DA1DC-FC37-49DA-A614-BFC522DF9471}"/>
              </a:ext>
            </a:extLst>
          </p:cNvPr>
          <p:cNvSpPr>
            <a:spLocks xmlns:a="http://schemas.openxmlformats.org/drawingml/2006/main" noGrp="1"/>
          </p:cNvSpPr>
          <p:nvPr/>
        </p:nvSpPr>
        <p:spPr>
          <a:xfrm xmlns:a="http://schemas.openxmlformats.org/drawingml/2006/main">
            <a:off x="532209" y="382979"/>
            <a:ext cx="2010159"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0B0B0B"/>
                </a:solidFill>
                <a:latin typeface="Arial"/>
                <a:ea typeface="Arial"/>
                <a:cs typeface="Arial"/>
              </a:defRPr>
            </a:defPPr>
          </a:lstStyle>
          <a:p xmlns:a="http://schemas.openxmlformats.org/drawingml/2006/main">
            <a:pPr>
              <a:defRPr sz="956" b="1" i="0">
                <a:solidFill>
                  <a:srgbClr val="0B0B0B"/>
                </a:solidFill>
                <a:latin typeface="Arial"/>
                <a:ea typeface="Arial"/>
                <a:cs typeface="Arial"/>
              </a:defRPr>
            </a:pPr>
            <a:r>
              <a:rPr sz="956" b="1" i="0">
                <a:solidFill>
                  <a:srgbClr val="0B0B0B"/>
                </a:solidFill>
                <a:latin typeface="Arial"/>
                <a:ea typeface="Arial"/>
                <a:cs typeface="Arial"/>
              </a:rPr>
              <a:t>02 / SOLUCIÓN PROPUESTA</a:t>
            </a:r>
          </a:p>
        </p:txBody>
      </p:sp>
      <p:sp>
        <p:nvSpPr>
          <p:cNvPr id="3" name="text-8-1">
            <a:extLst xmlns:a="http://schemas.openxmlformats.org/drawingml/2006/main">
              <a:ext uri="{FF2B5EF4-FFF2-40B4-BE49-F238E27FC236}">
                <a16:creationId xmlns:a16="http://schemas.microsoft.com/office/drawing/2014/main" id="{AFEF77F2-0DC1-434A-9414-D284DEB54C90}"/>
              </a:ext>
            </a:extLst>
          </p:cNvPr>
          <p:cNvSpPr>
            <a:spLocks xmlns:a="http://schemas.openxmlformats.org/drawingml/2006/main" noGrp="1"/>
          </p:cNvSpPr>
          <p:nvPr/>
        </p:nvSpPr>
        <p:spPr>
          <a:xfrm xmlns:a="http://schemas.openxmlformats.org/drawingml/2006/main">
            <a:off x="532209" y="681530"/>
            <a:ext cx="3444096" cy="607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25" b="0" i="0">
                <a:solidFill>
                  <a:srgbClr val="0B0B0B"/>
                </a:solidFill>
                <a:latin typeface="Impact"/>
                <a:ea typeface="Impact"/>
                <a:cs typeface="Impact"/>
              </a:defRPr>
            </a:defPPr>
          </a:lstStyle>
          <a:p xmlns:a="http://schemas.openxmlformats.org/drawingml/2006/main">
            <a:pPr>
              <a:defRPr sz="3825" b="0" i="0">
                <a:solidFill>
                  <a:srgbClr val="0B0B0B"/>
                </a:solidFill>
                <a:latin typeface="Impact"/>
                <a:ea typeface="Impact"/>
                <a:cs typeface="Impact"/>
              </a:defRPr>
            </a:pPr>
            <a:r>
              <a:rPr sz="3825" b="0" i="0">
                <a:solidFill>
                  <a:srgbClr val="0B0B0B"/>
                </a:solidFill>
                <a:latin typeface="Impact"/>
                <a:ea typeface="Impact"/>
                <a:cs typeface="Impact"/>
              </a:rPr>
              <a:t>MENOS DIGITACIÓN</a:t>
            </a:r>
          </a:p>
        </p:txBody>
      </p:sp>
      <p:sp>
        <p:nvSpPr>
          <p:cNvPr id="4" name="text-8-2">
            <a:extLst xmlns:a="http://schemas.openxmlformats.org/drawingml/2006/main">
              <a:ext uri="{FF2B5EF4-FFF2-40B4-BE49-F238E27FC236}">
                <a16:creationId xmlns:a16="http://schemas.microsoft.com/office/drawing/2014/main" id="{5D69FF12-4E3C-4D5E-A3AC-41D1ECD20D61}"/>
              </a:ext>
            </a:extLst>
          </p:cNvPr>
          <p:cNvSpPr>
            <a:spLocks xmlns:a="http://schemas.openxmlformats.org/drawingml/2006/main" noGrp="1"/>
          </p:cNvSpPr>
          <p:nvPr/>
        </p:nvSpPr>
        <p:spPr>
          <a:xfrm xmlns:a="http://schemas.openxmlformats.org/drawingml/2006/main">
            <a:off x="532209" y="1174449"/>
            <a:ext cx="4289992" cy="607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25" b="0" i="0">
                <a:solidFill>
                  <a:srgbClr val="0B0B0B"/>
                </a:solidFill>
                <a:latin typeface="Impact"/>
                <a:ea typeface="Impact"/>
                <a:cs typeface="Impact"/>
              </a:defRPr>
            </a:defPPr>
          </a:lstStyle>
          <a:p xmlns:a="http://schemas.openxmlformats.org/drawingml/2006/main">
            <a:pPr>
              <a:defRPr sz="3825" b="0" i="0">
                <a:solidFill>
                  <a:srgbClr val="0B0B0B"/>
                </a:solidFill>
                <a:latin typeface="Impact"/>
                <a:ea typeface="Impact"/>
                <a:cs typeface="Impact"/>
              </a:defRPr>
            </a:pPr>
            <a:r>
              <a:rPr sz="3825" b="0" i="0">
                <a:solidFill>
                  <a:srgbClr val="0B0B0B"/>
                </a:solidFill>
                <a:latin typeface="Impact"/>
                <a:ea typeface="Impact"/>
                <a:cs typeface="Impact"/>
              </a:rPr>
              <a:t>MÁS CONTROL DEL CASO</a:t>
            </a:r>
          </a:p>
        </p:txBody>
      </p:sp>
      <p:sp>
        <p:nvSpPr>
          <p:cNvPr id="5" name="text-8-3">
            <a:extLst xmlns:a="http://schemas.openxmlformats.org/drawingml/2006/main">
              <a:ext uri="{FF2B5EF4-FFF2-40B4-BE49-F238E27FC236}">
                <a16:creationId xmlns:a16="http://schemas.microsoft.com/office/drawing/2014/main" id="{54C537E5-F196-495A-87BF-66219831DBED}"/>
              </a:ext>
            </a:extLst>
          </p:cNvPr>
          <p:cNvSpPr>
            <a:spLocks xmlns:a="http://schemas.openxmlformats.org/drawingml/2006/main" noGrp="1"/>
          </p:cNvSpPr>
          <p:nvPr/>
        </p:nvSpPr>
        <p:spPr>
          <a:xfrm xmlns:a="http://schemas.openxmlformats.org/drawingml/2006/main">
            <a:off x="532209" y="4130364"/>
            <a:ext cx="887235"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1" i="0">
                <a:solidFill>
                  <a:srgbClr val="0B0B0B"/>
                </a:solidFill>
                <a:latin typeface="Arial"/>
                <a:ea typeface="Arial"/>
                <a:cs typeface="Arial"/>
              </a:defRPr>
            </a:defPPr>
          </a:lstStyle>
          <a:p xmlns:a="http://schemas.openxmlformats.org/drawingml/2006/main">
            <a:pPr>
              <a:defRPr sz="1294" b="1" i="0">
                <a:solidFill>
                  <a:srgbClr val="0B0B0B"/>
                </a:solidFill>
                <a:latin typeface="Arial"/>
                <a:ea typeface="Arial"/>
                <a:cs typeface="Arial"/>
              </a:defRPr>
            </a:pPr>
            <a:r>
              <a:rPr sz="1294" b="1" i="0">
                <a:solidFill>
                  <a:srgbClr val="0B0B0B"/>
                </a:solidFill>
                <a:latin typeface="Arial"/>
                <a:ea typeface="Arial"/>
                <a:cs typeface="Arial"/>
              </a:rPr>
              <a:t>Registrada</a:t>
            </a:r>
          </a:p>
        </p:txBody>
      </p:sp>
      <p:sp>
        <p:nvSpPr>
          <p:cNvPr id="6" name="text-8-4">
            <a:extLst xmlns:a="http://schemas.openxmlformats.org/drawingml/2006/main">
              <a:ext uri="{FF2B5EF4-FFF2-40B4-BE49-F238E27FC236}">
                <a16:creationId xmlns:a16="http://schemas.microsoft.com/office/drawing/2014/main" id="{03429909-6CCF-4D7B-BA4A-F54562B465D1}"/>
              </a:ext>
            </a:extLst>
          </p:cNvPr>
          <p:cNvSpPr>
            <a:spLocks xmlns:a="http://schemas.openxmlformats.org/drawingml/2006/main" noGrp="1"/>
          </p:cNvSpPr>
          <p:nvPr/>
        </p:nvSpPr>
        <p:spPr>
          <a:xfrm xmlns:a="http://schemas.openxmlformats.org/drawingml/2006/main">
            <a:off x="2868104" y="4130364"/>
            <a:ext cx="923875"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1" i="0">
                <a:solidFill>
                  <a:srgbClr val="0B0B0B"/>
                </a:solidFill>
                <a:latin typeface="Arial"/>
                <a:ea typeface="Arial"/>
                <a:cs typeface="Arial"/>
              </a:defRPr>
            </a:defPPr>
          </a:lstStyle>
          <a:p xmlns:a="http://schemas.openxmlformats.org/drawingml/2006/main">
            <a:pPr>
              <a:defRPr sz="1294" b="1" i="0">
                <a:solidFill>
                  <a:srgbClr val="0B0B0B"/>
                </a:solidFill>
                <a:latin typeface="Arial"/>
                <a:ea typeface="Arial"/>
                <a:cs typeface="Arial"/>
              </a:defRPr>
            </a:pPr>
            <a:r>
              <a:rPr sz="1294" b="1" i="0">
                <a:solidFill>
                  <a:srgbClr val="0B0B0B"/>
                </a:solidFill>
                <a:latin typeface="Arial"/>
                <a:ea typeface="Arial"/>
                <a:cs typeface="Arial"/>
              </a:rPr>
              <a:t>En revisión</a:t>
            </a:r>
          </a:p>
        </p:txBody>
      </p:sp>
      <p:sp>
        <p:nvSpPr>
          <p:cNvPr id="7" name="text-8-5">
            <a:extLst xmlns:a="http://schemas.openxmlformats.org/drawingml/2006/main">
              <a:ext uri="{FF2B5EF4-FFF2-40B4-BE49-F238E27FC236}">
                <a16:creationId xmlns:a16="http://schemas.microsoft.com/office/drawing/2014/main" id="{625039AF-A81C-4542-A474-E463E6E1F433}"/>
              </a:ext>
            </a:extLst>
          </p:cNvPr>
          <p:cNvSpPr>
            <a:spLocks xmlns:a="http://schemas.openxmlformats.org/drawingml/2006/main" noGrp="1"/>
          </p:cNvSpPr>
          <p:nvPr/>
        </p:nvSpPr>
        <p:spPr>
          <a:xfrm xmlns:a="http://schemas.openxmlformats.org/drawingml/2006/main">
            <a:off x="5240387" y="4130364"/>
            <a:ext cx="804917"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1" i="0">
                <a:solidFill>
                  <a:srgbClr val="0B0B0B"/>
                </a:solidFill>
                <a:latin typeface="Arial"/>
                <a:ea typeface="Arial"/>
                <a:cs typeface="Arial"/>
              </a:defRPr>
            </a:defPPr>
          </a:lstStyle>
          <a:p xmlns:a="http://schemas.openxmlformats.org/drawingml/2006/main">
            <a:pPr>
              <a:defRPr sz="1294" b="1" i="0">
                <a:solidFill>
                  <a:srgbClr val="0B0B0B"/>
                </a:solidFill>
                <a:latin typeface="Arial"/>
                <a:ea typeface="Arial"/>
                <a:cs typeface="Arial"/>
              </a:defRPr>
            </a:pPr>
            <a:r>
              <a:rPr sz="1294" b="1" i="0">
                <a:solidFill>
                  <a:srgbClr val="0B0B0B"/>
                </a:solidFill>
                <a:latin typeface="Arial"/>
                <a:ea typeface="Arial"/>
                <a:cs typeface="Arial"/>
              </a:rPr>
              <a:t>Aprobada</a:t>
            </a:r>
          </a:p>
        </p:txBody>
      </p:sp>
      <p:sp>
        <p:nvSpPr>
          <p:cNvPr id="8" name="text-8-6">
            <a:extLst xmlns:a="http://schemas.openxmlformats.org/drawingml/2006/main">
              <a:ext uri="{FF2B5EF4-FFF2-40B4-BE49-F238E27FC236}">
                <a16:creationId xmlns:a16="http://schemas.microsoft.com/office/drawing/2014/main" id="{C7B723DE-DF5B-432E-9AAE-427201D3FCC5}"/>
              </a:ext>
            </a:extLst>
          </p:cNvPr>
          <p:cNvSpPr>
            <a:spLocks xmlns:a="http://schemas.openxmlformats.org/drawingml/2006/main" noGrp="1"/>
          </p:cNvSpPr>
          <p:nvPr/>
        </p:nvSpPr>
        <p:spPr>
          <a:xfrm xmlns:a="http://schemas.openxmlformats.org/drawingml/2006/main">
            <a:off x="7493905" y="4130364"/>
            <a:ext cx="1334640"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1" i="0">
                <a:solidFill>
                  <a:srgbClr val="0B0B0B"/>
                </a:solidFill>
                <a:latin typeface="Arial"/>
                <a:ea typeface="Arial"/>
                <a:cs typeface="Arial"/>
              </a:defRPr>
            </a:defPPr>
          </a:lstStyle>
          <a:p xmlns:a="http://schemas.openxmlformats.org/drawingml/2006/main">
            <a:pPr>
              <a:defRPr sz="1294" b="1" i="0">
                <a:solidFill>
                  <a:srgbClr val="0B0B0B"/>
                </a:solidFill>
                <a:latin typeface="Arial"/>
                <a:ea typeface="Arial"/>
                <a:cs typeface="Arial"/>
              </a:defRPr>
            </a:pPr>
            <a:r>
              <a:rPr sz="1294" b="1" i="0">
                <a:solidFill>
                  <a:srgbClr val="0B0B0B"/>
                </a:solidFill>
                <a:latin typeface="Arial"/>
                <a:ea typeface="Arial"/>
                <a:cs typeface="Arial"/>
              </a:rPr>
              <a:t>Envío registrado</a:t>
            </a:r>
          </a:p>
        </p:txBody>
      </p:sp>
      <p:sp>
        <p:nvSpPr>
          <p:cNvPr id="9" name="text-8-7">
            <a:extLst xmlns:a="http://schemas.openxmlformats.org/drawingml/2006/main">
              <a:ext uri="{FF2B5EF4-FFF2-40B4-BE49-F238E27FC236}">
                <a16:creationId xmlns:a16="http://schemas.microsoft.com/office/drawing/2014/main" id="{1BD784F1-A65A-4C27-ABF3-0F3ACCED155E}"/>
              </a:ext>
            </a:extLst>
          </p:cNvPr>
          <p:cNvSpPr>
            <a:spLocks xmlns:a="http://schemas.openxmlformats.org/drawingml/2006/main" noGrp="1"/>
          </p:cNvSpPr>
          <p:nvPr/>
        </p:nvSpPr>
        <p:spPr>
          <a:xfrm xmlns:a="http://schemas.openxmlformats.org/drawingml/2006/main">
            <a:off x="532209" y="4603582"/>
            <a:ext cx="5196176" cy="133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44" b="0" i="0">
                <a:solidFill>
                  <a:srgbClr val="0B0B0B"/>
                </a:solidFill>
                <a:latin typeface="Arial"/>
                <a:ea typeface="Arial"/>
                <a:cs typeface="Arial"/>
              </a:defRPr>
            </a:defPPr>
          </a:lstStyle>
          <a:p xmlns:a="http://schemas.openxmlformats.org/drawingml/2006/main">
            <a:pPr>
              <a:defRPr sz="844" b="0" i="0">
                <a:solidFill>
                  <a:srgbClr val="0B0B0B"/>
                </a:solidFill>
                <a:latin typeface="Arial"/>
                <a:ea typeface="Arial"/>
                <a:cs typeface="Arial"/>
              </a:defRPr>
            </a:pPr>
            <a:r>
              <a:rPr sz="844" b="0" i="0">
                <a:solidFill>
                  <a:srgbClr val="0B0B0B"/>
                </a:solidFill>
                <a:latin typeface="Arial"/>
                <a:ea typeface="Arial"/>
                <a:cs typeface="Arial"/>
              </a:rPr>
              <a:t>Captura del módulo interno aportada por el equipo. Los estados no acreditan ejecución bancaria automática.</a:t>
            </a:r>
          </a:p>
        </p:txBody>
      </p:sp>
      <p:sp>
        <p:nvSpPr>
          <p:cNvPr id="10" name="text-8-8">
            <a:extLst xmlns:a="http://schemas.openxmlformats.org/drawingml/2006/main">
              <a:ext uri="{FF2B5EF4-FFF2-40B4-BE49-F238E27FC236}">
                <a16:creationId xmlns:a16="http://schemas.microsoft.com/office/drawing/2014/main" id="{8D681183-4C23-421E-ABC6-15A7943D092E}"/>
              </a:ext>
            </a:extLst>
          </p:cNvPr>
          <p:cNvSpPr>
            <a:spLocks xmlns:a="http://schemas.openxmlformats.org/drawingml/2006/main" noGrp="1"/>
          </p:cNvSpPr>
          <p:nvPr/>
        </p:nvSpPr>
        <p:spPr>
          <a:xfrm xmlns:a="http://schemas.openxmlformats.org/drawingml/2006/main">
            <a:off x="532209" y="4923697"/>
            <a:ext cx="2065588"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02 / SOLUCIÓN PROPUESTA / OMNI by 5.5</a:t>
            </a:r>
          </a:p>
        </p:txBody>
      </p:sp>
      <p:sp>
        <p:nvSpPr>
          <p:cNvPr id="11" name="text-8-9">
            <a:extLst xmlns:a="http://schemas.openxmlformats.org/drawingml/2006/main">
              <a:ext uri="{FF2B5EF4-FFF2-40B4-BE49-F238E27FC236}">
                <a16:creationId xmlns:a16="http://schemas.microsoft.com/office/drawing/2014/main" id="{0EB67F4C-0539-4137-AF15-D0C9D2D597A4}"/>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08 / 5.5</a:t>
            </a:r>
          </a:p>
        </p:txBody>
      </p:sp>
    </p:spTree>
    <p:extLst>
      <p:ext uri="{BB962C8B-B14F-4D97-AF65-F5344CB8AC3E}">
        <p14:creationId xmlns:p14="http://schemas.microsoft.com/office/powerpoint/2010/main" val="109715826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49464E5-6F3A-483C-BD86-EB89C09542A3}"/>
              </a:ext>
            </a:extLst>
          </p:cNvPr>
          <p:cNvPicPr>
            <a:picLocks xmlns:a="http://schemas.openxmlformats.org/drawingml/2006/main" noChangeAspect="1"/>
          </p:cNvPicPr>
          <p:nvPr/>
        </p:nvPicPr>
        <p:blipFill>
          <a:blip xmlns:r="http://schemas.openxmlformats.org/officeDocument/2006/relationships" xmlns:a="http://schemas.openxmlformats.org/drawingml/2006/main" r:embed="Re817dca7683b47f7"/>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9-0">
            <a:extLst xmlns:a="http://schemas.openxmlformats.org/drawingml/2006/main">
              <a:ext uri="{FF2B5EF4-FFF2-40B4-BE49-F238E27FC236}">
                <a16:creationId xmlns:a16="http://schemas.microsoft.com/office/drawing/2014/main" id="{714F8D66-B8ED-4137-BB20-60A015564EFD}"/>
              </a:ext>
            </a:extLst>
          </p:cNvPr>
          <p:cNvSpPr>
            <a:spLocks xmlns:a="http://schemas.openxmlformats.org/drawingml/2006/main" noGrp="1"/>
          </p:cNvSpPr>
          <p:nvPr/>
        </p:nvSpPr>
        <p:spPr>
          <a:xfrm xmlns:a="http://schemas.openxmlformats.org/drawingml/2006/main">
            <a:off x="532209" y="382979"/>
            <a:ext cx="2393681"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0B0B0B"/>
                </a:solidFill>
                <a:latin typeface="Arial"/>
                <a:ea typeface="Arial"/>
                <a:cs typeface="Arial"/>
              </a:defRPr>
            </a:defPPr>
          </a:lstStyle>
          <a:p xmlns:a="http://schemas.openxmlformats.org/drawingml/2006/main">
            <a:pPr>
              <a:defRPr sz="956" b="1" i="0">
                <a:solidFill>
                  <a:srgbClr val="0B0B0B"/>
                </a:solidFill>
                <a:latin typeface="Arial"/>
                <a:ea typeface="Arial"/>
                <a:cs typeface="Arial"/>
              </a:defRPr>
            </a:pPr>
            <a:r>
              <a:rPr sz="956" b="1" i="0">
                <a:solidFill>
                  <a:srgbClr val="0B0B0B"/>
                </a:solidFill>
                <a:latin typeface="Arial"/>
                <a:ea typeface="Arial"/>
                <a:cs typeface="Arial"/>
              </a:rPr>
              <a:t>03 / IMPACTO · MÉTRICAS Y KPIs</a:t>
            </a:r>
          </a:p>
        </p:txBody>
      </p:sp>
      <p:sp>
        <p:nvSpPr>
          <p:cNvPr id="3" name="text-9-1">
            <a:extLst xmlns:a="http://schemas.openxmlformats.org/drawingml/2006/main">
              <a:ext uri="{FF2B5EF4-FFF2-40B4-BE49-F238E27FC236}">
                <a16:creationId xmlns:a16="http://schemas.microsoft.com/office/drawing/2014/main" id="{B27D3A02-CAF2-40A4-95C8-B4486D236264}"/>
              </a:ext>
            </a:extLst>
          </p:cNvPr>
          <p:cNvSpPr>
            <a:spLocks xmlns:a="http://schemas.openxmlformats.org/drawingml/2006/main" noGrp="1"/>
          </p:cNvSpPr>
          <p:nvPr/>
        </p:nvSpPr>
        <p:spPr>
          <a:xfrm xmlns:a="http://schemas.openxmlformats.org/drawingml/2006/main">
            <a:off x="532209" y="674261"/>
            <a:ext cx="2217024" cy="625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38" b="0" i="0">
                <a:solidFill>
                  <a:srgbClr val="0B0B0B"/>
                </a:solidFill>
                <a:latin typeface="Impact"/>
                <a:ea typeface="Impact"/>
                <a:cs typeface="Impact"/>
              </a:defRPr>
            </a:defPPr>
          </a:lstStyle>
          <a:p xmlns:a="http://schemas.openxmlformats.org/drawingml/2006/main">
            <a:pPr>
              <a:defRPr sz="3938" b="0" i="0">
                <a:solidFill>
                  <a:srgbClr val="0B0B0B"/>
                </a:solidFill>
                <a:latin typeface="Impact"/>
                <a:ea typeface="Impact"/>
                <a:cs typeface="Impact"/>
              </a:defRPr>
            </a:pPr>
            <a:r>
              <a:rPr sz="3938" b="0" i="0">
                <a:solidFill>
                  <a:srgbClr val="0B0B0B"/>
                </a:solidFill>
                <a:latin typeface="Impact"/>
                <a:ea typeface="Impact"/>
                <a:cs typeface="Impact"/>
              </a:rPr>
              <a:t>CADA ETAPA</a:t>
            </a:r>
          </a:p>
        </p:txBody>
      </p:sp>
      <p:sp>
        <p:nvSpPr>
          <p:cNvPr id="4" name="text-9-2">
            <a:extLst xmlns:a="http://schemas.openxmlformats.org/drawingml/2006/main">
              <a:ext uri="{FF2B5EF4-FFF2-40B4-BE49-F238E27FC236}">
                <a16:creationId xmlns:a16="http://schemas.microsoft.com/office/drawing/2014/main" id="{E6B9FFBF-222C-42F9-A432-E33DA85605E0}"/>
              </a:ext>
            </a:extLst>
          </p:cNvPr>
          <p:cNvSpPr>
            <a:spLocks xmlns:a="http://schemas.openxmlformats.org/drawingml/2006/main" noGrp="1"/>
          </p:cNvSpPr>
          <p:nvPr/>
        </p:nvSpPr>
        <p:spPr>
          <a:xfrm xmlns:a="http://schemas.openxmlformats.org/drawingml/2006/main">
            <a:off x="532209" y="1181467"/>
            <a:ext cx="5233296" cy="625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38" b="0" i="0">
                <a:solidFill>
                  <a:srgbClr val="0B0B0B"/>
                </a:solidFill>
                <a:latin typeface="Impact"/>
                <a:ea typeface="Impact"/>
                <a:cs typeface="Impact"/>
              </a:defRPr>
            </a:defPPr>
          </a:lstStyle>
          <a:p xmlns:a="http://schemas.openxmlformats.org/drawingml/2006/main">
            <a:pPr>
              <a:defRPr sz="3938" b="0" i="0">
                <a:solidFill>
                  <a:srgbClr val="0B0B0B"/>
                </a:solidFill>
                <a:latin typeface="Impact"/>
                <a:ea typeface="Impact"/>
                <a:cs typeface="Impact"/>
              </a:defRPr>
            </a:pPr>
            <a:r>
              <a:rPr sz="3938" b="0" i="0">
                <a:solidFill>
                  <a:srgbClr val="0B0B0B"/>
                </a:solidFill>
                <a:latin typeface="Impact"/>
                <a:ea typeface="Impact"/>
                <a:cs typeface="Impact"/>
              </a:rPr>
              <a:t>TIENE QUE DEJAR UN NÚMERO</a:t>
            </a:r>
          </a:p>
        </p:txBody>
      </p:sp>
      <p:sp>
        <p:nvSpPr>
          <p:cNvPr id="5" name="text-9-3">
            <a:extLst xmlns:a="http://schemas.openxmlformats.org/drawingml/2006/main">
              <a:ext uri="{FF2B5EF4-FFF2-40B4-BE49-F238E27FC236}">
                <a16:creationId xmlns:a16="http://schemas.microsoft.com/office/drawing/2014/main" id="{5C7F75C3-6913-4F10-901E-12DD23476A69}"/>
              </a:ext>
            </a:extLst>
          </p:cNvPr>
          <p:cNvSpPr>
            <a:spLocks xmlns:a="http://schemas.openxmlformats.org/drawingml/2006/main" noGrp="1"/>
          </p:cNvSpPr>
          <p:nvPr/>
        </p:nvSpPr>
        <p:spPr>
          <a:xfrm xmlns:a="http://schemas.openxmlformats.org/drawingml/2006/main">
            <a:off x="532209" y="4603582"/>
            <a:ext cx="6405442" cy="133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44" b="0" i="0">
                <a:solidFill>
                  <a:srgbClr val="0B0B0B"/>
                </a:solidFill>
                <a:latin typeface="Arial"/>
                <a:ea typeface="Arial"/>
                <a:cs typeface="Arial"/>
              </a:defRPr>
            </a:defPPr>
          </a:lstStyle>
          <a:p xmlns:a="http://schemas.openxmlformats.org/drawingml/2006/main">
            <a:pPr>
              <a:defRPr sz="844" b="0" i="0">
                <a:solidFill>
                  <a:srgbClr val="0B0B0B"/>
                </a:solidFill>
                <a:latin typeface="Arial"/>
                <a:ea typeface="Arial"/>
                <a:cs typeface="Arial"/>
              </a:defRPr>
            </a:pPr>
            <a:r>
              <a:rPr sz="844" b="0" i="0">
                <a:solidFill>
                  <a:srgbClr val="0B0B0B"/>
                </a:solidFill>
                <a:latin typeface="Arial"/>
                <a:ea typeface="Arial"/>
                <a:cs typeface="Arial"/>
              </a:rPr>
              <a:t>Base de conversión informada por Brasper. Ahorro de tiempo y reducción de errores: resultados a medir, no porcentajes ya obtenidos.</a:t>
            </a:r>
          </a:p>
        </p:txBody>
      </p:sp>
      <p:sp>
        <p:nvSpPr>
          <p:cNvPr id="6" name="text-9-4">
            <a:extLst xmlns:a="http://schemas.openxmlformats.org/drawingml/2006/main">
              <a:ext uri="{FF2B5EF4-FFF2-40B4-BE49-F238E27FC236}">
                <a16:creationId xmlns:a16="http://schemas.microsoft.com/office/drawing/2014/main" id="{C2FC8132-B0DF-4492-8726-CECF1DEB9537}"/>
              </a:ext>
            </a:extLst>
          </p:cNvPr>
          <p:cNvSpPr>
            <a:spLocks xmlns:a="http://schemas.openxmlformats.org/drawingml/2006/main" noGrp="1"/>
          </p:cNvSpPr>
          <p:nvPr/>
        </p:nvSpPr>
        <p:spPr>
          <a:xfrm xmlns:a="http://schemas.openxmlformats.org/drawingml/2006/main">
            <a:off x="532209" y="4923697"/>
            <a:ext cx="2315837"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03 / IMPACTO · MÉTRICAS Y KPIs / OMNI by 5.5</a:t>
            </a:r>
          </a:p>
        </p:txBody>
      </p:sp>
      <p:sp>
        <p:nvSpPr>
          <p:cNvPr id="7" name="text-9-5">
            <a:extLst xmlns:a="http://schemas.openxmlformats.org/drawingml/2006/main">
              <a:ext uri="{FF2B5EF4-FFF2-40B4-BE49-F238E27FC236}">
                <a16:creationId xmlns:a16="http://schemas.microsoft.com/office/drawing/2014/main" id="{B4681ABF-F27C-4558-B08A-3646E5BB8F97}"/>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09 / 5.5</a:t>
            </a:r>
          </a:p>
        </p:txBody>
      </p:sp>
      <p:graphicFrame>
        <p:nvGraphicFramePr>
          <p:cNvPr id="8" name="">
            <a:extLst xmlns:a="http://schemas.openxmlformats.org/drawingml/2006/main">
              <a:ext uri="{FF2B5EF4-FFF2-40B4-BE49-F238E27FC236}">
                <a16:creationId xmlns:a16="http://schemas.microsoft.com/office/drawing/2014/main" id="{3BEF537E-7C56-4C06-A3FA-8799F32F2BEB}"/>
              </a:ext>
            </a:extLst>
          </p:cNvPr>
          <p:cNvGraphicFramePr/>
          <p:nvPr/>
        </p:nvGraphicFramePr>
        <p:xfrm>
          <a:off xmlns:a="http://schemas.openxmlformats.org/drawingml/2006/main" x="532209" y="1963778"/>
          <a:ext xmlns:a="http://schemas.openxmlformats.org/drawingml/2006/main" cx="8261747" cy="2443883"/>
        </p:xfrm>
        <a:graphic xmlns:a="http://schemas.openxmlformats.org/drawingml/2006/main">
          <a:graphicData uri="http://schemas.openxmlformats.org/drawingml/2006/table">
            <a:tbl>
              <a:tblPr/>
              <a:tblGrid>
                <a:gridCol w="1759744"/>
                <a:gridCol w="2357438"/>
                <a:gridCol w="4144566"/>
              </a:tblGrid>
              <a:tr h="488777">
                <a:tc>
                  <a:txBody>
                    <a:bodyPr/>
                    <a:lstStyle/>
                    <a:p>
                      <a:r>
                        <a:rPr sz="1050" b="1">
                          <a:solidFill>
                            <a:srgbClr val="FFFFFF"/>
                          </a:solidFill>
                          <a:latin typeface="Arial"/>
                          <a:ea typeface="Arial"/>
                          <a:cs typeface="Arial"/>
                        </a:rPr>
                        <a:t>KPI</a:t>
                      </a:r>
                    </a:p>
                  </a:txBody>
                  <a:tcPr marL="95250" marR="95250" marT="66675" marB="66675">
                    <a:lnL w="4763">
                      <a:solidFill>
                        <a:srgbClr val="D0CBC4"/>
                      </a:solidFill>
                      <a:prstDash val="soli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1050" b="1">
                          <a:solidFill>
                            <a:srgbClr val="FFFFFF"/>
                          </a:solidFill>
                          <a:latin typeface="Arial"/>
                          <a:ea typeface="Arial"/>
                          <a:cs typeface="Arial"/>
                        </a:rPr>
                        <a:t>Punto de partida</a:t>
                      </a:r>
                    </a:p>
                  </a:txBody>
                  <a:tcPr marL="95250" marR="95250" marT="66675" marB="66675">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1050" b="1">
                          <a:solidFill>
                            <a:srgbClr val="FFFFFF"/>
                          </a:solidFill>
                          <a:latin typeface="Arial"/>
                          <a:ea typeface="Arial"/>
                          <a:cs typeface="Arial"/>
                        </a:rPr>
                        <a:t>Qué mediremos en el piloto</a:t>
                      </a:r>
                    </a:p>
                  </a:txBody>
                  <a:tcPr marL="95250" marR="95250" marT="66675" marB="66675">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r>
              <a:tr h="488777">
                <a:tc>
                  <a:txBody>
                    <a:bodyPr/>
                    <a:lstStyle/>
                    <a:p>
                      <a:r>
                        <a:rPr sz="1050">
                          <a:solidFill>
                            <a:srgbClr val="0B0B0B"/>
                          </a:solidFill>
                          <a:latin typeface="Arial"/>
                          <a:ea typeface="Arial"/>
                          <a:cs typeface="Arial"/>
                        </a:rPr>
                        <a:t>Conversión</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51,1% de chats</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Transferencias / chats comparables</a:t>
                      </a:r>
                    </a:p>
                  </a:txBody>
                  <a:tcPr marL="95250" marR="95250" marT="66675" marB="66675">
                    <a:lnR w="4763">
                      <a:solidFill>
                        <a:srgbClr val="D0CBC4"/>
                      </a:solidFill>
                      <a:prstDash val="solid"/>
                    </a:lnR>
                    <a:lnB w="4763">
                      <a:solidFill>
                        <a:srgbClr val="D0CBC4"/>
                      </a:solidFill>
                      <a:prstDash val="solid"/>
                    </a:lnB>
                    <a:solidFill>
                      <a:srgbClr val="F5F0E8"/>
                    </a:solidFill>
                  </a:tcPr>
                </a:tc>
              </a:tr>
              <a:tr h="488777">
                <a:tc>
                  <a:txBody>
                    <a:bodyPr/>
                    <a:lstStyle/>
                    <a:p>
                      <a:r>
                        <a:rPr sz="1050">
                          <a:solidFill>
                            <a:srgbClr val="0B0B0B"/>
                          </a:solidFill>
                          <a:latin typeface="Arial"/>
                          <a:ea typeface="Arial"/>
                          <a:cs typeface="Arial"/>
                        </a:rPr>
                        <a:t>Tiempo por operación</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Sin medición de cierre</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Registro, validación y envío</a:t>
                      </a:r>
                    </a:p>
                  </a:txBody>
                  <a:tcPr marL="95250" marR="95250" marT="66675" marB="66675">
                    <a:lnR w="4763">
                      <a:solidFill>
                        <a:srgbClr val="D0CBC4"/>
                      </a:solidFill>
                      <a:prstDash val="solid"/>
                    </a:lnR>
                    <a:lnB w="4763">
                      <a:solidFill>
                        <a:srgbClr val="D0CBC4"/>
                      </a:solidFill>
                      <a:prstDash val="solid"/>
                    </a:lnB>
                    <a:solidFill>
                      <a:srgbClr val="F5F0E8"/>
                    </a:solidFill>
                  </a:tcPr>
                </a:tc>
              </a:tr>
              <a:tr h="488777">
                <a:tc>
                  <a:txBody>
                    <a:bodyPr/>
                    <a:lstStyle/>
                    <a:p>
                      <a:r>
                        <a:rPr sz="1050">
                          <a:solidFill>
                            <a:srgbClr val="0B0B0B"/>
                          </a:solidFill>
                          <a:latin typeface="Arial"/>
                          <a:ea typeface="Arial"/>
                          <a:cs typeface="Arial"/>
                        </a:rPr>
                        <a:t>Errores y retrabajo</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Línea base pendiente</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Correcciones / operaciones</a:t>
                      </a:r>
                    </a:p>
                  </a:txBody>
                  <a:tcPr marL="95250" marR="95250" marT="66675" marB="66675">
                    <a:lnR w="4763">
                      <a:solidFill>
                        <a:srgbClr val="D0CBC4"/>
                      </a:solidFill>
                      <a:prstDash val="solid"/>
                    </a:lnR>
                    <a:lnB w="4763">
                      <a:solidFill>
                        <a:srgbClr val="D0CBC4"/>
                      </a:solidFill>
                      <a:prstDash val="solid"/>
                    </a:lnB>
                    <a:solidFill>
                      <a:srgbClr val="F5F0E8"/>
                    </a:solidFill>
                  </a:tcPr>
                </a:tc>
              </a:tr>
              <a:tr h="488777">
                <a:tc>
                  <a:txBody>
                    <a:bodyPr/>
                    <a:lstStyle/>
                    <a:p>
                      <a:r>
                        <a:rPr sz="1050">
                          <a:solidFill>
                            <a:srgbClr val="0B0B0B"/>
                          </a:solidFill>
                          <a:latin typeface="Arial"/>
                          <a:ea typeface="Arial"/>
                          <a:cs typeface="Arial"/>
                        </a:rPr>
                        <a:t>Productividad</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Plantilla: 6 ventas + 3 contabilidad</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Operaciones / hora de equipo</a:t>
                      </a:r>
                    </a:p>
                  </a:txBody>
                  <a:tcPr marL="95250" marR="95250" marT="66675" marB="66675">
                    <a:lnR w="4763">
                      <a:solidFill>
                        <a:srgbClr val="D0CBC4"/>
                      </a:solidFill>
                      <a:prstDash val="solid"/>
                    </a:lnR>
                    <a:lnB w="4763">
                      <a:solidFill>
                        <a:srgbClr val="D0CBC4"/>
                      </a:solidFill>
                      <a:prstDash val="solid"/>
                    </a:lnB>
                    <a:solidFill>
                      <a:srgbClr val="F5F0E8"/>
                    </a:solidFill>
                  </a:tcPr>
                </a:tc>
              </a:tr>
            </a:tbl>
          </a:graphicData>
        </a:graphic>
      </p:graphicFrame>
    </p:spTree>
    <p:extLst>
      <p:ext uri="{BB962C8B-B14F-4D97-AF65-F5344CB8AC3E}">
        <p14:creationId xmlns:p14="http://schemas.microsoft.com/office/powerpoint/2010/main" val="139897411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9C3C23AE-32F6-4A73-BBFA-923FEA9FFC78}"/>
              </a:ext>
            </a:extLst>
          </p:cNvPr>
          <p:cNvPicPr>
            <a:picLocks xmlns:a="http://schemas.openxmlformats.org/drawingml/2006/main" noChangeAspect="1"/>
          </p:cNvPicPr>
          <p:nvPr/>
        </p:nvPicPr>
        <p:blipFill>
          <a:blip xmlns:r="http://schemas.openxmlformats.org/officeDocument/2006/relationships" xmlns:a="http://schemas.openxmlformats.org/drawingml/2006/main" r:embed="Rcaeb6444144e401f"/>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10-0">
            <a:extLst xmlns:a="http://schemas.openxmlformats.org/drawingml/2006/main">
              <a:ext uri="{FF2B5EF4-FFF2-40B4-BE49-F238E27FC236}">
                <a16:creationId xmlns:a16="http://schemas.microsoft.com/office/drawing/2014/main" id="{FF7E0C7D-7FAD-402F-8856-D584C95E453A}"/>
              </a:ext>
            </a:extLst>
          </p:cNvPr>
          <p:cNvSpPr>
            <a:spLocks xmlns:a="http://schemas.openxmlformats.org/drawingml/2006/main" noGrp="1"/>
          </p:cNvSpPr>
          <p:nvPr/>
        </p:nvSpPr>
        <p:spPr>
          <a:xfrm xmlns:a="http://schemas.openxmlformats.org/drawingml/2006/main">
            <a:off x="532209" y="382979"/>
            <a:ext cx="2927353"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5F0E8"/>
                </a:solidFill>
                <a:latin typeface="Arial"/>
                <a:ea typeface="Arial"/>
                <a:cs typeface="Arial"/>
              </a:defRPr>
            </a:defPPr>
          </a:lstStyle>
          <a:p xmlns:a="http://schemas.openxmlformats.org/drawingml/2006/main">
            <a:pPr>
              <a:defRPr sz="956" b="1" i="0">
                <a:solidFill>
                  <a:srgbClr val="F5F0E8"/>
                </a:solidFill>
                <a:latin typeface="Arial"/>
                <a:ea typeface="Arial"/>
                <a:cs typeface="Arial"/>
              </a:defRPr>
            </a:pPr>
            <a:r>
              <a:rPr sz="956" b="1" i="0">
                <a:solidFill>
                  <a:srgbClr val="F5F0E8"/>
                </a:solidFill>
                <a:latin typeface="Arial"/>
                <a:ea typeface="Arial"/>
                <a:cs typeface="Arial"/>
              </a:rPr>
              <a:t>03 / IMPACTO · GANANCIA PROYECTADA</a:t>
            </a:r>
          </a:p>
        </p:txBody>
      </p:sp>
      <p:sp>
        <p:nvSpPr>
          <p:cNvPr id="3" name="text-10-1">
            <a:extLst xmlns:a="http://schemas.openxmlformats.org/drawingml/2006/main">
              <a:ext uri="{FF2B5EF4-FFF2-40B4-BE49-F238E27FC236}">
                <a16:creationId xmlns:a16="http://schemas.microsoft.com/office/drawing/2014/main" id="{8709F366-4AB0-453D-ADFC-F50EDD862A45}"/>
              </a:ext>
            </a:extLst>
          </p:cNvPr>
          <p:cNvSpPr>
            <a:spLocks xmlns:a="http://schemas.openxmlformats.org/drawingml/2006/main" noGrp="1"/>
          </p:cNvSpPr>
          <p:nvPr/>
        </p:nvSpPr>
        <p:spPr>
          <a:xfrm xmlns:a="http://schemas.openxmlformats.org/drawingml/2006/main">
            <a:off x="532209" y="673884"/>
            <a:ext cx="4158752"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F5F0E8"/>
                </a:solidFill>
                <a:latin typeface="Impact"/>
                <a:ea typeface="Impact"/>
                <a:cs typeface="Impact"/>
              </a:defRPr>
            </a:defPPr>
          </a:lstStyle>
          <a:p xmlns:a="http://schemas.openxmlformats.org/drawingml/2006/main">
            <a:pPr>
              <a:defRPr sz="4275" b="0" i="0">
                <a:solidFill>
                  <a:srgbClr val="F5F0E8"/>
                </a:solidFill>
                <a:latin typeface="Impact"/>
                <a:ea typeface="Impact"/>
                <a:cs typeface="Impact"/>
              </a:defRPr>
            </a:pPr>
            <a:r>
              <a:rPr sz="4275" b="0" i="0">
                <a:solidFill>
                  <a:srgbClr val="F5F0E8"/>
                </a:solidFill>
                <a:latin typeface="Impact"/>
                <a:ea typeface="Impact"/>
                <a:cs typeface="Impact"/>
              </a:rPr>
              <a:t>TU PRÓXIMO CLIENTE</a:t>
            </a:r>
          </a:p>
        </p:txBody>
      </p:sp>
      <p:sp>
        <p:nvSpPr>
          <p:cNvPr id="4" name="text-10-2">
            <a:extLst xmlns:a="http://schemas.openxmlformats.org/drawingml/2006/main">
              <a:ext uri="{FF2B5EF4-FFF2-40B4-BE49-F238E27FC236}">
                <a16:creationId xmlns:a16="http://schemas.microsoft.com/office/drawing/2014/main" id="{1BF00C1C-5C2D-4FD5-BDC8-1B9AE263F7EC}"/>
              </a:ext>
            </a:extLst>
          </p:cNvPr>
          <p:cNvSpPr>
            <a:spLocks xmlns:a="http://schemas.openxmlformats.org/drawingml/2006/main" noGrp="1"/>
          </p:cNvSpPr>
          <p:nvPr/>
        </p:nvSpPr>
        <p:spPr>
          <a:xfrm xmlns:a="http://schemas.openxmlformats.org/drawingml/2006/main">
            <a:off x="532209" y="1231097"/>
            <a:ext cx="4325610"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F5F0E8"/>
                </a:solidFill>
                <a:latin typeface="Impact"/>
                <a:ea typeface="Impact"/>
                <a:cs typeface="Impact"/>
              </a:defRPr>
            </a:defPPr>
          </a:lstStyle>
          <a:p xmlns:a="http://schemas.openxmlformats.org/drawingml/2006/main">
            <a:pPr>
              <a:defRPr sz="4275" b="0" i="0">
                <a:solidFill>
                  <a:srgbClr val="F5F0E8"/>
                </a:solidFill>
                <a:latin typeface="Impact"/>
                <a:ea typeface="Impact"/>
                <a:cs typeface="Impact"/>
              </a:defRPr>
            </a:pPr>
            <a:r>
              <a:rPr sz="4275" b="0" i="0">
                <a:solidFill>
                  <a:srgbClr val="F5F0E8"/>
                </a:solidFill>
                <a:latin typeface="Impact"/>
                <a:ea typeface="Impact"/>
                <a:cs typeface="Impact"/>
              </a:rPr>
              <a:t>NO ESPERA A MAÑANA</a:t>
            </a:r>
          </a:p>
        </p:txBody>
      </p:sp>
      <p:sp>
        <p:nvSpPr>
          <p:cNvPr id="5" name="text-10-3">
            <a:extLst xmlns:a="http://schemas.openxmlformats.org/drawingml/2006/main">
              <a:ext uri="{FF2B5EF4-FFF2-40B4-BE49-F238E27FC236}">
                <a16:creationId xmlns:a16="http://schemas.microsoft.com/office/drawing/2014/main" id="{BFF456AF-778F-4B7B-A94D-50A0DFA12D3C}"/>
              </a:ext>
            </a:extLst>
          </p:cNvPr>
          <p:cNvSpPr>
            <a:spLocks xmlns:a="http://schemas.openxmlformats.org/drawingml/2006/main" noGrp="1"/>
          </p:cNvSpPr>
          <p:nvPr/>
        </p:nvSpPr>
        <p:spPr>
          <a:xfrm xmlns:a="http://schemas.openxmlformats.org/drawingml/2006/main">
            <a:off x="532209" y="1911309"/>
            <a:ext cx="2016042" cy="1473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281" b="0" i="0">
                <a:solidFill>
                  <a:srgbClr val="F5F0E8"/>
                </a:solidFill>
                <a:latin typeface="Impact"/>
                <a:ea typeface="Impact"/>
                <a:cs typeface="Impact"/>
              </a:defRPr>
            </a:defPPr>
          </a:lstStyle>
          <a:p xmlns:a="http://schemas.openxmlformats.org/drawingml/2006/main">
            <a:pPr>
              <a:defRPr sz="9281" b="0" i="0">
                <a:solidFill>
                  <a:srgbClr val="F5F0E8"/>
                </a:solidFill>
                <a:latin typeface="Impact"/>
                <a:ea typeface="Impact"/>
                <a:cs typeface="Impact"/>
              </a:defRPr>
            </a:pPr>
            <a:r>
              <a:rPr sz="9281" b="0" i="0">
                <a:solidFill>
                  <a:srgbClr val="F5F0E8"/>
                </a:solidFill>
                <a:latin typeface="Impact"/>
                <a:ea typeface="Impact"/>
                <a:cs typeface="Impact"/>
              </a:rPr>
              <a:t>24/7</a:t>
            </a:r>
          </a:p>
        </p:txBody>
      </p:sp>
      <p:sp>
        <p:nvSpPr>
          <p:cNvPr id="6" name="text-10-4">
            <a:extLst xmlns:a="http://schemas.openxmlformats.org/drawingml/2006/main">
              <a:ext uri="{FF2B5EF4-FFF2-40B4-BE49-F238E27FC236}">
                <a16:creationId xmlns:a16="http://schemas.microsoft.com/office/drawing/2014/main" id="{6BA21644-2742-44DC-BD1F-4702D4858915}"/>
              </a:ext>
            </a:extLst>
          </p:cNvPr>
          <p:cNvSpPr>
            <a:spLocks xmlns:a="http://schemas.openxmlformats.org/drawingml/2006/main" noGrp="1"/>
          </p:cNvSpPr>
          <p:nvPr/>
        </p:nvSpPr>
        <p:spPr>
          <a:xfrm xmlns:a="http://schemas.openxmlformats.org/drawingml/2006/main">
            <a:off x="2866876" y="2226366"/>
            <a:ext cx="2950663"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i="0">
                <a:solidFill>
                  <a:srgbClr val="F5F0E8"/>
                </a:solidFill>
                <a:latin typeface="Arial"/>
                <a:ea typeface="Arial"/>
                <a:cs typeface="Arial"/>
              </a:defRPr>
            </a:defPPr>
          </a:lstStyle>
          <a:p xmlns:a="http://schemas.openxmlformats.org/drawingml/2006/main">
            <a:pPr>
              <a:defRPr sz="1575" b="0" i="0">
                <a:solidFill>
                  <a:srgbClr val="F5F0E8"/>
                </a:solidFill>
                <a:latin typeface="Arial"/>
                <a:ea typeface="Arial"/>
                <a:cs typeface="Arial"/>
              </a:defRPr>
            </a:pPr>
            <a:r>
              <a:rPr sz="1575" b="0" i="0">
                <a:solidFill>
                  <a:srgbClr val="F5F0E8"/>
                </a:solidFill>
                <a:latin typeface="Arial"/>
                <a:ea typeface="Arial"/>
                <a:cs typeface="Arial"/>
              </a:rPr>
              <a:t>para recibir intención de compra.</a:t>
            </a:r>
          </a:p>
        </p:txBody>
      </p:sp>
      <p:sp>
        <p:nvSpPr>
          <p:cNvPr id="7" name="text-10-5">
            <a:extLst xmlns:a="http://schemas.openxmlformats.org/drawingml/2006/main">
              <a:ext uri="{FF2B5EF4-FFF2-40B4-BE49-F238E27FC236}">
                <a16:creationId xmlns:a16="http://schemas.microsoft.com/office/drawing/2014/main" id="{3B09DFBE-2B99-4771-A0DC-BB2C86A6D1F9}"/>
              </a:ext>
            </a:extLst>
          </p:cNvPr>
          <p:cNvSpPr>
            <a:spLocks xmlns:a="http://schemas.openxmlformats.org/drawingml/2006/main" noGrp="1"/>
          </p:cNvSpPr>
          <p:nvPr/>
        </p:nvSpPr>
        <p:spPr>
          <a:xfrm xmlns:a="http://schemas.openxmlformats.org/drawingml/2006/main">
            <a:off x="2866876" y="2519260"/>
            <a:ext cx="3451326"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i="0">
                <a:solidFill>
                  <a:srgbClr val="F5F0E8"/>
                </a:solidFill>
                <a:latin typeface="Arial"/>
                <a:ea typeface="Arial"/>
                <a:cs typeface="Arial"/>
              </a:defRPr>
            </a:defPPr>
          </a:lstStyle>
          <a:p xmlns:a="http://schemas.openxmlformats.org/drawingml/2006/main">
            <a:pPr>
              <a:defRPr sz="1575" b="0" i="0">
                <a:solidFill>
                  <a:srgbClr val="F5F0E8"/>
                </a:solidFill>
                <a:latin typeface="Arial"/>
                <a:ea typeface="Arial"/>
                <a:cs typeface="Arial"/>
              </a:defRPr>
            </a:pPr>
            <a:r>
              <a:rPr sz="1575" b="0" i="0">
                <a:solidFill>
                  <a:srgbClr val="F5F0E8"/>
                </a:solidFill>
                <a:latin typeface="Arial"/>
                <a:ea typeface="Arial"/>
                <a:cs typeface="Arial"/>
              </a:rPr>
              <a:t>Más canales y una experiencia que da</a:t>
            </a:r>
          </a:p>
        </p:txBody>
      </p:sp>
      <p:sp>
        <p:nvSpPr>
          <p:cNvPr id="8" name="text-10-6">
            <a:extLst xmlns:a="http://schemas.openxmlformats.org/drawingml/2006/main">
              <a:ext uri="{FF2B5EF4-FFF2-40B4-BE49-F238E27FC236}">
                <a16:creationId xmlns:a16="http://schemas.microsoft.com/office/drawing/2014/main" id="{1E239FF3-8E8F-4307-9DE6-8522311ACAFB}"/>
              </a:ext>
            </a:extLst>
          </p:cNvPr>
          <p:cNvSpPr>
            <a:spLocks xmlns:a="http://schemas.openxmlformats.org/drawingml/2006/main" noGrp="1"/>
          </p:cNvSpPr>
          <p:nvPr/>
        </p:nvSpPr>
        <p:spPr>
          <a:xfrm xmlns:a="http://schemas.openxmlformats.org/drawingml/2006/main">
            <a:off x="2866876" y="2812154"/>
            <a:ext cx="793995"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i="0">
                <a:solidFill>
                  <a:srgbClr val="F5F0E8"/>
                </a:solidFill>
                <a:latin typeface="Arial"/>
                <a:ea typeface="Arial"/>
                <a:cs typeface="Arial"/>
              </a:defRPr>
            </a:defPPr>
          </a:lstStyle>
          <a:p xmlns:a="http://schemas.openxmlformats.org/drawingml/2006/main">
            <a:pPr>
              <a:defRPr sz="1575" b="0" i="0">
                <a:solidFill>
                  <a:srgbClr val="F5F0E8"/>
                </a:solidFill>
                <a:latin typeface="Arial"/>
                <a:ea typeface="Arial"/>
                <a:cs typeface="Arial"/>
              </a:defRPr>
            </a:pPr>
            <a:r>
              <a:rPr sz="1575" b="0" i="0">
                <a:solidFill>
                  <a:srgbClr val="F5F0E8"/>
                </a:solidFill>
                <a:latin typeface="Arial"/>
                <a:ea typeface="Arial"/>
                <a:cs typeface="Arial"/>
              </a:rPr>
              <a:t>claridad.</a:t>
            </a:r>
          </a:p>
        </p:txBody>
      </p:sp>
      <p:sp>
        <p:nvSpPr>
          <p:cNvPr id="9" name="text-10-7">
            <a:extLst xmlns:a="http://schemas.openxmlformats.org/drawingml/2006/main">
              <a:ext uri="{FF2B5EF4-FFF2-40B4-BE49-F238E27FC236}">
                <a16:creationId xmlns:a16="http://schemas.microsoft.com/office/drawing/2014/main" id="{C9671C32-8D79-478F-BDFF-67CECA00CAED}"/>
              </a:ext>
            </a:extLst>
          </p:cNvPr>
          <p:cNvSpPr>
            <a:spLocks xmlns:a="http://schemas.openxmlformats.org/drawingml/2006/main" noGrp="1"/>
          </p:cNvSpPr>
          <p:nvPr/>
        </p:nvSpPr>
        <p:spPr>
          <a:xfrm xmlns:a="http://schemas.openxmlformats.org/drawingml/2006/main">
            <a:off x="532209" y="3496419"/>
            <a:ext cx="266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0" i="0">
                <a:solidFill>
                  <a:srgbClr val="F5F0E8"/>
                </a:solidFill>
                <a:latin typeface="Impact"/>
                <a:ea typeface="Impact"/>
                <a:cs typeface="Impact"/>
              </a:defRPr>
            </a:defPPr>
          </a:lstStyle>
          <a:p xmlns:a="http://schemas.openxmlformats.org/drawingml/2006/main">
            <a:pPr>
              <a:defRPr sz="3600" b="0" i="0">
                <a:solidFill>
                  <a:srgbClr val="F5F0E8"/>
                </a:solidFill>
                <a:latin typeface="Impact"/>
                <a:ea typeface="Impact"/>
                <a:cs typeface="Impact"/>
              </a:defRPr>
            </a:pPr>
            <a:r>
              <a:rPr sz="3600" b="0" i="0">
                <a:solidFill>
                  <a:srgbClr val="F5F0E8"/>
                </a:solidFill>
                <a:latin typeface="Impact"/>
                <a:ea typeface="Impact"/>
                <a:cs typeface="Impact"/>
              </a:rPr>
              <a:t>4</a:t>
            </a:r>
          </a:p>
        </p:txBody>
      </p:sp>
      <p:sp>
        <p:nvSpPr>
          <p:cNvPr id="10" name="text-10-8">
            <a:extLst xmlns:a="http://schemas.openxmlformats.org/drawingml/2006/main">
              <a:ext uri="{FF2B5EF4-FFF2-40B4-BE49-F238E27FC236}">
                <a16:creationId xmlns:a16="http://schemas.microsoft.com/office/drawing/2014/main" id="{EFF4E0D2-B531-4DD8-A580-C3FE4056FD3A}"/>
              </a:ext>
            </a:extLst>
          </p:cNvPr>
          <p:cNvSpPr>
            <a:spLocks xmlns:a="http://schemas.openxmlformats.org/drawingml/2006/main" noGrp="1"/>
          </p:cNvSpPr>
          <p:nvPr/>
        </p:nvSpPr>
        <p:spPr>
          <a:xfrm xmlns:a="http://schemas.openxmlformats.org/drawingml/2006/main">
            <a:off x="532209" y="4073214"/>
            <a:ext cx="3061006"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puntos de acceso: WhatsApp, web, iOS y</a:t>
            </a:r>
          </a:p>
        </p:txBody>
      </p:sp>
      <p:sp>
        <p:nvSpPr>
          <p:cNvPr id="11" name="text-10-9">
            <a:extLst xmlns:a="http://schemas.openxmlformats.org/drawingml/2006/main">
              <a:ext uri="{FF2B5EF4-FFF2-40B4-BE49-F238E27FC236}">
                <a16:creationId xmlns:a16="http://schemas.microsoft.com/office/drawing/2014/main" id="{7CC69EE6-B035-43D9-813C-4AC5C3B86CEA}"/>
              </a:ext>
            </a:extLst>
          </p:cNvPr>
          <p:cNvSpPr>
            <a:spLocks xmlns:a="http://schemas.openxmlformats.org/drawingml/2006/main" noGrp="1"/>
          </p:cNvSpPr>
          <p:nvPr/>
        </p:nvSpPr>
        <p:spPr>
          <a:xfrm xmlns:a="http://schemas.openxmlformats.org/drawingml/2006/main">
            <a:off x="532209" y="4237520"/>
            <a:ext cx="604299"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Android</a:t>
            </a:r>
          </a:p>
        </p:txBody>
      </p:sp>
      <p:sp>
        <p:nvSpPr>
          <p:cNvPr id="12" name="text-10-10">
            <a:extLst xmlns:a="http://schemas.openxmlformats.org/drawingml/2006/main">
              <a:ext uri="{FF2B5EF4-FFF2-40B4-BE49-F238E27FC236}">
                <a16:creationId xmlns:a16="http://schemas.microsoft.com/office/drawing/2014/main" id="{37A36BA5-E422-4E81-A9F6-CF7BCF6FD3DF}"/>
              </a:ext>
            </a:extLst>
          </p:cNvPr>
          <p:cNvSpPr>
            <a:spLocks xmlns:a="http://schemas.openxmlformats.org/drawingml/2006/main" noGrp="1"/>
          </p:cNvSpPr>
          <p:nvPr/>
        </p:nvSpPr>
        <p:spPr>
          <a:xfrm xmlns:a="http://schemas.openxmlformats.org/drawingml/2006/main">
            <a:off x="4768453" y="3496419"/>
            <a:ext cx="1349244"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0" i="0">
                <a:solidFill>
                  <a:srgbClr val="F5F0E8"/>
                </a:solidFill>
                <a:latin typeface="Impact"/>
                <a:ea typeface="Impact"/>
                <a:cs typeface="Impact"/>
              </a:defRPr>
            </a:defPPr>
          </a:lstStyle>
          <a:p xmlns:a="http://schemas.openxmlformats.org/drawingml/2006/main">
            <a:pPr>
              <a:defRPr sz="3600" b="0" i="0">
                <a:solidFill>
                  <a:srgbClr val="F5F0E8"/>
                </a:solidFill>
                <a:latin typeface="Impact"/>
                <a:ea typeface="Impact"/>
                <a:cs typeface="Impact"/>
              </a:defRPr>
            </a:pPr>
            <a:r>
              <a:rPr sz="3600" b="0" i="0">
                <a:solidFill>
                  <a:srgbClr val="F5F0E8"/>
                </a:solidFill>
                <a:latin typeface="Impact"/>
                <a:ea typeface="Impact"/>
                <a:cs typeface="Impact"/>
              </a:rPr>
              <a:t>64 / día</a:t>
            </a:r>
          </a:p>
        </p:txBody>
      </p:sp>
      <p:sp>
        <p:nvSpPr>
          <p:cNvPr id="13" name="text-10-11">
            <a:extLst xmlns:a="http://schemas.openxmlformats.org/drawingml/2006/main">
              <a:ext uri="{FF2B5EF4-FFF2-40B4-BE49-F238E27FC236}">
                <a16:creationId xmlns:a16="http://schemas.microsoft.com/office/drawing/2014/main" id="{237E5031-0E49-40B1-AE4C-5EC2077B753A}"/>
              </a:ext>
            </a:extLst>
          </p:cNvPr>
          <p:cNvSpPr>
            <a:spLocks xmlns:a="http://schemas.openxmlformats.org/drawingml/2006/main" noGrp="1"/>
          </p:cNvSpPr>
          <p:nvPr/>
        </p:nvSpPr>
        <p:spPr>
          <a:xfrm xmlns:a="http://schemas.openxmlformats.org/drawingml/2006/main">
            <a:off x="4768453" y="4073214"/>
            <a:ext cx="3060679"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cotizaciones para investigar y acompañar</a:t>
            </a:r>
          </a:p>
        </p:txBody>
      </p:sp>
      <p:sp>
        <p:nvSpPr>
          <p:cNvPr id="14" name="text-10-12">
            <a:extLst xmlns:a="http://schemas.openxmlformats.org/drawingml/2006/main">
              <a:ext uri="{FF2B5EF4-FFF2-40B4-BE49-F238E27FC236}">
                <a16:creationId xmlns:a16="http://schemas.microsoft.com/office/drawing/2014/main" id="{3A44783A-6A54-495F-88C6-D44CDDBDD7D1}"/>
              </a:ext>
            </a:extLst>
          </p:cNvPr>
          <p:cNvSpPr>
            <a:spLocks xmlns:a="http://schemas.openxmlformats.org/drawingml/2006/main" noGrp="1"/>
          </p:cNvSpPr>
          <p:nvPr/>
        </p:nvSpPr>
        <p:spPr>
          <a:xfrm xmlns:a="http://schemas.openxmlformats.org/drawingml/2006/main">
            <a:off x="532209" y="4603582"/>
            <a:ext cx="6547525" cy="133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44" b="0" i="0">
                <a:solidFill>
                  <a:srgbClr val="F5F0E8"/>
                </a:solidFill>
                <a:latin typeface="Arial"/>
                <a:ea typeface="Arial"/>
                <a:cs typeface="Arial"/>
              </a:defRPr>
            </a:defPPr>
          </a:lstStyle>
          <a:p xmlns:a="http://schemas.openxmlformats.org/drawingml/2006/main">
            <a:pPr>
              <a:defRPr sz="844" b="0" i="0">
                <a:solidFill>
                  <a:srgbClr val="F5F0E8"/>
                </a:solidFill>
                <a:latin typeface="Arial"/>
                <a:ea typeface="Arial"/>
                <a:cs typeface="Arial"/>
              </a:defRPr>
            </a:pPr>
            <a:r>
              <a:rPr sz="844" b="0" i="0">
                <a:solidFill>
                  <a:srgbClr val="F5F0E8"/>
                </a:solidFill>
                <a:latin typeface="Arial"/>
                <a:ea typeface="Arial"/>
                <a:cs typeface="Arial"/>
              </a:rPr>
              <a:t>Potencial por medir: nueva demanda, conversión y seguimiento. Registrar motivos y contactos autorizados; revisión humana con horario.</a:t>
            </a:r>
          </a:p>
        </p:txBody>
      </p:sp>
      <p:sp>
        <p:nvSpPr>
          <p:cNvPr id="15" name="text-10-13">
            <a:extLst xmlns:a="http://schemas.openxmlformats.org/drawingml/2006/main">
              <a:ext uri="{FF2B5EF4-FFF2-40B4-BE49-F238E27FC236}">
                <a16:creationId xmlns:a16="http://schemas.microsoft.com/office/drawing/2014/main" id="{3546A2D3-6888-47DA-88F7-6D96FAA3B56B}"/>
              </a:ext>
            </a:extLst>
          </p:cNvPr>
          <p:cNvSpPr>
            <a:spLocks xmlns:a="http://schemas.openxmlformats.org/drawingml/2006/main" noGrp="1"/>
          </p:cNvSpPr>
          <p:nvPr/>
        </p:nvSpPr>
        <p:spPr>
          <a:xfrm xmlns:a="http://schemas.openxmlformats.org/drawingml/2006/main">
            <a:off x="532209" y="4923697"/>
            <a:ext cx="2693937"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03 / IMPACTO · GANANCIA PROYECTADA / OMNI by 5.5</a:t>
            </a:r>
          </a:p>
        </p:txBody>
      </p:sp>
      <p:sp>
        <p:nvSpPr>
          <p:cNvPr id="16" name="text-10-14">
            <a:extLst xmlns:a="http://schemas.openxmlformats.org/drawingml/2006/main">
              <a:ext uri="{FF2B5EF4-FFF2-40B4-BE49-F238E27FC236}">
                <a16:creationId xmlns:a16="http://schemas.microsoft.com/office/drawing/2014/main" id="{76839497-029F-40ED-B357-D3E1CBA22C1A}"/>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10 / 5.5</a:t>
            </a:r>
          </a:p>
        </p:txBody>
      </p:sp>
    </p:spTree>
    <p:extLst>
      <p:ext uri="{BB962C8B-B14F-4D97-AF65-F5344CB8AC3E}">
        <p14:creationId xmlns:p14="http://schemas.microsoft.com/office/powerpoint/2010/main" val="79604953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5DC8A113-007A-4505-84D7-E97F8D4326C4}"/>
              </a:ext>
            </a:extLst>
          </p:cNvPr>
          <p:cNvPicPr>
            <a:picLocks xmlns:a="http://schemas.openxmlformats.org/drawingml/2006/main" noChangeAspect="1"/>
          </p:cNvPicPr>
          <p:nvPr/>
        </p:nvPicPr>
        <p:blipFill>
          <a:blip xmlns:r="http://schemas.openxmlformats.org/officeDocument/2006/relationships" xmlns:a="http://schemas.openxmlformats.org/drawingml/2006/main" r:embed="Rd897a9afa8304724"/>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11-0">
            <a:extLst xmlns:a="http://schemas.openxmlformats.org/drawingml/2006/main">
              <a:ext uri="{FF2B5EF4-FFF2-40B4-BE49-F238E27FC236}">
                <a16:creationId xmlns:a16="http://schemas.microsoft.com/office/drawing/2014/main" id="{C16E37AD-EC22-48BE-A2A1-43D8C04D610A}"/>
              </a:ext>
            </a:extLst>
          </p:cNvPr>
          <p:cNvSpPr>
            <a:spLocks xmlns:a="http://schemas.openxmlformats.org/drawingml/2006/main" noGrp="1"/>
          </p:cNvSpPr>
          <p:nvPr/>
        </p:nvSpPr>
        <p:spPr>
          <a:xfrm xmlns:a="http://schemas.openxmlformats.org/drawingml/2006/main">
            <a:off x="532209" y="382979"/>
            <a:ext cx="2846411"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5F0E8"/>
                </a:solidFill>
                <a:latin typeface="Arial"/>
                <a:ea typeface="Arial"/>
                <a:cs typeface="Arial"/>
              </a:defRPr>
            </a:defPPr>
          </a:lstStyle>
          <a:p xmlns:a="http://schemas.openxmlformats.org/drawingml/2006/main">
            <a:pPr>
              <a:defRPr sz="956" b="1" i="0">
                <a:solidFill>
                  <a:srgbClr val="F5F0E8"/>
                </a:solidFill>
                <a:latin typeface="Arial"/>
                <a:ea typeface="Arial"/>
                <a:cs typeface="Arial"/>
              </a:defRPr>
            </a:pPr>
            <a:r>
              <a:rPr sz="956" b="1" i="0">
                <a:solidFill>
                  <a:srgbClr val="F5F0E8"/>
                </a:solidFill>
                <a:latin typeface="Arial"/>
                <a:ea typeface="Arial"/>
                <a:cs typeface="Arial"/>
              </a:rPr>
              <a:t>03 / IMPACTO · CAPACIDAD OPERATIVA</a:t>
            </a:r>
          </a:p>
        </p:txBody>
      </p:sp>
      <p:sp>
        <p:nvSpPr>
          <p:cNvPr id="3" name="text-11-1">
            <a:extLst xmlns:a="http://schemas.openxmlformats.org/drawingml/2006/main">
              <a:ext uri="{FF2B5EF4-FFF2-40B4-BE49-F238E27FC236}">
                <a16:creationId xmlns:a16="http://schemas.microsoft.com/office/drawing/2014/main" id="{0127BC7A-91DB-4BD7-AC4A-44828AC9C482}"/>
              </a:ext>
            </a:extLst>
          </p:cNvPr>
          <p:cNvSpPr>
            <a:spLocks xmlns:a="http://schemas.openxmlformats.org/drawingml/2006/main" noGrp="1"/>
          </p:cNvSpPr>
          <p:nvPr/>
        </p:nvSpPr>
        <p:spPr>
          <a:xfrm xmlns:a="http://schemas.openxmlformats.org/drawingml/2006/main">
            <a:off x="532209" y="611335"/>
            <a:ext cx="4588808" cy="14466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113" b="0" i="0">
                <a:solidFill>
                  <a:srgbClr val="F5F0E8"/>
                </a:solidFill>
                <a:latin typeface="Impact"/>
                <a:ea typeface="Impact"/>
                <a:cs typeface="Impact"/>
              </a:defRPr>
            </a:defPPr>
          </a:lstStyle>
          <a:p xmlns:a="http://schemas.openxmlformats.org/drawingml/2006/main">
            <a:pPr>
              <a:defRPr sz="9113" b="0" i="0">
                <a:solidFill>
                  <a:srgbClr val="F5F0E8"/>
                </a:solidFill>
                <a:latin typeface="Impact"/>
                <a:ea typeface="Impact"/>
                <a:cs typeface="Impact"/>
              </a:defRPr>
            </a:pPr>
            <a:r>
              <a:rPr sz="9113" b="0" i="0">
                <a:solidFill>
                  <a:srgbClr val="F5F0E8"/>
                </a:solidFill>
                <a:latin typeface="Impact"/>
                <a:ea typeface="Impact"/>
                <a:cs typeface="Impact"/>
              </a:rPr>
              <a:t>S/109.200</a:t>
            </a:r>
          </a:p>
        </p:txBody>
      </p:sp>
      <p:sp>
        <p:nvSpPr>
          <p:cNvPr id="4" name="text-11-2">
            <a:extLst xmlns:a="http://schemas.openxmlformats.org/drawingml/2006/main">
              <a:ext uri="{FF2B5EF4-FFF2-40B4-BE49-F238E27FC236}">
                <a16:creationId xmlns:a16="http://schemas.microsoft.com/office/drawing/2014/main" id="{E03C3A39-28D4-4104-B893-A1E2B5F9EB12}"/>
              </a:ext>
            </a:extLst>
          </p:cNvPr>
          <p:cNvSpPr>
            <a:spLocks xmlns:a="http://schemas.openxmlformats.org/drawingml/2006/main" noGrp="1"/>
          </p:cNvSpPr>
          <p:nvPr/>
        </p:nvSpPr>
        <p:spPr>
          <a:xfrm xmlns:a="http://schemas.openxmlformats.org/drawingml/2006/main">
            <a:off x="532209" y="2003557"/>
            <a:ext cx="4176265"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1" i="0">
                <a:solidFill>
                  <a:srgbClr val="F5F0E8"/>
                </a:solidFill>
                <a:latin typeface="Arial"/>
                <a:ea typeface="Arial"/>
                <a:cs typeface="Arial"/>
              </a:defRPr>
            </a:defPPr>
          </a:lstStyle>
          <a:p xmlns:a="http://schemas.openxmlformats.org/drawingml/2006/main">
            <a:pPr>
              <a:defRPr sz="1463" b="1" i="0">
                <a:solidFill>
                  <a:srgbClr val="F5F0E8"/>
                </a:solidFill>
                <a:latin typeface="Arial"/>
                <a:ea typeface="Arial"/>
                <a:cs typeface="Arial"/>
              </a:defRPr>
            </a:pPr>
            <a:r>
              <a:rPr sz="1463" b="1" i="0">
                <a:solidFill>
                  <a:srgbClr val="F5F0E8"/>
                </a:solidFill>
                <a:latin typeface="Arial"/>
                <a:ea typeface="Arial"/>
                <a:cs typeface="Arial"/>
              </a:rPr>
              <a:t>AL AÑO DE AHORRO OPERATIVO POTENCIAL</a:t>
            </a:r>
          </a:p>
        </p:txBody>
      </p:sp>
      <p:sp>
        <p:nvSpPr>
          <p:cNvPr id="5" name="text-11-3">
            <a:extLst xmlns:a="http://schemas.openxmlformats.org/drawingml/2006/main">
              <a:ext uri="{FF2B5EF4-FFF2-40B4-BE49-F238E27FC236}">
                <a16:creationId xmlns:a16="http://schemas.microsoft.com/office/drawing/2014/main" id="{19D923A8-A4C5-4CCF-818B-991EED655D64}"/>
              </a:ext>
            </a:extLst>
          </p:cNvPr>
          <p:cNvSpPr>
            <a:spLocks xmlns:a="http://schemas.openxmlformats.org/drawingml/2006/main" noGrp="1"/>
          </p:cNvSpPr>
          <p:nvPr/>
        </p:nvSpPr>
        <p:spPr>
          <a:xfrm xmlns:a="http://schemas.openxmlformats.org/drawingml/2006/main">
            <a:off x="532209" y="2674762"/>
            <a:ext cx="889954" cy="589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713" b="0" i="0">
                <a:solidFill>
                  <a:srgbClr val="F5F0E8"/>
                </a:solidFill>
                <a:latin typeface="Impact"/>
                <a:ea typeface="Impact"/>
                <a:cs typeface="Impact"/>
              </a:defRPr>
            </a:defPPr>
          </a:lstStyle>
          <a:p xmlns:a="http://schemas.openxmlformats.org/drawingml/2006/main">
            <a:pPr>
              <a:defRPr sz="3713" b="0" i="0">
                <a:solidFill>
                  <a:srgbClr val="F5F0E8"/>
                </a:solidFill>
                <a:latin typeface="Impact"/>
                <a:ea typeface="Impact"/>
                <a:cs typeface="Impact"/>
              </a:defRPr>
            </a:pPr>
            <a:r>
              <a:rPr sz="3713" b="0" i="0">
                <a:solidFill>
                  <a:srgbClr val="F5F0E8"/>
                </a:solidFill>
                <a:latin typeface="Impact"/>
                <a:ea typeface="Impact"/>
                <a:cs typeface="Impact"/>
              </a:rPr>
              <a:t>6 a 3</a:t>
            </a:r>
          </a:p>
        </p:txBody>
      </p:sp>
      <p:sp>
        <p:nvSpPr>
          <p:cNvPr id="6" name="text-11-4">
            <a:extLst xmlns:a="http://schemas.openxmlformats.org/drawingml/2006/main">
              <a:ext uri="{FF2B5EF4-FFF2-40B4-BE49-F238E27FC236}">
                <a16:creationId xmlns:a16="http://schemas.microsoft.com/office/drawing/2014/main" id="{F7302F35-159B-4782-8FFE-AA39E1A5BB60}"/>
              </a:ext>
            </a:extLst>
          </p:cNvPr>
          <p:cNvSpPr>
            <a:spLocks xmlns:a="http://schemas.openxmlformats.org/drawingml/2006/main" noGrp="1"/>
          </p:cNvSpPr>
          <p:nvPr/>
        </p:nvSpPr>
        <p:spPr>
          <a:xfrm xmlns:a="http://schemas.openxmlformats.org/drawingml/2006/main">
            <a:off x="532209" y="3293192"/>
            <a:ext cx="1989243"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0" i="0">
                <a:solidFill>
                  <a:srgbClr val="F5F0E8"/>
                </a:solidFill>
                <a:latin typeface="Arial"/>
                <a:ea typeface="Arial"/>
                <a:cs typeface="Arial"/>
              </a:defRPr>
            </a:defPPr>
          </a:lstStyle>
          <a:p xmlns:a="http://schemas.openxmlformats.org/drawingml/2006/main">
            <a:pPr>
              <a:defRPr sz="1181" b="0" i="0">
                <a:solidFill>
                  <a:srgbClr val="F5F0E8"/>
                </a:solidFill>
                <a:latin typeface="Arial"/>
                <a:ea typeface="Arial"/>
                <a:cs typeface="Arial"/>
              </a:defRPr>
            </a:pPr>
            <a:r>
              <a:rPr sz="1181" b="0" i="0">
                <a:solidFill>
                  <a:srgbClr val="F5F0E8"/>
                </a:solidFill>
                <a:latin typeface="Arial"/>
                <a:ea typeface="Arial"/>
                <a:cs typeface="Arial"/>
              </a:rPr>
              <a:t>ventas · dedicación operativa</a:t>
            </a:r>
          </a:p>
        </p:txBody>
      </p:sp>
      <p:sp>
        <p:nvSpPr>
          <p:cNvPr id="7" name="text-11-5">
            <a:extLst xmlns:a="http://schemas.openxmlformats.org/drawingml/2006/main">
              <a:ext uri="{FF2B5EF4-FFF2-40B4-BE49-F238E27FC236}">
                <a16:creationId xmlns:a16="http://schemas.microsoft.com/office/drawing/2014/main" id="{8EBDB811-B2D9-47E5-A760-3A0F814C45AF}"/>
              </a:ext>
            </a:extLst>
          </p:cNvPr>
          <p:cNvSpPr>
            <a:spLocks xmlns:a="http://schemas.openxmlformats.org/drawingml/2006/main" noGrp="1"/>
          </p:cNvSpPr>
          <p:nvPr/>
        </p:nvSpPr>
        <p:spPr>
          <a:xfrm xmlns:a="http://schemas.openxmlformats.org/drawingml/2006/main">
            <a:off x="532209" y="3507505"/>
            <a:ext cx="805296"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0" i="0">
                <a:solidFill>
                  <a:srgbClr val="F5F0E8"/>
                </a:solidFill>
                <a:latin typeface="Arial"/>
                <a:ea typeface="Arial"/>
                <a:cs typeface="Arial"/>
              </a:defRPr>
            </a:defPPr>
          </a:lstStyle>
          <a:p xmlns:a="http://schemas.openxmlformats.org/drawingml/2006/main">
            <a:pPr>
              <a:defRPr sz="1181" b="0" i="0">
                <a:solidFill>
                  <a:srgbClr val="F5F0E8"/>
                </a:solidFill>
                <a:latin typeface="Arial"/>
                <a:ea typeface="Arial"/>
                <a:cs typeface="Arial"/>
              </a:defRPr>
            </a:pPr>
            <a:r>
              <a:rPr sz="1181" b="0" i="0">
                <a:solidFill>
                  <a:srgbClr val="F5F0E8"/>
                </a:solidFill>
                <a:latin typeface="Arial"/>
                <a:ea typeface="Arial"/>
                <a:cs typeface="Arial"/>
              </a:rPr>
              <a:t>equivalente</a:t>
            </a:r>
          </a:p>
        </p:txBody>
      </p:sp>
      <p:sp>
        <p:nvSpPr>
          <p:cNvPr id="8" name="text-11-6">
            <a:extLst xmlns:a="http://schemas.openxmlformats.org/drawingml/2006/main">
              <a:ext uri="{FF2B5EF4-FFF2-40B4-BE49-F238E27FC236}">
                <a16:creationId xmlns:a16="http://schemas.microsoft.com/office/drawing/2014/main" id="{3C453D0D-109B-4DA9-BCA6-E5B1D2332D18}"/>
              </a:ext>
            </a:extLst>
          </p:cNvPr>
          <p:cNvSpPr>
            <a:spLocks xmlns:a="http://schemas.openxmlformats.org/drawingml/2006/main" noGrp="1"/>
          </p:cNvSpPr>
          <p:nvPr/>
        </p:nvSpPr>
        <p:spPr>
          <a:xfrm xmlns:a="http://schemas.openxmlformats.org/drawingml/2006/main">
            <a:off x="3206651" y="2674762"/>
            <a:ext cx="814407" cy="589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713" b="0" i="0">
                <a:solidFill>
                  <a:srgbClr val="F5F0E8"/>
                </a:solidFill>
                <a:latin typeface="Impact"/>
                <a:ea typeface="Impact"/>
                <a:cs typeface="Impact"/>
              </a:defRPr>
            </a:defPPr>
          </a:lstStyle>
          <a:p xmlns:a="http://schemas.openxmlformats.org/drawingml/2006/main">
            <a:pPr>
              <a:defRPr sz="3713" b="0" i="0">
                <a:solidFill>
                  <a:srgbClr val="F5F0E8"/>
                </a:solidFill>
                <a:latin typeface="Impact"/>
                <a:ea typeface="Impact"/>
                <a:cs typeface="Impact"/>
              </a:defRPr>
            </a:pPr>
            <a:r>
              <a:rPr sz="3713" b="0" i="0">
                <a:solidFill>
                  <a:srgbClr val="F5F0E8"/>
                </a:solidFill>
                <a:latin typeface="Impact"/>
                <a:ea typeface="Impact"/>
                <a:cs typeface="Impact"/>
              </a:rPr>
              <a:t>3 a 1</a:t>
            </a:r>
          </a:p>
        </p:txBody>
      </p:sp>
      <p:sp>
        <p:nvSpPr>
          <p:cNvPr id="9" name="text-11-7">
            <a:extLst xmlns:a="http://schemas.openxmlformats.org/drawingml/2006/main">
              <a:ext uri="{FF2B5EF4-FFF2-40B4-BE49-F238E27FC236}">
                <a16:creationId xmlns:a16="http://schemas.microsoft.com/office/drawing/2014/main" id="{1326D1E4-07CE-4EF8-872B-16CF743BF258}"/>
              </a:ext>
            </a:extLst>
          </p:cNvPr>
          <p:cNvSpPr>
            <a:spLocks xmlns:a="http://schemas.openxmlformats.org/drawingml/2006/main" noGrp="1"/>
          </p:cNvSpPr>
          <p:nvPr/>
        </p:nvSpPr>
        <p:spPr>
          <a:xfrm xmlns:a="http://schemas.openxmlformats.org/drawingml/2006/main">
            <a:off x="3206651" y="3293192"/>
            <a:ext cx="2347791"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0" i="0">
                <a:solidFill>
                  <a:srgbClr val="F5F0E8"/>
                </a:solidFill>
                <a:latin typeface="Arial"/>
                <a:ea typeface="Arial"/>
                <a:cs typeface="Arial"/>
              </a:defRPr>
            </a:defPPr>
          </a:lstStyle>
          <a:p xmlns:a="http://schemas.openxmlformats.org/drawingml/2006/main">
            <a:pPr>
              <a:defRPr sz="1181" b="0" i="0">
                <a:solidFill>
                  <a:srgbClr val="F5F0E8"/>
                </a:solidFill>
                <a:latin typeface="Arial"/>
                <a:ea typeface="Arial"/>
                <a:cs typeface="Arial"/>
              </a:defRPr>
            </a:pPr>
            <a:r>
              <a:rPr sz="1181" b="0" i="0">
                <a:solidFill>
                  <a:srgbClr val="F5F0E8"/>
                </a:solidFill>
                <a:latin typeface="Arial"/>
                <a:ea typeface="Arial"/>
                <a:cs typeface="Arial"/>
              </a:rPr>
              <a:t>contabilidad · dedicación operativa</a:t>
            </a:r>
          </a:p>
        </p:txBody>
      </p:sp>
      <p:sp>
        <p:nvSpPr>
          <p:cNvPr id="10" name="text-11-8">
            <a:extLst xmlns:a="http://schemas.openxmlformats.org/drawingml/2006/main">
              <a:ext uri="{FF2B5EF4-FFF2-40B4-BE49-F238E27FC236}">
                <a16:creationId xmlns:a16="http://schemas.microsoft.com/office/drawing/2014/main" id="{26F611E2-63B7-436F-97C9-C46433C2372F}"/>
              </a:ext>
            </a:extLst>
          </p:cNvPr>
          <p:cNvSpPr>
            <a:spLocks xmlns:a="http://schemas.openxmlformats.org/drawingml/2006/main" noGrp="1"/>
          </p:cNvSpPr>
          <p:nvPr/>
        </p:nvSpPr>
        <p:spPr>
          <a:xfrm xmlns:a="http://schemas.openxmlformats.org/drawingml/2006/main">
            <a:off x="3206651" y="3507505"/>
            <a:ext cx="805296"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0" i="0">
                <a:solidFill>
                  <a:srgbClr val="F5F0E8"/>
                </a:solidFill>
                <a:latin typeface="Arial"/>
                <a:ea typeface="Arial"/>
                <a:cs typeface="Arial"/>
              </a:defRPr>
            </a:defPPr>
          </a:lstStyle>
          <a:p xmlns:a="http://schemas.openxmlformats.org/drawingml/2006/main">
            <a:pPr>
              <a:defRPr sz="1181" b="0" i="0">
                <a:solidFill>
                  <a:srgbClr val="F5F0E8"/>
                </a:solidFill>
                <a:latin typeface="Arial"/>
                <a:ea typeface="Arial"/>
                <a:cs typeface="Arial"/>
              </a:defRPr>
            </a:pPr>
            <a:r>
              <a:rPr sz="1181" b="0" i="0">
                <a:solidFill>
                  <a:srgbClr val="F5F0E8"/>
                </a:solidFill>
                <a:latin typeface="Arial"/>
                <a:ea typeface="Arial"/>
                <a:cs typeface="Arial"/>
              </a:rPr>
              <a:t>equivalente</a:t>
            </a:r>
          </a:p>
        </p:txBody>
      </p:sp>
      <p:sp>
        <p:nvSpPr>
          <p:cNvPr id="11" name="text-11-9">
            <a:extLst xmlns:a="http://schemas.openxmlformats.org/drawingml/2006/main">
              <a:ext uri="{FF2B5EF4-FFF2-40B4-BE49-F238E27FC236}">
                <a16:creationId xmlns:a16="http://schemas.microsoft.com/office/drawing/2014/main" id="{5201FE9A-4D07-4350-9EDC-F4AABD17C50E}"/>
              </a:ext>
            </a:extLst>
          </p:cNvPr>
          <p:cNvSpPr>
            <a:spLocks xmlns:a="http://schemas.openxmlformats.org/drawingml/2006/main" noGrp="1"/>
          </p:cNvSpPr>
          <p:nvPr/>
        </p:nvSpPr>
        <p:spPr>
          <a:xfrm xmlns:a="http://schemas.openxmlformats.org/drawingml/2006/main">
            <a:off x="5881092" y="2674762"/>
            <a:ext cx="1410056" cy="589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713" b="0" i="0">
                <a:solidFill>
                  <a:srgbClr val="FF4053"/>
                </a:solidFill>
                <a:latin typeface="Impact"/>
                <a:ea typeface="Impact"/>
                <a:cs typeface="Impact"/>
              </a:defRPr>
            </a:defPPr>
          </a:lstStyle>
          <a:p xmlns:a="http://schemas.openxmlformats.org/drawingml/2006/main">
            <a:pPr>
              <a:defRPr sz="3713" b="0" i="0">
                <a:solidFill>
                  <a:srgbClr val="FF4053"/>
                </a:solidFill>
                <a:latin typeface="Impact"/>
                <a:ea typeface="Impact"/>
                <a:cs typeface="Impact"/>
              </a:defRPr>
            </a:pPr>
            <a:r>
              <a:rPr sz="3713" b="0" i="0">
                <a:solidFill>
                  <a:srgbClr val="FF4053"/>
                </a:solidFill>
                <a:latin typeface="Impact"/>
                <a:ea typeface="Impact"/>
                <a:cs typeface="Impact"/>
              </a:rPr>
              <a:t>S/9.100</a:t>
            </a:r>
          </a:p>
        </p:txBody>
      </p:sp>
      <p:sp>
        <p:nvSpPr>
          <p:cNvPr id="12" name="text-11-10">
            <a:extLst xmlns:a="http://schemas.openxmlformats.org/drawingml/2006/main">
              <a:ext uri="{FF2B5EF4-FFF2-40B4-BE49-F238E27FC236}">
                <a16:creationId xmlns:a16="http://schemas.microsoft.com/office/drawing/2014/main" id="{9E003856-A67D-4AF5-812D-1ACD105DD716}"/>
              </a:ext>
            </a:extLst>
          </p:cNvPr>
          <p:cNvSpPr>
            <a:spLocks xmlns:a="http://schemas.openxmlformats.org/drawingml/2006/main" noGrp="1"/>
          </p:cNvSpPr>
          <p:nvPr/>
        </p:nvSpPr>
        <p:spPr>
          <a:xfrm xmlns:a="http://schemas.openxmlformats.org/drawingml/2006/main">
            <a:off x="5881092" y="3293192"/>
            <a:ext cx="2547767"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0" i="0">
                <a:solidFill>
                  <a:srgbClr val="F5F0E8"/>
                </a:solidFill>
                <a:latin typeface="Arial"/>
                <a:ea typeface="Arial"/>
                <a:cs typeface="Arial"/>
              </a:defRPr>
            </a:defPPr>
          </a:lstStyle>
          <a:p xmlns:a="http://schemas.openxmlformats.org/drawingml/2006/main">
            <a:pPr>
              <a:defRPr sz="1181" b="0" i="0">
                <a:solidFill>
                  <a:srgbClr val="F5F0E8"/>
                </a:solidFill>
                <a:latin typeface="Arial"/>
                <a:ea typeface="Arial"/>
                <a:cs typeface="Arial"/>
              </a:defRPr>
            </a:pPr>
            <a:r>
              <a:rPr sz="1181" b="0" i="0">
                <a:solidFill>
                  <a:srgbClr val="F5F0E8"/>
                </a:solidFill>
                <a:latin typeface="Arial"/>
                <a:ea typeface="Arial"/>
                <a:cs typeface="Arial"/>
              </a:rPr>
              <a:t>valor mensual del tiempo y capacidad</a:t>
            </a:r>
          </a:p>
        </p:txBody>
      </p:sp>
      <p:sp>
        <p:nvSpPr>
          <p:cNvPr id="13" name="text-11-11">
            <a:extLst xmlns:a="http://schemas.openxmlformats.org/drawingml/2006/main">
              <a:ext uri="{FF2B5EF4-FFF2-40B4-BE49-F238E27FC236}">
                <a16:creationId xmlns:a16="http://schemas.microsoft.com/office/drawing/2014/main" id="{0EC3A3BF-8AF8-43DD-9149-7CC380B7DF0F}"/>
              </a:ext>
            </a:extLst>
          </p:cNvPr>
          <p:cNvSpPr>
            <a:spLocks xmlns:a="http://schemas.openxmlformats.org/drawingml/2006/main" noGrp="1"/>
          </p:cNvSpPr>
          <p:nvPr/>
        </p:nvSpPr>
        <p:spPr>
          <a:xfrm xmlns:a="http://schemas.openxmlformats.org/drawingml/2006/main">
            <a:off x="5881092" y="3507505"/>
            <a:ext cx="646727"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0" i="0">
                <a:solidFill>
                  <a:srgbClr val="F5F0E8"/>
                </a:solidFill>
                <a:latin typeface="Arial"/>
                <a:ea typeface="Arial"/>
                <a:cs typeface="Arial"/>
              </a:defRPr>
            </a:defPPr>
          </a:lstStyle>
          <a:p xmlns:a="http://schemas.openxmlformats.org/drawingml/2006/main">
            <a:pPr>
              <a:defRPr sz="1181" b="0" i="0">
                <a:solidFill>
                  <a:srgbClr val="F5F0E8"/>
                </a:solidFill>
                <a:latin typeface="Arial"/>
                <a:ea typeface="Arial"/>
                <a:cs typeface="Arial"/>
              </a:defRPr>
            </a:pPr>
            <a:r>
              <a:rPr sz="1181" b="0" i="0">
                <a:solidFill>
                  <a:srgbClr val="F5F0E8"/>
                </a:solidFill>
                <a:latin typeface="Arial"/>
                <a:ea typeface="Arial"/>
                <a:cs typeface="Arial"/>
              </a:rPr>
              <a:t>liberados</a:t>
            </a:r>
          </a:p>
        </p:txBody>
      </p:sp>
      <p:sp>
        <p:nvSpPr>
          <p:cNvPr id="14" name="text-11-12">
            <a:extLst xmlns:a="http://schemas.openxmlformats.org/drawingml/2006/main">
              <a:ext uri="{FF2B5EF4-FFF2-40B4-BE49-F238E27FC236}">
                <a16:creationId xmlns:a16="http://schemas.microsoft.com/office/drawing/2014/main" id="{235729D7-D2AA-4DA6-BE80-CCEEE9687CED}"/>
              </a:ext>
            </a:extLst>
          </p:cNvPr>
          <p:cNvSpPr>
            <a:spLocks xmlns:a="http://schemas.openxmlformats.org/drawingml/2006/main" noGrp="1"/>
          </p:cNvSpPr>
          <p:nvPr/>
        </p:nvSpPr>
        <p:spPr>
          <a:xfrm xmlns:a="http://schemas.openxmlformats.org/drawingml/2006/main">
            <a:off x="532209" y="3940190"/>
            <a:ext cx="5076994" cy="2411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19" b="0" i="0">
                <a:solidFill>
                  <a:srgbClr val="F5F0E8"/>
                </a:solidFill>
                <a:latin typeface="Arial"/>
                <a:ea typeface="Arial"/>
                <a:cs typeface="Arial"/>
              </a:defRPr>
            </a:defPPr>
          </a:lstStyle>
          <a:p xmlns:a="http://schemas.openxmlformats.org/drawingml/2006/main">
            <a:pPr>
              <a:defRPr sz="1519" b="0" i="0">
                <a:solidFill>
                  <a:srgbClr val="F5F0E8"/>
                </a:solidFill>
                <a:latin typeface="Arial"/>
                <a:ea typeface="Arial"/>
                <a:cs typeface="Arial"/>
              </a:defRPr>
            </a:pPr>
            <a:r>
              <a:rPr sz="1519" b="0" i="0">
                <a:solidFill>
                  <a:srgbClr val="F5F0E8"/>
                </a:solidFill>
                <a:latin typeface="Arial"/>
                <a:ea typeface="Arial"/>
                <a:cs typeface="Arial"/>
              </a:rPr>
              <a:t>Más capacidad para captar, capacitar y hacer seguimiento.</a:t>
            </a:r>
          </a:p>
        </p:txBody>
      </p:sp>
      <p:sp>
        <p:nvSpPr>
          <p:cNvPr id="15" name="text-11-13">
            <a:extLst xmlns:a="http://schemas.openxmlformats.org/drawingml/2006/main">
              <a:ext uri="{FF2B5EF4-FFF2-40B4-BE49-F238E27FC236}">
                <a16:creationId xmlns:a16="http://schemas.microsoft.com/office/drawing/2014/main" id="{A6AE703F-52D7-4CE7-BCA0-A609422617AD}"/>
              </a:ext>
            </a:extLst>
          </p:cNvPr>
          <p:cNvSpPr>
            <a:spLocks xmlns:a="http://schemas.openxmlformats.org/drawingml/2006/main" noGrp="1"/>
          </p:cNvSpPr>
          <p:nvPr/>
        </p:nvSpPr>
        <p:spPr>
          <a:xfrm xmlns:a="http://schemas.openxmlformats.org/drawingml/2006/main">
            <a:off x="532209" y="4603582"/>
            <a:ext cx="6864313" cy="133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44" b="0" i="0">
                <a:solidFill>
                  <a:srgbClr val="F5F0E8"/>
                </a:solidFill>
                <a:latin typeface="Arial"/>
                <a:ea typeface="Arial"/>
                <a:cs typeface="Arial"/>
              </a:defRPr>
            </a:defPPr>
          </a:lstStyle>
          <a:p xmlns:a="http://schemas.openxmlformats.org/drawingml/2006/main">
            <a:pPr>
              <a:defRPr sz="844" b="0" i="0">
                <a:solidFill>
                  <a:srgbClr val="F5F0E8"/>
                </a:solidFill>
                <a:latin typeface="Arial"/>
                <a:ea typeface="Arial"/>
                <a:cs typeface="Arial"/>
              </a:defRPr>
            </a:pPr>
            <a:r>
              <a:rPr sz="844" b="0" i="0">
                <a:solidFill>
                  <a:srgbClr val="F5F0E8"/>
                </a:solidFill>
                <a:latin typeface="Arial"/>
                <a:ea typeface="Arial"/>
                <a:cs typeface="Arial"/>
              </a:rPr>
              <a:t>Equivalente salarial bruto del escenario, no ahorro de caja ejecutado. Reasignar tiempo a otras tareas. Antes de tecnología, cargas y transición.</a:t>
            </a:r>
          </a:p>
        </p:txBody>
      </p:sp>
      <p:sp>
        <p:nvSpPr>
          <p:cNvPr id="16" name="text-11-14">
            <a:extLst xmlns:a="http://schemas.openxmlformats.org/drawingml/2006/main">
              <a:ext uri="{FF2B5EF4-FFF2-40B4-BE49-F238E27FC236}">
                <a16:creationId xmlns:a16="http://schemas.microsoft.com/office/drawing/2014/main" id="{154FF619-87EB-4877-8BF4-B2A81E7ED1E5}"/>
              </a:ext>
            </a:extLst>
          </p:cNvPr>
          <p:cNvSpPr>
            <a:spLocks xmlns:a="http://schemas.openxmlformats.org/drawingml/2006/main" noGrp="1"/>
          </p:cNvSpPr>
          <p:nvPr/>
        </p:nvSpPr>
        <p:spPr>
          <a:xfrm xmlns:a="http://schemas.openxmlformats.org/drawingml/2006/main">
            <a:off x="532209" y="4923697"/>
            <a:ext cx="2632040"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03 / IMPACTO · CAPACIDAD OPERATIVA / OMNI by 5.5</a:t>
            </a:r>
          </a:p>
        </p:txBody>
      </p:sp>
      <p:sp>
        <p:nvSpPr>
          <p:cNvPr id="17" name="text-11-15">
            <a:extLst xmlns:a="http://schemas.openxmlformats.org/drawingml/2006/main">
              <a:ext uri="{FF2B5EF4-FFF2-40B4-BE49-F238E27FC236}">
                <a16:creationId xmlns:a16="http://schemas.microsoft.com/office/drawing/2014/main" id="{5A2506FA-5E60-47DE-8785-46D05E8743E6}"/>
              </a:ext>
            </a:extLst>
          </p:cNvPr>
          <p:cNvSpPr>
            <a:spLocks xmlns:a="http://schemas.openxmlformats.org/drawingml/2006/main" noGrp="1"/>
          </p:cNvSpPr>
          <p:nvPr/>
        </p:nvSpPr>
        <p:spPr>
          <a:xfrm xmlns:a="http://schemas.openxmlformats.org/drawingml/2006/main">
            <a:off x="8451391" y="4923697"/>
            <a:ext cx="372769"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11 / 5.5</a:t>
            </a:r>
          </a:p>
        </p:txBody>
      </p:sp>
    </p:spTree>
    <p:extLst>
      <p:ext uri="{BB962C8B-B14F-4D97-AF65-F5344CB8AC3E}">
        <p14:creationId xmlns:p14="http://schemas.microsoft.com/office/powerpoint/2010/main" val="69389380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FA682145-96F1-4650-BA73-6501A700BF43}"/>
              </a:ext>
            </a:extLst>
          </p:cNvPr>
          <p:cNvPicPr>
            <a:picLocks xmlns:a="http://schemas.openxmlformats.org/drawingml/2006/main" noChangeAspect="1"/>
          </p:cNvPicPr>
          <p:nvPr/>
        </p:nvPicPr>
        <p:blipFill>
          <a:blip xmlns:r="http://schemas.openxmlformats.org/officeDocument/2006/relationships" xmlns:a="http://schemas.openxmlformats.org/drawingml/2006/main" r:embed="Ra19422b694cb45dd"/>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12-0">
            <a:extLst xmlns:a="http://schemas.openxmlformats.org/drawingml/2006/main">
              <a:ext uri="{FF2B5EF4-FFF2-40B4-BE49-F238E27FC236}">
                <a16:creationId xmlns:a16="http://schemas.microsoft.com/office/drawing/2014/main" id="{6D978E35-C505-4F13-8A13-31C7DA09A7F4}"/>
              </a:ext>
            </a:extLst>
          </p:cNvPr>
          <p:cNvSpPr>
            <a:spLocks xmlns:a="http://schemas.openxmlformats.org/drawingml/2006/main" noGrp="1"/>
          </p:cNvSpPr>
          <p:nvPr/>
        </p:nvSpPr>
        <p:spPr>
          <a:xfrm xmlns:a="http://schemas.openxmlformats.org/drawingml/2006/main">
            <a:off x="532209" y="382979"/>
            <a:ext cx="2476738"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5F0E8"/>
                </a:solidFill>
                <a:latin typeface="Arial"/>
                <a:ea typeface="Arial"/>
                <a:cs typeface="Arial"/>
              </a:defRPr>
            </a:defPPr>
          </a:lstStyle>
          <a:p xmlns:a="http://schemas.openxmlformats.org/drawingml/2006/main">
            <a:pPr>
              <a:defRPr sz="956" b="1" i="0">
                <a:solidFill>
                  <a:srgbClr val="F5F0E8"/>
                </a:solidFill>
                <a:latin typeface="Arial"/>
                <a:ea typeface="Arial"/>
                <a:cs typeface="Arial"/>
              </a:defRPr>
            </a:pPr>
            <a:r>
              <a:rPr sz="956" b="1" i="0">
                <a:solidFill>
                  <a:srgbClr val="F5F0E8"/>
                </a:solidFill>
                <a:latin typeface="Arial"/>
                <a:ea typeface="Arial"/>
                <a:cs typeface="Arial"/>
              </a:rPr>
              <a:t>03 / IMPACTO · COSTO-BENEFICIO</a:t>
            </a:r>
          </a:p>
        </p:txBody>
      </p:sp>
      <p:sp>
        <p:nvSpPr>
          <p:cNvPr id="3" name="text-12-1">
            <a:extLst xmlns:a="http://schemas.openxmlformats.org/drawingml/2006/main">
              <a:ext uri="{FF2B5EF4-FFF2-40B4-BE49-F238E27FC236}">
                <a16:creationId xmlns:a16="http://schemas.microsoft.com/office/drawing/2014/main" id="{0FE8F660-0846-4E9E-B9C0-54DFAD498857}"/>
              </a:ext>
            </a:extLst>
          </p:cNvPr>
          <p:cNvSpPr>
            <a:spLocks xmlns:a="http://schemas.openxmlformats.org/drawingml/2006/main" noGrp="1"/>
          </p:cNvSpPr>
          <p:nvPr/>
        </p:nvSpPr>
        <p:spPr>
          <a:xfrm xmlns:a="http://schemas.openxmlformats.org/drawingml/2006/main">
            <a:off x="532209" y="674261"/>
            <a:ext cx="3014842" cy="625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38" b="0" i="0">
                <a:solidFill>
                  <a:srgbClr val="F5F0E8"/>
                </a:solidFill>
                <a:latin typeface="Impact"/>
                <a:ea typeface="Impact"/>
                <a:cs typeface="Impact"/>
              </a:defRPr>
            </a:defPPr>
          </a:lstStyle>
          <a:p xmlns:a="http://schemas.openxmlformats.org/drawingml/2006/main">
            <a:pPr>
              <a:defRPr sz="3938" b="0" i="0">
                <a:solidFill>
                  <a:srgbClr val="F5F0E8"/>
                </a:solidFill>
                <a:latin typeface="Impact"/>
                <a:ea typeface="Impact"/>
                <a:cs typeface="Impact"/>
              </a:defRPr>
            </a:pPr>
            <a:r>
              <a:rPr sz="3938" b="0" i="0">
                <a:solidFill>
                  <a:srgbClr val="F5F0E8"/>
                </a:solidFill>
                <a:latin typeface="Impact"/>
                <a:ea typeface="Impact"/>
                <a:cs typeface="Impact"/>
              </a:rPr>
              <a:t>CUÁNTO CUESTA</a:t>
            </a:r>
          </a:p>
        </p:txBody>
      </p:sp>
      <p:sp>
        <p:nvSpPr>
          <p:cNvPr id="4" name="text-12-2">
            <a:extLst xmlns:a="http://schemas.openxmlformats.org/drawingml/2006/main">
              <a:ext uri="{FF2B5EF4-FFF2-40B4-BE49-F238E27FC236}">
                <a16:creationId xmlns:a16="http://schemas.microsoft.com/office/drawing/2014/main" id="{F7ED655A-F181-402F-953C-9E0319D51B09}"/>
              </a:ext>
            </a:extLst>
          </p:cNvPr>
          <p:cNvSpPr>
            <a:spLocks xmlns:a="http://schemas.openxmlformats.org/drawingml/2006/main" noGrp="1"/>
          </p:cNvSpPr>
          <p:nvPr/>
        </p:nvSpPr>
        <p:spPr>
          <a:xfrm xmlns:a="http://schemas.openxmlformats.org/drawingml/2006/main">
            <a:off x="532209" y="1181467"/>
            <a:ext cx="4403291" cy="625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38" b="0" i="0">
                <a:solidFill>
                  <a:srgbClr val="F5F0E8"/>
                </a:solidFill>
                <a:latin typeface="Impact"/>
                <a:ea typeface="Impact"/>
                <a:cs typeface="Impact"/>
              </a:defRPr>
            </a:defPPr>
          </a:lstStyle>
          <a:p xmlns:a="http://schemas.openxmlformats.org/drawingml/2006/main">
            <a:pPr>
              <a:defRPr sz="3938" b="0" i="0">
                <a:solidFill>
                  <a:srgbClr val="F5F0E8"/>
                </a:solidFill>
                <a:latin typeface="Impact"/>
                <a:ea typeface="Impact"/>
                <a:cs typeface="Impact"/>
              </a:defRPr>
            </a:pPr>
            <a:r>
              <a:rPr sz="3938" b="0" i="0">
                <a:solidFill>
                  <a:srgbClr val="F5F0E8"/>
                </a:solidFill>
                <a:latin typeface="Impact"/>
                <a:ea typeface="Impact"/>
                <a:cs typeface="Impact"/>
              </a:rPr>
              <a:t>Y QUÉ PODRÍA DEVOLVER</a:t>
            </a:r>
          </a:p>
        </p:txBody>
      </p:sp>
      <p:sp>
        <p:nvSpPr>
          <p:cNvPr id="5" name="text-12-3">
            <a:extLst xmlns:a="http://schemas.openxmlformats.org/drawingml/2006/main">
              <a:ext uri="{FF2B5EF4-FFF2-40B4-BE49-F238E27FC236}">
                <a16:creationId xmlns:a16="http://schemas.microsoft.com/office/drawing/2014/main" id="{3E8C827F-E422-471A-A153-372CE5078558}"/>
              </a:ext>
            </a:extLst>
          </p:cNvPr>
          <p:cNvSpPr>
            <a:spLocks xmlns:a="http://schemas.openxmlformats.org/drawingml/2006/main" noGrp="1"/>
          </p:cNvSpPr>
          <p:nvPr/>
        </p:nvSpPr>
        <p:spPr>
          <a:xfrm xmlns:a="http://schemas.openxmlformats.org/drawingml/2006/main">
            <a:off x="532209" y="2198168"/>
            <a:ext cx="1420415" cy="1607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13" b="1" i="0">
                <a:solidFill>
                  <a:srgbClr val="F5F0E8"/>
                </a:solidFill>
                <a:latin typeface="Arial"/>
                <a:ea typeface="Arial"/>
                <a:cs typeface="Arial"/>
              </a:defRPr>
            </a:defPPr>
          </a:lstStyle>
          <a:p xmlns:a="http://schemas.openxmlformats.org/drawingml/2006/main">
            <a:pPr>
              <a:defRPr sz="1013" b="1" i="0">
                <a:solidFill>
                  <a:srgbClr val="F5F0E8"/>
                </a:solidFill>
                <a:latin typeface="Arial"/>
                <a:ea typeface="Arial"/>
                <a:cs typeface="Arial"/>
              </a:defRPr>
            </a:pPr>
            <a:r>
              <a:rPr sz="1013" b="1" i="0">
                <a:solidFill>
                  <a:srgbClr val="F5F0E8"/>
                </a:solidFill>
                <a:latin typeface="Arial"/>
                <a:ea typeface="Arial"/>
                <a:cs typeface="Arial"/>
              </a:rPr>
              <a:t>PUESTA EN MARCHA</a:t>
            </a:r>
          </a:p>
        </p:txBody>
      </p:sp>
      <p:sp>
        <p:nvSpPr>
          <p:cNvPr id="6" name="text-12-4">
            <a:extLst xmlns:a="http://schemas.openxmlformats.org/drawingml/2006/main">
              <a:ext uri="{FF2B5EF4-FFF2-40B4-BE49-F238E27FC236}">
                <a16:creationId xmlns:a16="http://schemas.microsoft.com/office/drawing/2014/main" id="{F90537A8-6B2C-401D-963F-2392A28A06DA}"/>
              </a:ext>
            </a:extLst>
          </p:cNvPr>
          <p:cNvSpPr>
            <a:spLocks xmlns:a="http://schemas.openxmlformats.org/drawingml/2006/main" noGrp="1"/>
          </p:cNvSpPr>
          <p:nvPr/>
        </p:nvSpPr>
        <p:spPr>
          <a:xfrm xmlns:a="http://schemas.openxmlformats.org/drawingml/2006/main">
            <a:off x="532209" y="2417650"/>
            <a:ext cx="1566634" cy="580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56" b="0" i="0">
                <a:solidFill>
                  <a:srgbClr val="F5F0E8"/>
                </a:solidFill>
                <a:latin typeface="Impact"/>
                <a:ea typeface="Impact"/>
                <a:cs typeface="Impact"/>
              </a:defRPr>
            </a:defPPr>
          </a:lstStyle>
          <a:p xmlns:a="http://schemas.openxmlformats.org/drawingml/2006/main">
            <a:pPr>
              <a:defRPr sz="3656" b="0" i="0">
                <a:solidFill>
                  <a:srgbClr val="F5F0E8"/>
                </a:solidFill>
                <a:latin typeface="Impact"/>
                <a:ea typeface="Impact"/>
                <a:cs typeface="Impact"/>
              </a:defRPr>
            </a:pPr>
            <a:r>
              <a:rPr sz="3656" b="0" i="0">
                <a:solidFill>
                  <a:srgbClr val="F5F0E8"/>
                </a:solidFill>
                <a:latin typeface="Impact"/>
                <a:ea typeface="Impact"/>
                <a:cs typeface="Impact"/>
              </a:rPr>
              <a:t>Incluida</a:t>
            </a:r>
          </a:p>
        </p:txBody>
      </p:sp>
      <p:sp>
        <p:nvSpPr>
          <p:cNvPr id="7" name="text-12-5">
            <a:extLst xmlns:a="http://schemas.openxmlformats.org/drawingml/2006/main">
              <a:ext uri="{FF2B5EF4-FFF2-40B4-BE49-F238E27FC236}">
                <a16:creationId xmlns:a16="http://schemas.microsoft.com/office/drawing/2014/main" id="{33728AF5-3A7A-41D6-983E-2B36A9AF3AB1}"/>
              </a:ext>
            </a:extLst>
          </p:cNvPr>
          <p:cNvSpPr>
            <a:spLocks xmlns:a="http://schemas.openxmlformats.org/drawingml/2006/main" noGrp="1"/>
          </p:cNvSpPr>
          <p:nvPr/>
        </p:nvSpPr>
        <p:spPr>
          <a:xfrm xmlns:a="http://schemas.openxmlformats.org/drawingml/2006/main">
            <a:off x="532209" y="3086700"/>
            <a:ext cx="2125532" cy="1964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38" b="0" i="0">
                <a:solidFill>
                  <a:srgbClr val="F5F0E8"/>
                </a:solidFill>
                <a:latin typeface="Arial"/>
                <a:ea typeface="Arial"/>
                <a:cs typeface="Arial"/>
              </a:defRPr>
            </a:defPPr>
          </a:lstStyle>
          <a:p xmlns:a="http://schemas.openxmlformats.org/drawingml/2006/main">
            <a:pPr>
              <a:defRPr sz="1238" b="0" i="0">
                <a:solidFill>
                  <a:srgbClr val="F5F0E8"/>
                </a:solidFill>
                <a:latin typeface="Arial"/>
                <a:ea typeface="Arial"/>
                <a:cs typeface="Arial"/>
              </a:defRPr>
            </a:pPr>
            <a:r>
              <a:rPr sz="1238" b="0" i="0">
                <a:solidFill>
                  <a:srgbClr val="F5F0E8"/>
                </a:solidFill>
                <a:latin typeface="Arial"/>
                <a:ea typeface="Arial"/>
                <a:cs typeface="Arial"/>
              </a:rPr>
              <a:t>Desarrollo e integración como</a:t>
            </a:r>
          </a:p>
        </p:txBody>
      </p:sp>
      <p:sp>
        <p:nvSpPr>
          <p:cNvPr id="8" name="text-12-6">
            <a:extLst xmlns:a="http://schemas.openxmlformats.org/drawingml/2006/main">
              <a:ext uri="{FF2B5EF4-FFF2-40B4-BE49-F238E27FC236}">
                <a16:creationId xmlns:a16="http://schemas.microsoft.com/office/drawing/2014/main" id="{064ECFFD-B493-465E-9F1B-ABFB640F76E9}"/>
              </a:ext>
            </a:extLst>
          </p:cNvPr>
          <p:cNvSpPr>
            <a:spLocks xmlns:a="http://schemas.openxmlformats.org/drawingml/2006/main" noGrp="1"/>
          </p:cNvSpPr>
          <p:nvPr/>
        </p:nvSpPr>
        <p:spPr>
          <a:xfrm xmlns:a="http://schemas.openxmlformats.org/drawingml/2006/main">
            <a:off x="532209" y="3315300"/>
            <a:ext cx="2143448" cy="1964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38" b="0" i="0">
                <a:solidFill>
                  <a:srgbClr val="F5F0E8"/>
                </a:solidFill>
                <a:latin typeface="Arial"/>
                <a:ea typeface="Arial"/>
                <a:cs typeface="Arial"/>
              </a:defRPr>
            </a:defPPr>
          </a:lstStyle>
          <a:p xmlns:a="http://schemas.openxmlformats.org/drawingml/2006/main">
            <a:pPr>
              <a:defRPr sz="1238" b="0" i="0">
                <a:solidFill>
                  <a:srgbClr val="F5F0E8"/>
                </a:solidFill>
                <a:latin typeface="Arial"/>
                <a:ea typeface="Arial"/>
                <a:cs typeface="Arial"/>
              </a:defRPr>
            </a:pPr>
            <a:r>
              <a:rPr sz="1238" b="0" i="0">
                <a:solidFill>
                  <a:srgbClr val="F5F0E8"/>
                </a:solidFill>
                <a:latin typeface="Arial"/>
                <a:ea typeface="Arial"/>
                <a:cs typeface="Arial"/>
              </a:rPr>
              <a:t>aporte del equipo al concurso.</a:t>
            </a:r>
          </a:p>
        </p:txBody>
      </p:sp>
      <p:sp>
        <p:nvSpPr>
          <p:cNvPr id="9" name="text-12-7">
            <a:extLst xmlns:a="http://schemas.openxmlformats.org/drawingml/2006/main">
              <a:ext uri="{FF2B5EF4-FFF2-40B4-BE49-F238E27FC236}">
                <a16:creationId xmlns:a16="http://schemas.microsoft.com/office/drawing/2014/main" id="{00EA3D8A-CBF4-4ECE-A41B-9DFB8256953B}"/>
              </a:ext>
            </a:extLst>
          </p:cNvPr>
          <p:cNvSpPr>
            <a:spLocks xmlns:a="http://schemas.openxmlformats.org/drawingml/2006/main" noGrp="1"/>
          </p:cNvSpPr>
          <p:nvPr/>
        </p:nvSpPr>
        <p:spPr>
          <a:xfrm xmlns:a="http://schemas.openxmlformats.org/drawingml/2006/main">
            <a:off x="3361134" y="2198168"/>
            <a:ext cx="1642131" cy="1607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13" b="1" i="0">
                <a:solidFill>
                  <a:srgbClr val="F5F0E8"/>
                </a:solidFill>
                <a:latin typeface="Arial"/>
                <a:ea typeface="Arial"/>
                <a:cs typeface="Arial"/>
              </a:defRPr>
            </a:defPPr>
          </a:lstStyle>
          <a:p xmlns:a="http://schemas.openxmlformats.org/drawingml/2006/main">
            <a:pPr>
              <a:defRPr sz="1013" b="1" i="0">
                <a:solidFill>
                  <a:srgbClr val="F5F0E8"/>
                </a:solidFill>
                <a:latin typeface="Arial"/>
                <a:ea typeface="Arial"/>
                <a:cs typeface="Arial"/>
              </a:defRPr>
            </a:pPr>
            <a:r>
              <a:rPr sz="1013" b="1" i="0">
                <a:solidFill>
                  <a:srgbClr val="F5F0E8"/>
                </a:solidFill>
                <a:latin typeface="Arial"/>
                <a:ea typeface="Arial"/>
                <a:cs typeface="Arial"/>
              </a:rPr>
              <a:t>OPERACIÓN / OBJETIVO</a:t>
            </a:r>
          </a:p>
        </p:txBody>
      </p:sp>
      <p:sp>
        <p:nvSpPr>
          <p:cNvPr id="10" name="text-12-8">
            <a:extLst xmlns:a="http://schemas.openxmlformats.org/drawingml/2006/main">
              <a:ext uri="{FF2B5EF4-FFF2-40B4-BE49-F238E27FC236}">
                <a16:creationId xmlns:a16="http://schemas.microsoft.com/office/drawing/2014/main" id="{4C211C26-44BB-4A55-8E78-8EE352996DA9}"/>
              </a:ext>
            </a:extLst>
          </p:cNvPr>
          <p:cNvSpPr>
            <a:spLocks xmlns:a="http://schemas.openxmlformats.org/drawingml/2006/main" noGrp="1"/>
          </p:cNvSpPr>
          <p:nvPr/>
        </p:nvSpPr>
        <p:spPr>
          <a:xfrm xmlns:a="http://schemas.openxmlformats.org/drawingml/2006/main">
            <a:off x="3361134" y="2417650"/>
            <a:ext cx="1647925" cy="580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56" b="0" i="0">
                <a:solidFill>
                  <a:srgbClr val="F5F0E8"/>
                </a:solidFill>
                <a:latin typeface="Impact"/>
                <a:ea typeface="Impact"/>
                <a:cs typeface="Impact"/>
              </a:defRPr>
            </a:defPPr>
          </a:lstStyle>
          <a:p xmlns:a="http://schemas.openxmlformats.org/drawingml/2006/main">
            <a:pPr>
              <a:defRPr sz="3656" b="0" i="0">
                <a:solidFill>
                  <a:srgbClr val="F5F0E8"/>
                </a:solidFill>
                <a:latin typeface="Impact"/>
                <a:ea typeface="Impact"/>
                <a:cs typeface="Impact"/>
              </a:defRPr>
            </a:pPr>
            <a:r>
              <a:rPr sz="3656" b="0" i="0">
                <a:solidFill>
                  <a:srgbClr val="F5F0E8"/>
                </a:solidFill>
                <a:latin typeface="Impact"/>
                <a:ea typeface="Impact"/>
                <a:cs typeface="Impact"/>
              </a:rPr>
              <a:t>≈S/1.400</a:t>
            </a:r>
          </a:p>
        </p:txBody>
      </p:sp>
      <p:sp>
        <p:nvSpPr>
          <p:cNvPr id="11" name="text-12-9">
            <a:extLst xmlns:a="http://schemas.openxmlformats.org/drawingml/2006/main">
              <a:ext uri="{FF2B5EF4-FFF2-40B4-BE49-F238E27FC236}">
                <a16:creationId xmlns:a16="http://schemas.microsoft.com/office/drawing/2014/main" id="{C7121697-0DDA-4A29-B74E-99D04FFB4922}"/>
              </a:ext>
            </a:extLst>
          </p:cNvPr>
          <p:cNvSpPr>
            <a:spLocks xmlns:a="http://schemas.openxmlformats.org/drawingml/2006/main" noGrp="1"/>
          </p:cNvSpPr>
          <p:nvPr/>
        </p:nvSpPr>
        <p:spPr>
          <a:xfrm xmlns:a="http://schemas.openxmlformats.org/drawingml/2006/main">
            <a:off x="3361134" y="3086700"/>
            <a:ext cx="806782" cy="1964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38" b="0" i="0">
                <a:solidFill>
                  <a:srgbClr val="F5F0E8"/>
                </a:solidFill>
                <a:latin typeface="Arial"/>
                <a:ea typeface="Arial"/>
                <a:cs typeface="Arial"/>
              </a:defRPr>
            </a:defPPr>
          </a:lstStyle>
          <a:p xmlns:a="http://schemas.openxmlformats.org/drawingml/2006/main">
            <a:pPr>
              <a:defRPr sz="1238" b="0" i="0">
                <a:solidFill>
                  <a:srgbClr val="F5F0E8"/>
                </a:solidFill>
                <a:latin typeface="Arial"/>
                <a:ea typeface="Arial"/>
                <a:cs typeface="Arial"/>
              </a:defRPr>
            </a:pPr>
            <a:r>
              <a:rPr sz="1238" b="0" i="0">
                <a:solidFill>
                  <a:srgbClr val="F5F0E8"/>
                </a:solidFill>
                <a:latin typeface="Arial"/>
                <a:ea typeface="Arial"/>
                <a:cs typeface="Arial"/>
              </a:rPr>
              <a:t>Con Meta. </a:t>
            </a:r>
          </a:p>
        </p:txBody>
      </p:sp>
      <p:sp>
        <p:nvSpPr>
          <p:cNvPr id="12" name="text-12-10">
            <a:extLst xmlns:a="http://schemas.openxmlformats.org/drawingml/2006/main">
              <a:ext uri="{FF2B5EF4-FFF2-40B4-BE49-F238E27FC236}">
                <a16:creationId xmlns:a16="http://schemas.microsoft.com/office/drawing/2014/main" id="{AB2CFFD7-FE9C-4B25-903D-539F5CEF3BBC}"/>
              </a:ext>
            </a:extLst>
          </p:cNvPr>
          <p:cNvSpPr>
            <a:spLocks xmlns:a="http://schemas.openxmlformats.org/drawingml/2006/main" noGrp="1"/>
          </p:cNvSpPr>
          <p:nvPr/>
        </p:nvSpPr>
        <p:spPr>
          <a:xfrm xmlns:a="http://schemas.openxmlformats.org/drawingml/2006/main">
            <a:off x="6190059" y="2198168"/>
            <a:ext cx="1992014" cy="1607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13" b="1" i="0">
                <a:solidFill>
                  <a:srgbClr val="F5F0E8"/>
                </a:solidFill>
                <a:latin typeface="Arial"/>
                <a:ea typeface="Arial"/>
                <a:cs typeface="Arial"/>
              </a:defRPr>
            </a:defPPr>
          </a:lstStyle>
          <a:p xmlns:a="http://schemas.openxmlformats.org/drawingml/2006/main">
            <a:pPr>
              <a:defRPr sz="1013" b="1" i="0">
                <a:solidFill>
                  <a:srgbClr val="F5F0E8"/>
                </a:solidFill>
                <a:latin typeface="Arial"/>
                <a:ea typeface="Arial"/>
                <a:cs typeface="Arial"/>
              </a:defRPr>
            </a:pPr>
            <a:r>
              <a:rPr sz="1013" b="1" i="0">
                <a:solidFill>
                  <a:srgbClr val="F5F0E8"/>
                </a:solidFill>
                <a:latin typeface="Arial"/>
                <a:ea typeface="Arial"/>
                <a:cs typeface="Arial"/>
              </a:rPr>
              <a:t>CONTRIBUCIÓN / ESCENARIO</a:t>
            </a:r>
          </a:p>
        </p:txBody>
      </p:sp>
      <p:sp>
        <p:nvSpPr>
          <p:cNvPr id="13" name="text-12-11">
            <a:extLst xmlns:a="http://schemas.openxmlformats.org/drawingml/2006/main">
              <a:ext uri="{FF2B5EF4-FFF2-40B4-BE49-F238E27FC236}">
                <a16:creationId xmlns:a16="http://schemas.microsoft.com/office/drawing/2014/main" id="{2B167C28-1F7A-41E5-95BC-E40F030D0AD6}"/>
              </a:ext>
            </a:extLst>
          </p:cNvPr>
          <p:cNvSpPr>
            <a:spLocks xmlns:a="http://schemas.openxmlformats.org/drawingml/2006/main" noGrp="1"/>
          </p:cNvSpPr>
          <p:nvPr/>
        </p:nvSpPr>
        <p:spPr>
          <a:xfrm xmlns:a="http://schemas.openxmlformats.org/drawingml/2006/main">
            <a:off x="6190059" y="3100987"/>
            <a:ext cx="1872501" cy="1964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38" b="0" i="0">
                <a:solidFill>
                  <a:srgbClr val="F5F0E8"/>
                </a:solidFill>
                <a:latin typeface="Arial"/>
                <a:ea typeface="Arial"/>
                <a:cs typeface="Arial"/>
              </a:defRPr>
            </a:defPPr>
          </a:lstStyle>
          <a:p xmlns:a="http://schemas.openxmlformats.org/drawingml/2006/main">
            <a:pPr>
              <a:defRPr sz="1238" b="0" i="0">
                <a:solidFill>
                  <a:srgbClr val="F5F0E8"/>
                </a:solidFill>
                <a:latin typeface="Arial"/>
                <a:ea typeface="Arial"/>
                <a:cs typeface="Arial"/>
              </a:defRPr>
            </a:pPr>
            <a:r>
              <a:rPr sz="1238" b="0" i="0">
                <a:solidFill>
                  <a:srgbClr val="F5F0E8"/>
                </a:solidFill>
                <a:latin typeface="Arial"/>
                <a:ea typeface="Arial"/>
                <a:cs typeface="Arial"/>
              </a:rPr>
              <a:t>Hipótesis antes de costos.</a:t>
            </a:r>
          </a:p>
        </p:txBody>
      </p:sp>
      <p:sp>
        <p:nvSpPr>
          <p:cNvPr id="14" name="text-12-12">
            <a:extLst xmlns:a="http://schemas.openxmlformats.org/drawingml/2006/main">
              <a:ext uri="{FF2B5EF4-FFF2-40B4-BE49-F238E27FC236}">
                <a16:creationId xmlns:a16="http://schemas.microsoft.com/office/drawing/2014/main" id="{86D4A77E-B041-4260-B29F-D1227B705508}"/>
              </a:ext>
            </a:extLst>
          </p:cNvPr>
          <p:cNvSpPr>
            <a:spLocks xmlns:a="http://schemas.openxmlformats.org/drawingml/2006/main" noGrp="1"/>
          </p:cNvSpPr>
          <p:nvPr/>
        </p:nvSpPr>
        <p:spPr>
          <a:xfrm xmlns:a="http://schemas.openxmlformats.org/drawingml/2006/main">
            <a:off x="532209" y="3968597"/>
            <a:ext cx="2463532" cy="4732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81" b="0" i="0">
                <a:solidFill>
                  <a:srgbClr val="FF4053"/>
                </a:solidFill>
                <a:latin typeface="Impact"/>
                <a:ea typeface="Impact"/>
                <a:cs typeface="Impact"/>
              </a:defRPr>
            </a:defPPr>
          </a:lstStyle>
          <a:p xmlns:a="http://schemas.openxmlformats.org/drawingml/2006/main">
            <a:pPr>
              <a:defRPr sz="2981" b="0" i="0">
                <a:solidFill>
                  <a:srgbClr val="FF4053"/>
                </a:solidFill>
                <a:latin typeface="Impact"/>
                <a:ea typeface="Impact"/>
                <a:cs typeface="Impact"/>
              </a:defRPr>
            </a:pPr>
            <a:r>
              <a:rPr sz="2981" b="0" i="0">
                <a:solidFill>
                  <a:srgbClr val="FF4053"/>
                </a:solidFill>
                <a:latin typeface="Impact"/>
                <a:ea typeface="Impact"/>
                <a:cs typeface="Impact"/>
              </a:rPr>
              <a:t>94 operaciones</a:t>
            </a:r>
          </a:p>
        </p:txBody>
      </p:sp>
      <p:sp>
        <p:nvSpPr>
          <p:cNvPr id="15" name="text-12-13">
            <a:extLst xmlns:a="http://schemas.openxmlformats.org/drawingml/2006/main">
              <a:ext uri="{FF2B5EF4-FFF2-40B4-BE49-F238E27FC236}">
                <a16:creationId xmlns:a16="http://schemas.microsoft.com/office/drawing/2014/main" id="{9C39437C-59EE-49AA-9803-DE65182CAA6A}"/>
              </a:ext>
            </a:extLst>
          </p:cNvPr>
          <p:cNvSpPr>
            <a:spLocks xmlns:a="http://schemas.openxmlformats.org/drawingml/2006/main" noGrp="1"/>
          </p:cNvSpPr>
          <p:nvPr/>
        </p:nvSpPr>
        <p:spPr>
          <a:xfrm xmlns:a="http://schemas.openxmlformats.org/drawingml/2006/main">
            <a:off x="3243151" y="3987489"/>
            <a:ext cx="3426425"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nuevas al mes cubrirían S/1.400 de tecnología</a:t>
            </a:r>
          </a:p>
        </p:txBody>
      </p:sp>
      <p:sp>
        <p:nvSpPr>
          <p:cNvPr id="16" name="text-12-14">
            <a:extLst xmlns:a="http://schemas.openxmlformats.org/drawingml/2006/main">
              <a:ext uri="{FF2B5EF4-FFF2-40B4-BE49-F238E27FC236}">
                <a16:creationId xmlns:a16="http://schemas.microsoft.com/office/drawing/2014/main" id="{C0509206-B9C1-47F5-B834-A8F706CE6517}"/>
              </a:ext>
            </a:extLst>
          </p:cNvPr>
          <p:cNvSpPr>
            <a:spLocks xmlns:a="http://schemas.openxmlformats.org/drawingml/2006/main" noGrp="1"/>
          </p:cNvSpPr>
          <p:nvPr/>
        </p:nvSpPr>
        <p:spPr>
          <a:xfrm xmlns:a="http://schemas.openxmlformats.org/drawingml/2006/main">
            <a:off x="3243151" y="4223233"/>
            <a:ext cx="2494973"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si cada una deja S/15 de margen.</a:t>
            </a:r>
          </a:p>
        </p:txBody>
      </p:sp>
      <p:sp>
        <p:nvSpPr>
          <p:cNvPr id="17" name="text-12-15">
            <a:extLst xmlns:a="http://schemas.openxmlformats.org/drawingml/2006/main">
              <a:ext uri="{FF2B5EF4-FFF2-40B4-BE49-F238E27FC236}">
                <a16:creationId xmlns:a16="http://schemas.microsoft.com/office/drawing/2014/main" id="{F4D182A7-FE30-4A70-B0F5-E3103838AEB6}"/>
              </a:ext>
            </a:extLst>
          </p:cNvPr>
          <p:cNvSpPr>
            <a:spLocks xmlns:a="http://schemas.openxmlformats.org/drawingml/2006/main" noGrp="1"/>
          </p:cNvSpPr>
          <p:nvPr/>
        </p:nvSpPr>
        <p:spPr>
          <a:xfrm xmlns:a="http://schemas.openxmlformats.org/drawingml/2006/main">
            <a:off x="4129869" y="3106101"/>
            <a:ext cx="1154627" cy="16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69" b="0" i="0">
                <a:solidFill>
                  <a:srgbClr val="F5F0E8"/>
                </a:solidFill>
                <a:latin typeface="Arial"/>
                <a:ea typeface="Arial"/>
                <a:cs typeface="Arial"/>
              </a:defRPr>
            </a:defPPr>
          </a:lstStyle>
          <a:p xmlns:a="http://schemas.openxmlformats.org/drawingml/2006/main">
            <a:pPr>
              <a:defRPr sz="1069" b="0" i="0">
                <a:solidFill>
                  <a:srgbClr val="F5F0E8"/>
                </a:solidFill>
                <a:latin typeface="Arial"/>
                <a:ea typeface="Arial"/>
                <a:cs typeface="Arial"/>
              </a:defRPr>
            </a:pPr>
            <a:r>
              <a:rPr sz="1069" b="0" i="0">
                <a:solidFill>
                  <a:srgbClr val="F5F0E8"/>
                </a:solidFill>
                <a:latin typeface="Arial"/>
                <a:ea typeface="Arial"/>
                <a:cs typeface="Arial"/>
              </a:rPr>
              <a:t>Datos agrupados ·</a:t>
            </a:r>
          </a:p>
        </p:txBody>
      </p:sp>
      <p:sp>
        <p:nvSpPr>
          <p:cNvPr id="18" name="text-12-16">
            <a:extLst xmlns:a="http://schemas.openxmlformats.org/drawingml/2006/main">
              <a:ext uri="{FF2B5EF4-FFF2-40B4-BE49-F238E27FC236}">
                <a16:creationId xmlns:a16="http://schemas.microsoft.com/office/drawing/2014/main" id="{B17DAB3D-D418-4D68-BF54-398CAC772F09}"/>
              </a:ext>
            </a:extLst>
          </p:cNvPr>
          <p:cNvSpPr>
            <a:spLocks xmlns:a="http://schemas.openxmlformats.org/drawingml/2006/main" noGrp="1"/>
          </p:cNvSpPr>
          <p:nvPr/>
        </p:nvSpPr>
        <p:spPr>
          <a:xfrm xmlns:a="http://schemas.openxmlformats.org/drawingml/2006/main">
            <a:off x="3361134" y="3334701"/>
            <a:ext cx="641697" cy="16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69" b="0" i="0">
                <a:solidFill>
                  <a:srgbClr val="F5F0E8"/>
                </a:solidFill>
                <a:latin typeface="Arial"/>
                <a:ea typeface="Arial"/>
                <a:cs typeface="Arial"/>
              </a:defRPr>
            </a:defPPr>
          </a:lstStyle>
          <a:p xmlns:a="http://schemas.openxmlformats.org/drawingml/2006/main">
            <a:pPr>
              <a:defRPr sz="1069" b="0" i="0">
                <a:solidFill>
                  <a:srgbClr val="F5F0E8"/>
                </a:solidFill>
                <a:latin typeface="Arial"/>
                <a:ea typeface="Arial"/>
                <a:cs typeface="Arial"/>
              </a:defRPr>
            </a:pPr>
            <a:r>
              <a:rPr sz="1069" b="0" i="0">
                <a:solidFill>
                  <a:srgbClr val="F5F0E8"/>
                </a:solidFill>
                <a:latin typeface="Arial"/>
                <a:ea typeface="Arial"/>
                <a:cs typeface="Arial"/>
              </a:rPr>
              <a:t>propuesta</a:t>
            </a:r>
          </a:p>
        </p:txBody>
      </p:sp>
      <p:sp>
        <p:nvSpPr>
          <p:cNvPr id="19" name="text-12-17">
            <a:extLst xmlns:a="http://schemas.openxmlformats.org/drawingml/2006/main">
              <a:ext uri="{FF2B5EF4-FFF2-40B4-BE49-F238E27FC236}">
                <a16:creationId xmlns:a16="http://schemas.microsoft.com/office/drawing/2014/main" id="{CC9E10C1-AA07-40FB-BD84-6DD7C6F46388}"/>
              </a:ext>
            </a:extLst>
          </p:cNvPr>
          <p:cNvSpPr>
            <a:spLocks xmlns:a="http://schemas.openxmlformats.org/drawingml/2006/main" noGrp="1"/>
          </p:cNvSpPr>
          <p:nvPr/>
        </p:nvSpPr>
        <p:spPr>
          <a:xfrm xmlns:a="http://schemas.openxmlformats.org/drawingml/2006/main">
            <a:off x="6190059" y="2425108"/>
            <a:ext cx="1540965"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0" i="0">
                <a:solidFill>
                  <a:srgbClr val="F5F0E8"/>
                </a:solidFill>
                <a:latin typeface="Impact"/>
                <a:ea typeface="Impact"/>
                <a:cs typeface="Impact"/>
              </a:defRPr>
            </a:defPPr>
          </a:lstStyle>
          <a:p xmlns:a="http://schemas.openxmlformats.org/drawingml/2006/main">
            <a:pPr>
              <a:defRPr sz="3375" b="0" i="0">
                <a:solidFill>
                  <a:srgbClr val="F5F0E8"/>
                </a:solidFill>
                <a:latin typeface="Impact"/>
                <a:ea typeface="Impact"/>
                <a:cs typeface="Impact"/>
              </a:defRPr>
            </a:pPr>
            <a:r>
              <a:rPr sz="3375" b="0" i="0">
                <a:solidFill>
                  <a:srgbClr val="F5F0E8"/>
                </a:solidFill>
                <a:latin typeface="Impact"/>
                <a:ea typeface="Impact"/>
                <a:cs typeface="Impact"/>
              </a:rPr>
              <a:t>+S/3.780</a:t>
            </a:r>
          </a:p>
        </p:txBody>
      </p:sp>
      <p:sp>
        <p:nvSpPr>
          <p:cNvPr id="20" name="text-12-18">
            <a:extLst xmlns:a="http://schemas.openxmlformats.org/drawingml/2006/main">
              <a:ext uri="{FF2B5EF4-FFF2-40B4-BE49-F238E27FC236}">
                <a16:creationId xmlns:a16="http://schemas.microsoft.com/office/drawing/2014/main" id="{83CD7710-9C6F-4984-8018-B451E2EC1C81}"/>
              </a:ext>
            </a:extLst>
          </p:cNvPr>
          <p:cNvSpPr>
            <a:spLocks xmlns:a="http://schemas.openxmlformats.org/drawingml/2006/main" noGrp="1"/>
          </p:cNvSpPr>
          <p:nvPr/>
        </p:nvSpPr>
        <p:spPr>
          <a:xfrm xmlns:a="http://schemas.openxmlformats.org/drawingml/2006/main">
            <a:off x="6190059" y="3348989"/>
            <a:ext cx="1931662" cy="16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69" b="0" i="0">
                <a:solidFill>
                  <a:srgbClr val="F5F0E8"/>
                </a:solidFill>
                <a:latin typeface="Arial"/>
                <a:ea typeface="Arial"/>
                <a:cs typeface="Arial"/>
              </a:defRPr>
            </a:defPPr>
          </a:lstStyle>
          <a:p xmlns:a="http://schemas.openxmlformats.org/drawingml/2006/main">
            <a:pPr>
              <a:defRPr sz="1069" b="0" i="0">
                <a:solidFill>
                  <a:srgbClr val="F5F0E8"/>
                </a:solidFill>
                <a:latin typeface="Arial"/>
                <a:ea typeface="Arial"/>
                <a:cs typeface="Arial"/>
              </a:defRPr>
            </a:pPr>
            <a:r>
              <a:rPr sz="1069" b="0" i="0">
                <a:solidFill>
                  <a:srgbClr val="F5F0E8"/>
                </a:solidFill>
                <a:latin typeface="Arial"/>
                <a:ea typeface="Arial"/>
                <a:cs typeface="Arial"/>
              </a:rPr>
              <a:t>Ver escenarios 5%, 10% y 20%</a:t>
            </a:r>
          </a:p>
        </p:txBody>
      </p:sp>
      <p:sp>
        <p:nvSpPr>
          <p:cNvPr id="21" name="text-12-19">
            <a:extLst xmlns:a="http://schemas.openxmlformats.org/drawingml/2006/main">
              <a:ext uri="{FF2B5EF4-FFF2-40B4-BE49-F238E27FC236}">
                <a16:creationId xmlns:a16="http://schemas.microsoft.com/office/drawing/2014/main" id="{EC99A885-BEC3-430D-B3D7-E4438FBA7BE3}"/>
              </a:ext>
            </a:extLst>
          </p:cNvPr>
          <p:cNvSpPr>
            <a:spLocks xmlns:a="http://schemas.openxmlformats.org/drawingml/2006/main" noGrp="1"/>
          </p:cNvSpPr>
          <p:nvPr/>
        </p:nvSpPr>
        <p:spPr>
          <a:xfrm xmlns:a="http://schemas.openxmlformats.org/drawingml/2006/main">
            <a:off x="532209" y="4602905"/>
            <a:ext cx="6795249" cy="125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88" b="0" i="0">
                <a:solidFill>
                  <a:srgbClr val="F5F0E8"/>
                </a:solidFill>
                <a:latin typeface="Arial"/>
                <a:ea typeface="Arial"/>
                <a:cs typeface="Arial"/>
              </a:defRPr>
            </a:defPPr>
          </a:lstStyle>
          <a:p xmlns:a="http://schemas.openxmlformats.org/drawingml/2006/main">
            <a:pPr>
              <a:defRPr sz="788" b="0" i="0">
                <a:solidFill>
                  <a:srgbClr val="F5F0E8"/>
                </a:solidFill>
                <a:latin typeface="Arial"/>
                <a:ea typeface="Arial"/>
                <a:cs typeface="Arial"/>
              </a:defRPr>
            </a:pPr>
            <a:r>
              <a:rPr sz="788" b="0" i="0">
                <a:solidFill>
                  <a:srgbClr val="F5F0E8"/>
                </a:solidFill>
                <a:latin typeface="Arial"/>
                <a:ea typeface="Arial"/>
                <a:cs typeface="Arial"/>
              </a:rPr>
              <a:t>Objetivo por implementar: 2 mensajes + soporte en 10% de casos. Escenario S/3.780 − S/1.400 = S/2.380 antes de otros costos. Sin optimizar: S/3.500.</a:t>
            </a:r>
          </a:p>
        </p:txBody>
      </p:sp>
      <p:sp>
        <p:nvSpPr>
          <p:cNvPr id="22" name="text-12-20">
            <a:extLst xmlns:a="http://schemas.openxmlformats.org/drawingml/2006/main">
              <a:ext uri="{FF2B5EF4-FFF2-40B4-BE49-F238E27FC236}">
                <a16:creationId xmlns:a16="http://schemas.microsoft.com/office/drawing/2014/main" id="{B4B140BC-A8F6-4C9A-A327-1691C53C8B4B}"/>
              </a:ext>
            </a:extLst>
          </p:cNvPr>
          <p:cNvSpPr>
            <a:spLocks xmlns:a="http://schemas.openxmlformats.org/drawingml/2006/main" noGrp="1"/>
          </p:cNvSpPr>
          <p:nvPr/>
        </p:nvSpPr>
        <p:spPr>
          <a:xfrm xmlns:a="http://schemas.openxmlformats.org/drawingml/2006/main">
            <a:off x="532209" y="4923697"/>
            <a:ext cx="2379322"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03 / IMPACTO · COSTO-BENEFICIO / OMNI by 5.5</a:t>
            </a:r>
          </a:p>
        </p:txBody>
      </p:sp>
      <p:sp>
        <p:nvSpPr>
          <p:cNvPr id="23" name="text-12-21">
            <a:extLst xmlns:a="http://schemas.openxmlformats.org/drawingml/2006/main">
              <a:ext uri="{FF2B5EF4-FFF2-40B4-BE49-F238E27FC236}">
                <a16:creationId xmlns:a16="http://schemas.microsoft.com/office/drawing/2014/main" id="{AE8EAB12-18E8-462A-8415-C15C6F1DA842}"/>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12 / 5.5</a:t>
            </a:r>
          </a:p>
        </p:txBody>
      </p:sp>
    </p:spTree>
    <p:extLst>
      <p:ext uri="{BB962C8B-B14F-4D97-AF65-F5344CB8AC3E}">
        <p14:creationId xmlns:p14="http://schemas.microsoft.com/office/powerpoint/2010/main" val="20176217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B63037E-8867-4AEB-99C4-3CCED8D0B052}"/>
              </a:ext>
            </a:extLst>
          </p:cNvPr>
          <p:cNvPicPr>
            <a:picLocks xmlns:a="http://schemas.openxmlformats.org/drawingml/2006/main" noChangeAspect="1"/>
          </p:cNvPicPr>
          <p:nvPr/>
        </p:nvPicPr>
        <p:blipFill>
          <a:blip xmlns:r="http://schemas.openxmlformats.org/officeDocument/2006/relationships" xmlns:a="http://schemas.openxmlformats.org/drawingml/2006/main" r:embed="R2da0b3adbee34a7e"/>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13-0">
            <a:extLst xmlns:a="http://schemas.openxmlformats.org/drawingml/2006/main">
              <a:ext uri="{FF2B5EF4-FFF2-40B4-BE49-F238E27FC236}">
                <a16:creationId xmlns:a16="http://schemas.microsoft.com/office/drawing/2014/main" id="{260CBAED-ECCE-4615-9D2B-298749A9F684}"/>
              </a:ext>
            </a:extLst>
          </p:cNvPr>
          <p:cNvSpPr>
            <a:spLocks xmlns:a="http://schemas.openxmlformats.org/drawingml/2006/main" noGrp="1"/>
          </p:cNvSpPr>
          <p:nvPr/>
        </p:nvSpPr>
        <p:spPr>
          <a:xfrm xmlns:a="http://schemas.openxmlformats.org/drawingml/2006/main">
            <a:off x="532209" y="382979"/>
            <a:ext cx="753057"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5F0E8"/>
                </a:solidFill>
                <a:latin typeface="Arial"/>
                <a:ea typeface="Arial"/>
                <a:cs typeface="Arial"/>
              </a:defRPr>
            </a:defPPr>
          </a:lstStyle>
          <a:p xmlns:a="http://schemas.openxmlformats.org/drawingml/2006/main">
            <a:pPr>
              <a:defRPr sz="956" b="1" i="0">
                <a:solidFill>
                  <a:srgbClr val="F5F0E8"/>
                </a:solidFill>
                <a:latin typeface="Arial"/>
                <a:ea typeface="Arial"/>
                <a:cs typeface="Arial"/>
              </a:defRPr>
            </a:pPr>
            <a:r>
              <a:rPr sz="956" b="1" i="0">
                <a:solidFill>
                  <a:srgbClr val="F5F0E8"/>
                </a:solidFill>
                <a:latin typeface="Arial"/>
                <a:ea typeface="Arial"/>
                <a:cs typeface="Arial"/>
              </a:rPr>
              <a:t>04 / DEMO</a:t>
            </a:r>
          </a:p>
        </p:txBody>
      </p:sp>
      <p:sp>
        <p:nvSpPr>
          <p:cNvPr id="3" name="text-13-1">
            <a:extLst xmlns:a="http://schemas.openxmlformats.org/drawingml/2006/main">
              <a:ext uri="{FF2B5EF4-FFF2-40B4-BE49-F238E27FC236}">
                <a16:creationId xmlns:a16="http://schemas.microsoft.com/office/drawing/2014/main" id="{E4543170-42C5-4F41-9F2E-1DE1031EAF62}"/>
              </a:ext>
            </a:extLst>
          </p:cNvPr>
          <p:cNvSpPr>
            <a:spLocks xmlns:a="http://schemas.openxmlformats.org/drawingml/2006/main" noGrp="1"/>
          </p:cNvSpPr>
          <p:nvPr/>
        </p:nvSpPr>
        <p:spPr>
          <a:xfrm xmlns:a="http://schemas.openxmlformats.org/drawingml/2006/main">
            <a:off x="532209" y="4175327"/>
            <a:ext cx="666893"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0" i="0">
                <a:solidFill>
                  <a:srgbClr val="FF4053"/>
                </a:solidFill>
                <a:latin typeface="Impact"/>
                <a:ea typeface="Impact"/>
                <a:cs typeface="Impact"/>
              </a:defRPr>
            </a:defPPr>
          </a:lstStyle>
          <a:p xmlns:a="http://schemas.openxmlformats.org/drawingml/2006/main">
            <a:pPr>
              <a:defRPr sz="3375" b="0" i="0">
                <a:solidFill>
                  <a:srgbClr val="FF4053"/>
                </a:solidFill>
                <a:latin typeface="Impact"/>
                <a:ea typeface="Impact"/>
                <a:cs typeface="Impact"/>
              </a:defRPr>
            </a:pPr>
            <a:r>
              <a:rPr sz="3375" b="0" i="0">
                <a:solidFill>
                  <a:srgbClr val="FF4053"/>
                </a:solidFill>
                <a:latin typeface="Impact"/>
                <a:ea typeface="Impact"/>
                <a:cs typeface="Impact"/>
              </a:rPr>
              <a:t>65″</a:t>
            </a:r>
          </a:p>
        </p:txBody>
      </p:sp>
      <p:sp>
        <p:nvSpPr>
          <p:cNvPr id="4" name="text-13-2">
            <a:extLst xmlns:a="http://schemas.openxmlformats.org/drawingml/2006/main">
              <a:ext uri="{FF2B5EF4-FFF2-40B4-BE49-F238E27FC236}">
                <a16:creationId xmlns:a16="http://schemas.microsoft.com/office/drawing/2014/main" id="{07DADDD5-DC22-4F67-B560-E29FED92E3EF}"/>
              </a:ext>
            </a:extLst>
          </p:cNvPr>
          <p:cNvSpPr>
            <a:spLocks xmlns:a="http://schemas.openxmlformats.org/drawingml/2006/main" noGrp="1"/>
          </p:cNvSpPr>
          <p:nvPr/>
        </p:nvSpPr>
        <p:spPr>
          <a:xfrm xmlns:a="http://schemas.openxmlformats.org/drawingml/2006/main">
            <a:off x="1360773" y="4223233"/>
            <a:ext cx="2613108"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Canales, registro y revisión interna.</a:t>
            </a:r>
          </a:p>
        </p:txBody>
      </p:sp>
      <p:sp>
        <p:nvSpPr>
          <p:cNvPr id="5" name="text-13-3">
            <a:extLst xmlns:a="http://schemas.openxmlformats.org/drawingml/2006/main">
              <a:ext uri="{FF2B5EF4-FFF2-40B4-BE49-F238E27FC236}">
                <a16:creationId xmlns:a16="http://schemas.microsoft.com/office/drawing/2014/main" id="{DAE9AD05-DD1F-4824-8798-99FBDF1D827F}"/>
              </a:ext>
            </a:extLst>
          </p:cNvPr>
          <p:cNvSpPr>
            <a:spLocks xmlns:a="http://schemas.openxmlformats.org/drawingml/2006/main" noGrp="1"/>
          </p:cNvSpPr>
          <p:nvPr/>
        </p:nvSpPr>
        <p:spPr>
          <a:xfrm xmlns:a="http://schemas.openxmlformats.org/drawingml/2006/main">
            <a:off x="1360773" y="4497779"/>
            <a:ext cx="2265621"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0" i="0">
                <a:solidFill>
                  <a:srgbClr val="AAAAAA"/>
                </a:solidFill>
                <a:latin typeface="Arial"/>
                <a:ea typeface="Arial"/>
                <a:cs typeface="Arial"/>
              </a:defRPr>
            </a:defPPr>
          </a:lstStyle>
          <a:p xmlns:a="http://schemas.openxmlformats.org/drawingml/2006/main">
            <a:pPr>
              <a:defRPr sz="956" b="0" i="0">
                <a:solidFill>
                  <a:srgbClr val="AAAAAA"/>
                </a:solidFill>
                <a:latin typeface="Arial"/>
                <a:ea typeface="Arial"/>
                <a:cs typeface="Arial"/>
              </a:defRPr>
            </a:pPr>
            <a:r>
              <a:rPr sz="956" b="0" i="0">
                <a:solidFill>
                  <a:srgbClr val="AAAAAA"/>
                </a:solidFill>
                <a:latin typeface="Arial"/>
                <a:ea typeface="Arial"/>
                <a:cs typeface="Arial"/>
              </a:rPr>
              <a:t>Recorrido técnico aportado por el equipo.</a:t>
            </a:r>
          </a:p>
        </p:txBody>
      </p:sp>
      <p:sp>
        <p:nvSpPr>
          <p:cNvPr id="6" name="text-13-4">
            <a:extLst xmlns:a="http://schemas.openxmlformats.org/drawingml/2006/main">
              <a:ext uri="{FF2B5EF4-FFF2-40B4-BE49-F238E27FC236}">
                <a16:creationId xmlns:a16="http://schemas.microsoft.com/office/drawing/2014/main" id="{B067824A-785B-4332-BAAC-E8FD5FEF4211}"/>
              </a:ext>
            </a:extLst>
          </p:cNvPr>
          <p:cNvSpPr>
            <a:spLocks xmlns:a="http://schemas.openxmlformats.org/drawingml/2006/main" noGrp="1"/>
          </p:cNvSpPr>
          <p:nvPr/>
        </p:nvSpPr>
        <p:spPr>
          <a:xfrm xmlns:a="http://schemas.openxmlformats.org/drawingml/2006/main">
            <a:off x="7925879" y="4362724"/>
            <a:ext cx="723988" cy="1607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13" b="1" i="0">
                <a:solidFill>
                  <a:srgbClr val="F5F0E8"/>
                </a:solidFill>
                <a:latin typeface="Arial"/>
                <a:ea typeface="Arial"/>
                <a:cs typeface="Arial"/>
              </a:defRPr>
            </a:defPPr>
          </a:lstStyle>
          <a:p xmlns:a="http://schemas.openxmlformats.org/drawingml/2006/main">
            <a:pPr>
              <a:defRPr sz="1013" b="1" i="0">
                <a:solidFill>
                  <a:srgbClr val="F5F0E8"/>
                </a:solidFill>
                <a:latin typeface="Arial"/>
                <a:ea typeface="Arial"/>
                <a:cs typeface="Arial"/>
              </a:defRPr>
            </a:pPr>
            <a:r>
              <a:rPr sz="1013" b="1" i="0">
                <a:solidFill>
                  <a:srgbClr val="F5F0E8"/>
                </a:solidFill>
                <a:latin typeface="Arial"/>
                <a:ea typeface="Arial"/>
                <a:cs typeface="Arial"/>
              </a:rPr>
              <a:t>Reproducir</a:t>
            </a:r>
          </a:p>
        </p:txBody>
      </p:sp>
      <p:sp>
        <p:nvSpPr>
          <p:cNvPr id="7" name="text-13-5">
            <a:extLst xmlns:a="http://schemas.openxmlformats.org/drawingml/2006/main">
              <a:ext uri="{FF2B5EF4-FFF2-40B4-BE49-F238E27FC236}">
                <a16:creationId xmlns:a16="http://schemas.microsoft.com/office/drawing/2014/main" id="{A713D644-C84C-405B-83F8-D57E26C33711}"/>
              </a:ext>
            </a:extLst>
          </p:cNvPr>
          <p:cNvSpPr>
            <a:spLocks xmlns:a="http://schemas.openxmlformats.org/drawingml/2006/main" noGrp="1"/>
          </p:cNvSpPr>
          <p:nvPr/>
        </p:nvSpPr>
        <p:spPr>
          <a:xfrm xmlns:a="http://schemas.openxmlformats.org/drawingml/2006/main">
            <a:off x="935831" y="3673457"/>
            <a:ext cx="511573" cy="125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88" b="0" i="0">
                <a:solidFill>
                  <a:srgbClr val="FFFFFF"/>
                </a:solidFill>
                <a:latin typeface="Arial"/>
                <a:ea typeface="Arial"/>
                <a:cs typeface="Arial"/>
              </a:defRPr>
            </a:defPPr>
          </a:lstStyle>
          <a:p xmlns:a="http://schemas.openxmlformats.org/drawingml/2006/main">
            <a:pPr>
              <a:defRPr sz="788" b="0" i="0">
                <a:solidFill>
                  <a:srgbClr val="FFFFFF"/>
                </a:solidFill>
                <a:latin typeface="Arial"/>
                <a:ea typeface="Arial"/>
                <a:cs typeface="Arial"/>
              </a:defRPr>
            </a:pPr>
            <a:r>
              <a:rPr sz="788" b="0" i="0">
                <a:solidFill>
                  <a:srgbClr val="FFFFFF"/>
                </a:solidFill>
                <a:latin typeface="Arial"/>
                <a:ea typeface="Arial"/>
                <a:cs typeface="Arial"/>
              </a:rPr>
              <a:t>0:00 / 1:04</a:t>
            </a:r>
          </a:p>
        </p:txBody>
      </p:sp>
      <p:sp>
        <p:nvSpPr>
          <p:cNvPr id="8" name="text-13-6">
            <a:extLst xmlns:a="http://schemas.openxmlformats.org/drawingml/2006/main">
              <a:ext uri="{FF2B5EF4-FFF2-40B4-BE49-F238E27FC236}">
                <a16:creationId xmlns:a16="http://schemas.microsoft.com/office/drawing/2014/main" id="{8B8F31E4-4A9F-4911-B9E0-C8C78CFBBA46}"/>
              </a:ext>
            </a:extLst>
          </p:cNvPr>
          <p:cNvSpPr>
            <a:spLocks xmlns:a="http://schemas.openxmlformats.org/drawingml/2006/main" noGrp="1"/>
          </p:cNvSpPr>
          <p:nvPr/>
        </p:nvSpPr>
        <p:spPr>
          <a:xfrm xmlns:a="http://schemas.openxmlformats.org/drawingml/2006/main">
            <a:off x="532209" y="4923697"/>
            <a:ext cx="1200645"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04 / DEMO / OMNI by 5.5</a:t>
            </a:r>
          </a:p>
        </p:txBody>
      </p:sp>
      <p:sp>
        <p:nvSpPr>
          <p:cNvPr id="9" name="text-13-7">
            <a:extLst xmlns:a="http://schemas.openxmlformats.org/drawingml/2006/main">
              <a:ext uri="{FF2B5EF4-FFF2-40B4-BE49-F238E27FC236}">
                <a16:creationId xmlns:a16="http://schemas.microsoft.com/office/drawing/2014/main" id="{4511D5C7-5622-45E2-BA68-A56BADE002E5}"/>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13 / 5.5</a:t>
            </a:r>
          </a:p>
        </p:txBody>
      </p:sp>
      <p:pic xmlns:a="http://schemas.openxmlformats.org/drawingml/2006/main" xmlns:r="http://schemas.openxmlformats.org/officeDocument/2006/relationships" xmlns:p14="http://schemas.microsoft.com/office/powerpoint/2010/main">
        <p:nvPicPr>
          <p:cNvPr id="9001" name="Video del recorrido OMNI">
            <a:hlinkClick action="ppaction://media"/>
          </p:cNvPr>
          <p:cNvPicPr>
            <a:picLocks noChangeAspect="1"/>
          </p:cNvPicPr>
          <p:nvPr>
            <a:videoFile r:link="rIdOmniVideo"/>
            <p:extLst>
              <p:ext uri="{DAA4B4D4-4A18-4A04-BB38-E293135EFD55}">
                <p14:media r:embed="rIdOmniMedia"/>
              </p:ext>
            </p:extLst>
          </p:nvPr>
        </p:nvPicPr>
        <p:blipFill>
          <a:blip r:embed="rIdOmniPoster"/>
          <a:stretch>
            <a:fillRect/>
          </a:stretch>
        </p:blipFill>
        <p:spPr>
          <a:xfrm>
            <a:off x="590550" y="723900"/>
            <a:ext cx="7353300" cy="3333750"/>
          </a:xfrm>
          <a:prstGeom prst="rect">
            <a:avLst/>
          </a:prstGeom>
        </p:spPr>
      </p:pic>
    </p:spTree>
    <p:extLst>
      <p:ext uri="{BB962C8B-B14F-4D97-AF65-F5344CB8AC3E}">
        <p14:creationId xmlns:p14="http://schemas.microsoft.com/office/powerpoint/2010/main" val="186024511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6F57ADC4-538B-400E-BE5F-61BED28E51FB}"/>
              </a:ext>
            </a:extLst>
          </p:cNvPr>
          <p:cNvPicPr>
            <a:picLocks xmlns:a="http://schemas.openxmlformats.org/drawingml/2006/main" noChangeAspect="1"/>
          </p:cNvPicPr>
          <p:nvPr/>
        </p:nvPicPr>
        <p:blipFill>
          <a:blip xmlns:r="http://schemas.openxmlformats.org/officeDocument/2006/relationships" xmlns:a="http://schemas.openxmlformats.org/drawingml/2006/main" r:embed="Rf8725978882646d9"/>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14-0">
            <a:extLst xmlns:a="http://schemas.openxmlformats.org/drawingml/2006/main">
              <a:ext uri="{FF2B5EF4-FFF2-40B4-BE49-F238E27FC236}">
                <a16:creationId xmlns:a16="http://schemas.microsoft.com/office/drawing/2014/main" id="{CD9B9D68-A3ED-4A25-A5F3-54F3AB7EA59D}"/>
              </a:ext>
            </a:extLst>
          </p:cNvPr>
          <p:cNvSpPr>
            <a:spLocks xmlns:a="http://schemas.openxmlformats.org/drawingml/2006/main" noGrp="1"/>
          </p:cNvSpPr>
          <p:nvPr/>
        </p:nvSpPr>
        <p:spPr>
          <a:xfrm xmlns:a="http://schemas.openxmlformats.org/drawingml/2006/main">
            <a:off x="532209" y="382979"/>
            <a:ext cx="1328277"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0B0B0B"/>
                </a:solidFill>
                <a:latin typeface="Arial"/>
                <a:ea typeface="Arial"/>
                <a:cs typeface="Arial"/>
              </a:defRPr>
            </a:defPPr>
          </a:lstStyle>
          <a:p xmlns:a="http://schemas.openxmlformats.org/drawingml/2006/main">
            <a:pPr>
              <a:defRPr sz="956" b="1" i="0">
                <a:solidFill>
                  <a:srgbClr val="0B0B0B"/>
                </a:solidFill>
                <a:latin typeface="Arial"/>
                <a:ea typeface="Arial"/>
                <a:cs typeface="Arial"/>
              </a:defRPr>
            </a:pPr>
            <a:r>
              <a:rPr sz="956" b="1" i="0">
                <a:solidFill>
                  <a:srgbClr val="0B0B0B"/>
                </a:solidFill>
                <a:latin typeface="Arial"/>
                <a:ea typeface="Arial"/>
                <a:cs typeface="Arial"/>
              </a:rPr>
              <a:t>PRÓXIMOS PASOS</a:t>
            </a:r>
          </a:p>
        </p:txBody>
      </p:sp>
      <p:sp>
        <p:nvSpPr>
          <p:cNvPr id="3" name="text-14-1">
            <a:extLst xmlns:a="http://schemas.openxmlformats.org/drawingml/2006/main">
              <a:ext uri="{FF2B5EF4-FFF2-40B4-BE49-F238E27FC236}">
                <a16:creationId xmlns:a16="http://schemas.microsoft.com/office/drawing/2014/main" id="{AB582459-AA32-4C9D-918A-2260718209F1}"/>
              </a:ext>
            </a:extLst>
          </p:cNvPr>
          <p:cNvSpPr>
            <a:spLocks xmlns:a="http://schemas.openxmlformats.org/drawingml/2006/main" noGrp="1"/>
          </p:cNvSpPr>
          <p:nvPr/>
        </p:nvSpPr>
        <p:spPr>
          <a:xfrm xmlns:a="http://schemas.openxmlformats.org/drawingml/2006/main">
            <a:off x="532209" y="674261"/>
            <a:ext cx="3420598" cy="625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38" b="0" i="0">
                <a:solidFill>
                  <a:srgbClr val="0B0B0B"/>
                </a:solidFill>
                <a:latin typeface="Impact"/>
                <a:ea typeface="Impact"/>
                <a:cs typeface="Impact"/>
              </a:defRPr>
            </a:defPPr>
          </a:lstStyle>
          <a:p xmlns:a="http://schemas.openxmlformats.org/drawingml/2006/main">
            <a:pPr>
              <a:defRPr sz="3938" b="0" i="0">
                <a:solidFill>
                  <a:srgbClr val="0B0B0B"/>
                </a:solidFill>
                <a:latin typeface="Impact"/>
                <a:ea typeface="Impact"/>
                <a:cs typeface="Impact"/>
              </a:defRPr>
            </a:pPr>
            <a:r>
              <a:rPr sz="3938" b="0" i="0">
                <a:solidFill>
                  <a:srgbClr val="0B0B0B"/>
                </a:solidFill>
                <a:latin typeface="Impact"/>
                <a:ea typeface="Impact"/>
                <a:cs typeface="Impact"/>
              </a:rPr>
              <a:t>EL SIGUIENTE PASO</a:t>
            </a:r>
          </a:p>
        </p:txBody>
      </p:sp>
      <p:sp>
        <p:nvSpPr>
          <p:cNvPr id="4" name="text-14-2">
            <a:extLst xmlns:a="http://schemas.openxmlformats.org/drawingml/2006/main">
              <a:ext uri="{FF2B5EF4-FFF2-40B4-BE49-F238E27FC236}">
                <a16:creationId xmlns:a16="http://schemas.microsoft.com/office/drawing/2014/main" id="{84C1F023-E771-42B0-ABCC-7B74FA2BE866}"/>
              </a:ext>
            </a:extLst>
          </p:cNvPr>
          <p:cNvSpPr>
            <a:spLocks xmlns:a="http://schemas.openxmlformats.org/drawingml/2006/main" noGrp="1"/>
          </p:cNvSpPr>
          <p:nvPr/>
        </p:nvSpPr>
        <p:spPr>
          <a:xfrm xmlns:a="http://schemas.openxmlformats.org/drawingml/2006/main">
            <a:off x="532209" y="1181467"/>
            <a:ext cx="5689527" cy="625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38" b="0" i="0">
                <a:solidFill>
                  <a:srgbClr val="0B0B0B"/>
                </a:solidFill>
                <a:latin typeface="Impact"/>
                <a:ea typeface="Impact"/>
                <a:cs typeface="Impact"/>
              </a:defRPr>
            </a:defPPr>
          </a:lstStyle>
          <a:p xmlns:a="http://schemas.openxmlformats.org/drawingml/2006/main">
            <a:pPr>
              <a:defRPr sz="3938" b="0" i="0">
                <a:solidFill>
                  <a:srgbClr val="0B0B0B"/>
                </a:solidFill>
                <a:latin typeface="Impact"/>
                <a:ea typeface="Impact"/>
                <a:cs typeface="Impact"/>
              </a:defRPr>
            </a:pPr>
            <a:r>
              <a:rPr sz="3938" b="0" i="0">
                <a:solidFill>
                  <a:srgbClr val="0B0B0B"/>
                </a:solidFill>
                <a:latin typeface="Impact"/>
                <a:ea typeface="Impact"/>
                <a:cs typeface="Impact"/>
              </a:rPr>
              <a:t>ES VENDER CON MÁS CONTEXTO</a:t>
            </a:r>
          </a:p>
        </p:txBody>
      </p:sp>
      <p:sp>
        <p:nvSpPr>
          <p:cNvPr id="5" name="text-14-3">
            <a:extLst xmlns:a="http://schemas.openxmlformats.org/drawingml/2006/main">
              <a:ext uri="{FF2B5EF4-FFF2-40B4-BE49-F238E27FC236}">
                <a16:creationId xmlns:a16="http://schemas.microsoft.com/office/drawing/2014/main" id="{6F00DFBB-F0CA-466F-977C-54BC75B03812}"/>
              </a:ext>
            </a:extLst>
          </p:cNvPr>
          <p:cNvSpPr>
            <a:spLocks xmlns:a="http://schemas.openxmlformats.org/drawingml/2006/main" noGrp="1"/>
          </p:cNvSpPr>
          <p:nvPr/>
        </p:nvSpPr>
        <p:spPr>
          <a:xfrm xmlns:a="http://schemas.openxmlformats.org/drawingml/2006/main">
            <a:off x="532209" y="2063790"/>
            <a:ext cx="1681254" cy="178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i="0">
                <a:solidFill>
                  <a:srgbClr val="DC0A1E"/>
                </a:solidFill>
                <a:latin typeface="Arial"/>
                <a:ea typeface="Arial"/>
                <a:cs typeface="Arial"/>
              </a:defRPr>
            </a:defPPr>
          </a:lstStyle>
          <a:p xmlns:a="http://schemas.openxmlformats.org/drawingml/2006/main">
            <a:pPr>
              <a:defRPr sz="1125" b="1" i="0">
                <a:solidFill>
                  <a:srgbClr val="DC0A1E"/>
                </a:solidFill>
                <a:latin typeface="Arial"/>
                <a:ea typeface="Arial"/>
                <a:cs typeface="Arial"/>
              </a:defRPr>
            </a:pPr>
            <a:r>
              <a:rPr sz="1125" b="1" i="0">
                <a:solidFill>
                  <a:srgbClr val="DC0A1E"/>
                </a:solidFill>
                <a:latin typeface="Arial"/>
                <a:ea typeface="Arial"/>
                <a:cs typeface="Arial"/>
              </a:rPr>
              <a:t>01 / ATENCIÓN HÍBRIDA</a:t>
            </a:r>
          </a:p>
        </p:txBody>
      </p:sp>
      <p:sp>
        <p:nvSpPr>
          <p:cNvPr id="6" name="text-14-4">
            <a:extLst xmlns:a="http://schemas.openxmlformats.org/drawingml/2006/main">
              <a:ext uri="{FF2B5EF4-FFF2-40B4-BE49-F238E27FC236}">
                <a16:creationId xmlns:a16="http://schemas.microsoft.com/office/drawing/2014/main" id="{C397D7E6-76E6-4289-8F79-91E547C95D17}"/>
              </a:ext>
            </a:extLst>
          </p:cNvPr>
          <p:cNvSpPr>
            <a:spLocks xmlns:a="http://schemas.openxmlformats.org/drawingml/2006/main" noGrp="1"/>
          </p:cNvSpPr>
          <p:nvPr/>
        </p:nvSpPr>
        <p:spPr>
          <a:xfrm xmlns:a="http://schemas.openxmlformats.org/drawingml/2006/main">
            <a:off x="532209" y="2403607"/>
            <a:ext cx="2567672"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0B0B0B"/>
                </a:solidFill>
                <a:latin typeface="Arial"/>
                <a:ea typeface="Arial"/>
                <a:cs typeface="Arial"/>
              </a:defRPr>
            </a:defPPr>
          </a:lstStyle>
          <a:p xmlns:a="http://schemas.openxmlformats.org/drawingml/2006/main">
            <a:pPr>
              <a:defRPr sz="1463" b="0" i="0">
                <a:solidFill>
                  <a:srgbClr val="0B0B0B"/>
                </a:solidFill>
                <a:latin typeface="Arial"/>
                <a:ea typeface="Arial"/>
                <a:cs typeface="Arial"/>
              </a:defRPr>
            </a:pPr>
            <a:r>
              <a:rPr sz="1463" b="0" i="0">
                <a:solidFill>
                  <a:srgbClr val="0B0B0B"/>
                </a:solidFill>
                <a:latin typeface="Arial"/>
                <a:ea typeface="Arial"/>
                <a:cs typeface="Arial"/>
              </a:rPr>
              <a:t>Pasar de la IA a un asesor con</a:t>
            </a:r>
          </a:p>
        </p:txBody>
      </p:sp>
      <p:sp>
        <p:nvSpPr>
          <p:cNvPr id="7" name="text-14-5">
            <a:extLst xmlns:a="http://schemas.openxmlformats.org/drawingml/2006/main">
              <a:ext uri="{FF2B5EF4-FFF2-40B4-BE49-F238E27FC236}">
                <a16:creationId xmlns:a16="http://schemas.microsoft.com/office/drawing/2014/main" id="{EDAED74B-17A1-4E9E-89D7-9A750B5433D3}"/>
              </a:ext>
            </a:extLst>
          </p:cNvPr>
          <p:cNvSpPr>
            <a:spLocks xmlns:a="http://schemas.openxmlformats.org/drawingml/2006/main" noGrp="1"/>
          </p:cNvSpPr>
          <p:nvPr/>
        </p:nvSpPr>
        <p:spPr>
          <a:xfrm xmlns:a="http://schemas.openxmlformats.org/drawingml/2006/main">
            <a:off x="532209" y="2675069"/>
            <a:ext cx="791823"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0B0B0B"/>
                </a:solidFill>
                <a:latin typeface="Arial"/>
                <a:ea typeface="Arial"/>
                <a:cs typeface="Arial"/>
              </a:defRPr>
            </a:defPPr>
          </a:lstStyle>
          <a:p xmlns:a="http://schemas.openxmlformats.org/drawingml/2006/main">
            <a:pPr>
              <a:defRPr sz="1463" b="0" i="0">
                <a:solidFill>
                  <a:srgbClr val="0B0B0B"/>
                </a:solidFill>
                <a:latin typeface="Arial"/>
                <a:ea typeface="Arial"/>
                <a:cs typeface="Arial"/>
              </a:defRPr>
            </a:pPr>
            <a:r>
              <a:rPr sz="1463" b="0" i="0">
                <a:solidFill>
                  <a:srgbClr val="0B0B0B"/>
                </a:solidFill>
                <a:latin typeface="Arial"/>
                <a:ea typeface="Arial"/>
                <a:cs typeface="Arial"/>
              </a:rPr>
              <a:t>contexto.</a:t>
            </a:r>
          </a:p>
        </p:txBody>
      </p:sp>
      <p:sp>
        <p:nvSpPr>
          <p:cNvPr id="8" name="text-14-6">
            <a:extLst xmlns:a="http://schemas.openxmlformats.org/drawingml/2006/main">
              <a:ext uri="{FF2B5EF4-FFF2-40B4-BE49-F238E27FC236}">
                <a16:creationId xmlns:a16="http://schemas.microsoft.com/office/drawing/2014/main" id="{B4AE64F4-8872-4DFA-97D0-A8A7C6ABC659}"/>
              </a:ext>
            </a:extLst>
          </p:cNvPr>
          <p:cNvSpPr>
            <a:spLocks xmlns:a="http://schemas.openxmlformats.org/drawingml/2006/main" noGrp="1"/>
          </p:cNvSpPr>
          <p:nvPr/>
        </p:nvSpPr>
        <p:spPr>
          <a:xfrm xmlns:a="http://schemas.openxmlformats.org/drawingml/2006/main">
            <a:off x="532209" y="3064592"/>
            <a:ext cx="2364141"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0" i="0">
                <a:solidFill>
                  <a:srgbClr val="0B0B0B"/>
                </a:solidFill>
                <a:latin typeface="Arial"/>
                <a:ea typeface="Arial"/>
                <a:cs typeface="Arial"/>
              </a:defRPr>
            </a:defPPr>
          </a:lstStyle>
          <a:p xmlns:a="http://schemas.openxmlformats.org/drawingml/2006/main">
            <a:pPr>
              <a:defRPr sz="1181" b="0" i="0">
                <a:solidFill>
                  <a:srgbClr val="0B0B0B"/>
                </a:solidFill>
                <a:latin typeface="Arial"/>
                <a:ea typeface="Arial"/>
                <a:cs typeface="Arial"/>
              </a:defRPr>
            </a:pPr>
            <a:r>
              <a:rPr sz="1181" b="0" i="0">
                <a:solidFill>
                  <a:srgbClr val="0B0B0B"/>
                </a:solidFill>
                <a:latin typeface="Arial"/>
                <a:ea typeface="Arial"/>
                <a:cs typeface="Arial"/>
              </a:rPr>
              <a:t>Resolver excepciones sin repetir el</a:t>
            </a:r>
          </a:p>
        </p:txBody>
      </p:sp>
      <p:sp>
        <p:nvSpPr>
          <p:cNvPr id="9" name="text-14-7">
            <a:extLst xmlns:a="http://schemas.openxmlformats.org/drawingml/2006/main">
              <a:ext uri="{FF2B5EF4-FFF2-40B4-BE49-F238E27FC236}">
                <a16:creationId xmlns:a16="http://schemas.microsoft.com/office/drawing/2014/main" id="{8C185BA7-1816-429F-ACC0-36987408AB35}"/>
              </a:ext>
            </a:extLst>
          </p:cNvPr>
          <p:cNvSpPr>
            <a:spLocks xmlns:a="http://schemas.openxmlformats.org/drawingml/2006/main" noGrp="1"/>
          </p:cNvSpPr>
          <p:nvPr/>
        </p:nvSpPr>
        <p:spPr>
          <a:xfrm xmlns:a="http://schemas.openxmlformats.org/drawingml/2006/main">
            <a:off x="532209" y="3286048"/>
            <a:ext cx="396645"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0" i="0">
                <a:solidFill>
                  <a:srgbClr val="0B0B0B"/>
                </a:solidFill>
                <a:latin typeface="Arial"/>
                <a:ea typeface="Arial"/>
                <a:cs typeface="Arial"/>
              </a:defRPr>
            </a:defPPr>
          </a:lstStyle>
          <a:p xmlns:a="http://schemas.openxmlformats.org/drawingml/2006/main">
            <a:pPr>
              <a:defRPr sz="1181" b="0" i="0">
                <a:solidFill>
                  <a:srgbClr val="0B0B0B"/>
                </a:solidFill>
                <a:latin typeface="Arial"/>
                <a:ea typeface="Arial"/>
                <a:cs typeface="Arial"/>
              </a:defRPr>
            </a:pPr>
            <a:r>
              <a:rPr sz="1181" b="0" i="0">
                <a:solidFill>
                  <a:srgbClr val="0B0B0B"/>
                </a:solidFill>
                <a:latin typeface="Arial"/>
                <a:ea typeface="Arial"/>
                <a:cs typeface="Arial"/>
              </a:rPr>
              <a:t>caso.</a:t>
            </a:r>
          </a:p>
        </p:txBody>
      </p:sp>
      <p:sp>
        <p:nvSpPr>
          <p:cNvPr id="10" name="text-14-8">
            <a:extLst xmlns:a="http://schemas.openxmlformats.org/drawingml/2006/main">
              <a:ext uri="{FF2B5EF4-FFF2-40B4-BE49-F238E27FC236}">
                <a16:creationId xmlns:a16="http://schemas.microsoft.com/office/drawing/2014/main" id="{61F624F1-9AF2-4E78-88FB-8C4FE149FC2A}"/>
              </a:ext>
            </a:extLst>
          </p:cNvPr>
          <p:cNvSpPr>
            <a:spLocks xmlns:a="http://schemas.openxmlformats.org/drawingml/2006/main" noGrp="1"/>
          </p:cNvSpPr>
          <p:nvPr/>
        </p:nvSpPr>
        <p:spPr>
          <a:xfrm xmlns:a="http://schemas.openxmlformats.org/drawingml/2006/main">
            <a:off x="3375422" y="2063790"/>
            <a:ext cx="1619496" cy="178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i="0">
                <a:solidFill>
                  <a:srgbClr val="DC0A1E"/>
                </a:solidFill>
                <a:latin typeface="Arial"/>
                <a:ea typeface="Arial"/>
                <a:cs typeface="Arial"/>
              </a:defRPr>
            </a:defPPr>
          </a:lstStyle>
          <a:p xmlns:a="http://schemas.openxmlformats.org/drawingml/2006/main">
            <a:pPr>
              <a:defRPr sz="1125" b="1" i="0">
                <a:solidFill>
                  <a:srgbClr val="DC0A1E"/>
                </a:solidFill>
                <a:latin typeface="Arial"/>
                <a:ea typeface="Arial"/>
                <a:cs typeface="Arial"/>
              </a:defRPr>
            </a:pPr>
            <a:r>
              <a:rPr sz="1125" b="1" i="0">
                <a:solidFill>
                  <a:srgbClr val="DC0A1E"/>
                </a:solidFill>
                <a:latin typeface="Arial"/>
                <a:ea typeface="Arial"/>
                <a:cs typeface="Arial"/>
              </a:rPr>
              <a:t>02 / SEGUIMIENTO + IA</a:t>
            </a:r>
          </a:p>
        </p:txBody>
      </p:sp>
      <p:sp>
        <p:nvSpPr>
          <p:cNvPr id="11" name="text-14-9">
            <a:extLst xmlns:a="http://schemas.openxmlformats.org/drawingml/2006/main">
              <a:ext uri="{FF2B5EF4-FFF2-40B4-BE49-F238E27FC236}">
                <a16:creationId xmlns:a16="http://schemas.microsoft.com/office/drawing/2014/main" id="{0ACBDF6C-6E3A-4822-A272-0502C4A31E37}"/>
              </a:ext>
            </a:extLst>
          </p:cNvPr>
          <p:cNvSpPr>
            <a:spLocks xmlns:a="http://schemas.openxmlformats.org/drawingml/2006/main" noGrp="1"/>
          </p:cNvSpPr>
          <p:nvPr/>
        </p:nvSpPr>
        <p:spPr>
          <a:xfrm xmlns:a="http://schemas.openxmlformats.org/drawingml/2006/main">
            <a:off x="3375422" y="2403607"/>
            <a:ext cx="1731469"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0B0B0B"/>
                </a:solidFill>
                <a:latin typeface="Arial"/>
                <a:ea typeface="Arial"/>
                <a:cs typeface="Arial"/>
              </a:defRPr>
            </a:defPPr>
          </a:lstStyle>
          <a:p xmlns:a="http://schemas.openxmlformats.org/drawingml/2006/main">
            <a:pPr>
              <a:defRPr sz="1463" b="0" i="0">
                <a:solidFill>
                  <a:srgbClr val="0B0B0B"/>
                </a:solidFill>
                <a:latin typeface="Arial"/>
                <a:ea typeface="Arial"/>
                <a:cs typeface="Arial"/>
              </a:defRPr>
            </a:pPr>
            <a:r>
              <a:rPr sz="1463" b="0" i="0">
                <a:solidFill>
                  <a:srgbClr val="0B0B0B"/>
                </a:solidFill>
                <a:latin typeface="Arial"/>
                <a:ea typeface="Arial"/>
                <a:cs typeface="Arial"/>
              </a:rPr>
              <a:t>Entender por qué no</a:t>
            </a:r>
          </a:p>
        </p:txBody>
      </p:sp>
      <p:sp>
        <p:nvSpPr>
          <p:cNvPr id="12" name="text-14-10">
            <a:extLst xmlns:a="http://schemas.openxmlformats.org/drawingml/2006/main">
              <a:ext uri="{FF2B5EF4-FFF2-40B4-BE49-F238E27FC236}">
                <a16:creationId xmlns:a16="http://schemas.microsoft.com/office/drawing/2014/main" id="{307508DD-AB2E-4CEF-B07B-E9500A453799}"/>
              </a:ext>
            </a:extLst>
          </p:cNvPr>
          <p:cNvSpPr>
            <a:spLocks xmlns:a="http://schemas.openxmlformats.org/drawingml/2006/main" noGrp="1"/>
          </p:cNvSpPr>
          <p:nvPr/>
        </p:nvSpPr>
        <p:spPr>
          <a:xfrm xmlns:a="http://schemas.openxmlformats.org/drawingml/2006/main">
            <a:off x="3375422" y="2675069"/>
            <a:ext cx="1772146"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0B0B0B"/>
                </a:solidFill>
                <a:latin typeface="Arial"/>
                <a:ea typeface="Arial"/>
                <a:cs typeface="Arial"/>
              </a:defRPr>
            </a:defPPr>
          </a:lstStyle>
          <a:p xmlns:a="http://schemas.openxmlformats.org/drawingml/2006/main">
            <a:pPr>
              <a:defRPr sz="1463" b="0" i="0">
                <a:solidFill>
                  <a:srgbClr val="0B0B0B"/>
                </a:solidFill>
                <a:latin typeface="Arial"/>
                <a:ea typeface="Arial"/>
                <a:cs typeface="Arial"/>
              </a:defRPr>
            </a:pPr>
            <a:r>
              <a:rPr sz="1463" b="0" i="0">
                <a:solidFill>
                  <a:srgbClr val="0B0B0B"/>
                </a:solidFill>
                <a:latin typeface="Arial"/>
                <a:ea typeface="Arial"/>
                <a:cs typeface="Arial"/>
              </a:rPr>
              <a:t>compraron y volver a</a:t>
            </a:r>
          </a:p>
        </p:txBody>
      </p:sp>
      <p:sp>
        <p:nvSpPr>
          <p:cNvPr id="13" name="text-14-11">
            <a:extLst xmlns:a="http://schemas.openxmlformats.org/drawingml/2006/main">
              <a:ext uri="{FF2B5EF4-FFF2-40B4-BE49-F238E27FC236}">
                <a16:creationId xmlns:a16="http://schemas.microsoft.com/office/drawing/2014/main" id="{55C20DCE-4944-4297-BCD7-DED638CDC8D3}"/>
              </a:ext>
            </a:extLst>
          </p:cNvPr>
          <p:cNvSpPr>
            <a:spLocks xmlns:a="http://schemas.openxmlformats.org/drawingml/2006/main" noGrp="1"/>
          </p:cNvSpPr>
          <p:nvPr/>
        </p:nvSpPr>
        <p:spPr>
          <a:xfrm xmlns:a="http://schemas.openxmlformats.org/drawingml/2006/main">
            <a:off x="3375422" y="2939388"/>
            <a:ext cx="1256166"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0B0B0B"/>
                </a:solidFill>
                <a:latin typeface="Arial"/>
                <a:ea typeface="Arial"/>
                <a:cs typeface="Arial"/>
              </a:defRPr>
            </a:defPPr>
          </a:lstStyle>
          <a:p xmlns:a="http://schemas.openxmlformats.org/drawingml/2006/main">
            <a:pPr>
              <a:defRPr sz="1463" b="0" i="0">
                <a:solidFill>
                  <a:srgbClr val="0B0B0B"/>
                </a:solidFill>
                <a:latin typeface="Arial"/>
                <a:ea typeface="Arial"/>
                <a:cs typeface="Arial"/>
              </a:defRPr>
            </a:pPr>
            <a:r>
              <a:rPr sz="1463" b="0" i="0">
                <a:solidFill>
                  <a:srgbClr val="0B0B0B"/>
                </a:solidFill>
                <a:latin typeface="Arial"/>
                <a:ea typeface="Arial"/>
                <a:cs typeface="Arial"/>
              </a:rPr>
              <a:t>acompañarlos.</a:t>
            </a:r>
          </a:p>
        </p:txBody>
      </p:sp>
      <p:sp>
        <p:nvSpPr>
          <p:cNvPr id="14" name="text-14-12">
            <a:extLst xmlns:a="http://schemas.openxmlformats.org/drawingml/2006/main">
              <a:ext uri="{FF2B5EF4-FFF2-40B4-BE49-F238E27FC236}">
                <a16:creationId xmlns:a16="http://schemas.microsoft.com/office/drawing/2014/main" id="{ECEE00BC-1CDE-4582-9752-7AB40730E8B3}"/>
              </a:ext>
            </a:extLst>
          </p:cNvPr>
          <p:cNvSpPr>
            <a:spLocks xmlns:a="http://schemas.openxmlformats.org/drawingml/2006/main" noGrp="1"/>
          </p:cNvSpPr>
          <p:nvPr/>
        </p:nvSpPr>
        <p:spPr>
          <a:xfrm xmlns:a="http://schemas.openxmlformats.org/drawingml/2006/main">
            <a:off x="3375422" y="3336055"/>
            <a:ext cx="1989245"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0" i="0">
                <a:solidFill>
                  <a:srgbClr val="0B0B0B"/>
                </a:solidFill>
                <a:latin typeface="Arial"/>
                <a:ea typeface="Arial"/>
                <a:cs typeface="Arial"/>
              </a:defRPr>
            </a:defPPr>
          </a:lstStyle>
          <a:p xmlns:a="http://schemas.openxmlformats.org/drawingml/2006/main">
            <a:pPr>
              <a:defRPr sz="1181" b="0" i="0">
                <a:solidFill>
                  <a:srgbClr val="0B0B0B"/>
                </a:solidFill>
                <a:latin typeface="Arial"/>
                <a:ea typeface="Arial"/>
                <a:cs typeface="Arial"/>
              </a:defRPr>
            </a:pPr>
            <a:r>
              <a:rPr sz="1181" b="0" i="0">
                <a:solidFill>
                  <a:srgbClr val="0B0B0B"/>
                </a:solidFill>
                <a:latin typeface="Arial"/>
                <a:ea typeface="Arial"/>
                <a:cs typeface="Arial"/>
              </a:rPr>
              <a:t>Probar campañas y cupones,</a:t>
            </a:r>
          </a:p>
        </p:txBody>
      </p:sp>
      <p:sp>
        <p:nvSpPr>
          <p:cNvPr id="15" name="text-14-13">
            <a:extLst xmlns:a="http://schemas.openxmlformats.org/drawingml/2006/main">
              <a:ext uri="{FF2B5EF4-FFF2-40B4-BE49-F238E27FC236}">
                <a16:creationId xmlns:a16="http://schemas.microsoft.com/office/drawing/2014/main" id="{AF9628DC-4FD0-48CE-BA1E-5067139861AD}"/>
              </a:ext>
            </a:extLst>
          </p:cNvPr>
          <p:cNvSpPr>
            <a:spLocks xmlns:a="http://schemas.openxmlformats.org/drawingml/2006/main" noGrp="1"/>
          </p:cNvSpPr>
          <p:nvPr/>
        </p:nvSpPr>
        <p:spPr>
          <a:xfrm xmlns:a="http://schemas.openxmlformats.org/drawingml/2006/main">
            <a:off x="3375422" y="3550367"/>
            <a:ext cx="1238701"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0" i="0">
                <a:solidFill>
                  <a:srgbClr val="0B0B0B"/>
                </a:solidFill>
                <a:latin typeface="Arial"/>
                <a:ea typeface="Arial"/>
                <a:cs typeface="Arial"/>
              </a:defRPr>
            </a:defPPr>
          </a:lstStyle>
          <a:p xmlns:a="http://schemas.openxmlformats.org/drawingml/2006/main">
            <a:pPr>
              <a:defRPr sz="1181" b="0" i="0">
                <a:solidFill>
                  <a:srgbClr val="0B0B0B"/>
                </a:solidFill>
                <a:latin typeface="Arial"/>
                <a:ea typeface="Arial"/>
                <a:cs typeface="Arial"/>
              </a:defRPr>
            </a:pPr>
            <a:r>
              <a:rPr sz="1181" b="0" i="0">
                <a:solidFill>
                  <a:srgbClr val="0B0B0B"/>
                </a:solidFill>
                <a:latin typeface="Arial"/>
                <a:ea typeface="Arial"/>
                <a:cs typeface="Arial"/>
              </a:rPr>
              <a:t>midiendo margen.</a:t>
            </a:r>
          </a:p>
        </p:txBody>
      </p:sp>
      <p:sp>
        <p:nvSpPr>
          <p:cNvPr id="16" name="text-14-14">
            <a:extLst xmlns:a="http://schemas.openxmlformats.org/drawingml/2006/main">
              <a:ext uri="{FF2B5EF4-FFF2-40B4-BE49-F238E27FC236}">
                <a16:creationId xmlns:a16="http://schemas.microsoft.com/office/drawing/2014/main" id="{420FD610-9045-449B-98AE-2884A3F4F1C9}"/>
              </a:ext>
            </a:extLst>
          </p:cNvPr>
          <p:cNvSpPr>
            <a:spLocks xmlns:a="http://schemas.openxmlformats.org/drawingml/2006/main" noGrp="1"/>
          </p:cNvSpPr>
          <p:nvPr/>
        </p:nvSpPr>
        <p:spPr>
          <a:xfrm xmlns:a="http://schemas.openxmlformats.org/drawingml/2006/main">
            <a:off x="6218634" y="2063790"/>
            <a:ext cx="2117786" cy="178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1" i="0">
                <a:solidFill>
                  <a:srgbClr val="DC0A1E"/>
                </a:solidFill>
                <a:latin typeface="Arial"/>
                <a:ea typeface="Arial"/>
                <a:cs typeface="Arial"/>
              </a:defRPr>
            </a:defPPr>
          </a:lstStyle>
          <a:p xmlns:a="http://schemas.openxmlformats.org/drawingml/2006/main">
            <a:pPr>
              <a:defRPr sz="1125" b="1" i="0">
                <a:solidFill>
                  <a:srgbClr val="DC0A1E"/>
                </a:solidFill>
                <a:latin typeface="Arial"/>
                <a:ea typeface="Arial"/>
                <a:cs typeface="Arial"/>
              </a:defRPr>
            </a:pPr>
            <a:r>
              <a:rPr sz="1125" b="1" i="0">
                <a:solidFill>
                  <a:srgbClr val="DC0A1E"/>
                </a:solidFill>
                <a:latin typeface="Arial"/>
                <a:ea typeface="Arial"/>
                <a:cs typeface="Arial"/>
              </a:rPr>
              <a:t>03 / INTEGRACIÓN BANCARIA</a:t>
            </a:r>
          </a:p>
        </p:txBody>
      </p:sp>
      <p:sp>
        <p:nvSpPr>
          <p:cNvPr id="17" name="text-14-15">
            <a:extLst xmlns:a="http://schemas.openxmlformats.org/drawingml/2006/main">
              <a:ext uri="{FF2B5EF4-FFF2-40B4-BE49-F238E27FC236}">
                <a16:creationId xmlns:a16="http://schemas.microsoft.com/office/drawing/2014/main" id="{0EE562E4-FD2D-4A06-B8D5-168EDB9155C8}"/>
              </a:ext>
            </a:extLst>
          </p:cNvPr>
          <p:cNvSpPr>
            <a:spLocks xmlns:a="http://schemas.openxmlformats.org/drawingml/2006/main" noGrp="1"/>
          </p:cNvSpPr>
          <p:nvPr/>
        </p:nvSpPr>
        <p:spPr>
          <a:xfrm xmlns:a="http://schemas.openxmlformats.org/drawingml/2006/main">
            <a:off x="6218634" y="2403607"/>
            <a:ext cx="2237235"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0B0B0B"/>
                </a:solidFill>
                <a:latin typeface="Arial"/>
                <a:ea typeface="Arial"/>
                <a:cs typeface="Arial"/>
              </a:defRPr>
            </a:defPPr>
          </a:lstStyle>
          <a:p xmlns:a="http://schemas.openxmlformats.org/drawingml/2006/main">
            <a:pPr>
              <a:defRPr sz="1463" b="0" i="0">
                <a:solidFill>
                  <a:srgbClr val="0B0B0B"/>
                </a:solidFill>
                <a:latin typeface="Arial"/>
                <a:ea typeface="Arial"/>
                <a:cs typeface="Arial"/>
              </a:defRPr>
            </a:pPr>
            <a:r>
              <a:rPr sz="1463" b="0" i="0">
                <a:solidFill>
                  <a:srgbClr val="0B0B0B"/>
                </a:solidFill>
                <a:latin typeface="Arial"/>
                <a:ea typeface="Arial"/>
                <a:cs typeface="Arial"/>
              </a:rPr>
              <a:t>Evaluar un banco o fintech</a:t>
            </a:r>
          </a:p>
        </p:txBody>
      </p:sp>
      <p:sp>
        <p:nvSpPr>
          <p:cNvPr id="18" name="text-14-16">
            <a:extLst xmlns:a="http://schemas.openxmlformats.org/drawingml/2006/main">
              <a:ext uri="{FF2B5EF4-FFF2-40B4-BE49-F238E27FC236}">
                <a16:creationId xmlns:a16="http://schemas.microsoft.com/office/drawing/2014/main" id="{118AD800-0593-494E-A704-D636849C35E3}"/>
              </a:ext>
            </a:extLst>
          </p:cNvPr>
          <p:cNvSpPr>
            <a:spLocks xmlns:a="http://schemas.openxmlformats.org/drawingml/2006/main" noGrp="1"/>
          </p:cNvSpPr>
          <p:nvPr/>
        </p:nvSpPr>
        <p:spPr>
          <a:xfrm xmlns:a="http://schemas.openxmlformats.org/drawingml/2006/main">
            <a:off x="6218634" y="2675069"/>
            <a:ext cx="1855239"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0B0B0B"/>
                </a:solidFill>
                <a:latin typeface="Arial"/>
                <a:ea typeface="Arial"/>
                <a:cs typeface="Arial"/>
              </a:defRPr>
            </a:defPPr>
          </a:lstStyle>
          <a:p xmlns:a="http://schemas.openxmlformats.org/drawingml/2006/main">
            <a:pPr>
              <a:defRPr sz="1463" b="0" i="0">
                <a:solidFill>
                  <a:srgbClr val="0B0B0B"/>
                </a:solidFill>
                <a:latin typeface="Arial"/>
                <a:ea typeface="Arial"/>
                <a:cs typeface="Arial"/>
              </a:defRPr>
            </a:pPr>
            <a:r>
              <a:rPr sz="1463" b="0" i="0">
                <a:solidFill>
                  <a:srgbClr val="0B0B0B"/>
                </a:solidFill>
                <a:latin typeface="Arial"/>
                <a:ea typeface="Arial"/>
                <a:cs typeface="Arial"/>
              </a:rPr>
              <a:t>para conciliar y pagar.</a:t>
            </a:r>
          </a:p>
        </p:txBody>
      </p:sp>
      <p:sp>
        <p:nvSpPr>
          <p:cNvPr id="19" name="text-14-17">
            <a:extLst xmlns:a="http://schemas.openxmlformats.org/drawingml/2006/main">
              <a:ext uri="{FF2B5EF4-FFF2-40B4-BE49-F238E27FC236}">
                <a16:creationId xmlns:a16="http://schemas.microsoft.com/office/drawing/2014/main" id="{461B8F0A-5641-4B54-B3DA-0DAF407BB222}"/>
              </a:ext>
            </a:extLst>
          </p:cNvPr>
          <p:cNvSpPr>
            <a:spLocks xmlns:a="http://schemas.openxmlformats.org/drawingml/2006/main" noGrp="1"/>
          </p:cNvSpPr>
          <p:nvPr/>
        </p:nvSpPr>
        <p:spPr>
          <a:xfrm xmlns:a="http://schemas.openxmlformats.org/drawingml/2006/main">
            <a:off x="6218634" y="3064592"/>
            <a:ext cx="2322738"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0" i="0">
                <a:solidFill>
                  <a:srgbClr val="0B0B0B"/>
                </a:solidFill>
                <a:latin typeface="Arial"/>
                <a:ea typeface="Arial"/>
                <a:cs typeface="Arial"/>
              </a:defRPr>
            </a:defPPr>
          </a:lstStyle>
          <a:p xmlns:a="http://schemas.openxmlformats.org/drawingml/2006/main">
            <a:pPr>
              <a:defRPr sz="1181" b="0" i="0">
                <a:solidFill>
                  <a:srgbClr val="0B0B0B"/>
                </a:solidFill>
                <a:latin typeface="Arial"/>
                <a:ea typeface="Arial"/>
                <a:cs typeface="Arial"/>
              </a:defRPr>
            </a:pPr>
            <a:r>
              <a:rPr sz="1181" b="0" i="0">
                <a:solidFill>
                  <a:srgbClr val="0B0B0B"/>
                </a:solidFill>
                <a:latin typeface="Arial"/>
                <a:ea typeface="Arial"/>
                <a:cs typeface="Arial"/>
              </a:rPr>
              <a:t>Automatización sujeta a controles.</a:t>
            </a:r>
          </a:p>
        </p:txBody>
      </p:sp>
      <p:sp>
        <p:nvSpPr>
          <p:cNvPr id="20" name="text-14-18">
            <a:extLst xmlns:a="http://schemas.openxmlformats.org/drawingml/2006/main">
              <a:ext uri="{FF2B5EF4-FFF2-40B4-BE49-F238E27FC236}">
                <a16:creationId xmlns:a16="http://schemas.microsoft.com/office/drawing/2014/main" id="{5514ECDE-9226-40A6-9D8D-E685E275F38A}"/>
              </a:ext>
            </a:extLst>
          </p:cNvPr>
          <p:cNvSpPr>
            <a:spLocks xmlns:a="http://schemas.openxmlformats.org/drawingml/2006/main" noGrp="1"/>
          </p:cNvSpPr>
          <p:nvPr/>
        </p:nvSpPr>
        <p:spPr>
          <a:xfrm xmlns:a="http://schemas.openxmlformats.org/drawingml/2006/main">
            <a:off x="532209" y="4024561"/>
            <a:ext cx="4574025" cy="223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6" b="0" i="0">
                <a:solidFill>
                  <a:srgbClr val="0B0B0B"/>
                </a:solidFill>
                <a:latin typeface="Arial"/>
                <a:ea typeface="Arial"/>
                <a:cs typeface="Arial"/>
              </a:defRPr>
            </a:defPPr>
          </a:lstStyle>
          <a:p xmlns:a="http://schemas.openxmlformats.org/drawingml/2006/main">
            <a:pPr>
              <a:defRPr sz="1406" b="0" i="0">
                <a:solidFill>
                  <a:srgbClr val="0B0B0B"/>
                </a:solidFill>
                <a:latin typeface="Arial"/>
                <a:ea typeface="Arial"/>
                <a:cs typeface="Arial"/>
              </a:defRPr>
            </a:pPr>
            <a:r>
              <a:rPr sz="1406" b="0" i="0">
                <a:solidFill>
                  <a:srgbClr val="0B0B0B"/>
                </a:solidFill>
                <a:latin typeface="Arial"/>
                <a:ea typeface="Arial"/>
                <a:cs typeface="Arial"/>
              </a:rPr>
              <a:t>Primero medir el piloto. Después ampliar lo que funcione.</a:t>
            </a:r>
          </a:p>
        </p:txBody>
      </p:sp>
      <p:sp>
        <p:nvSpPr>
          <p:cNvPr id="21" name="text-14-19">
            <a:extLst xmlns:a="http://schemas.openxmlformats.org/drawingml/2006/main">
              <a:ext uri="{FF2B5EF4-FFF2-40B4-BE49-F238E27FC236}">
                <a16:creationId xmlns:a16="http://schemas.microsoft.com/office/drawing/2014/main" id="{01F58895-C527-4249-AB64-6B087500E271}"/>
              </a:ext>
            </a:extLst>
          </p:cNvPr>
          <p:cNvSpPr>
            <a:spLocks xmlns:a="http://schemas.openxmlformats.org/drawingml/2006/main" noGrp="1"/>
          </p:cNvSpPr>
          <p:nvPr/>
        </p:nvSpPr>
        <p:spPr>
          <a:xfrm xmlns:a="http://schemas.openxmlformats.org/drawingml/2006/main">
            <a:off x="532209" y="4603582"/>
            <a:ext cx="6405072" cy="133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44" b="0" i="0">
                <a:solidFill>
                  <a:srgbClr val="0B0B0B"/>
                </a:solidFill>
                <a:latin typeface="Arial"/>
                <a:ea typeface="Arial"/>
                <a:cs typeface="Arial"/>
              </a:defRPr>
            </a:defPPr>
          </a:lstStyle>
          <a:p xmlns:a="http://schemas.openxmlformats.org/drawingml/2006/main">
            <a:pPr>
              <a:defRPr sz="844" b="0" i="0">
                <a:solidFill>
                  <a:srgbClr val="0B0B0B"/>
                </a:solidFill>
                <a:latin typeface="Arial"/>
                <a:ea typeface="Arial"/>
                <a:cs typeface="Arial"/>
              </a:defRPr>
            </a:pPr>
            <a:r>
              <a:rPr sz="844" b="0" i="0">
                <a:solidFill>
                  <a:srgbClr val="0B0B0B"/>
                </a:solidFill>
                <a:latin typeface="Arial"/>
                <a:ea typeface="Arial"/>
                <a:cs typeface="Arial"/>
              </a:rPr>
              <a:t>Próxima iteración: formularios y mensajes agrupados para optimizar costo. Flow nativo sujeto a Meta. Identidad y módulos por validar.</a:t>
            </a:r>
          </a:p>
        </p:txBody>
      </p:sp>
      <p:sp>
        <p:nvSpPr>
          <p:cNvPr id="22" name="text-14-20">
            <a:extLst xmlns:a="http://schemas.openxmlformats.org/drawingml/2006/main">
              <a:ext uri="{FF2B5EF4-FFF2-40B4-BE49-F238E27FC236}">
                <a16:creationId xmlns:a16="http://schemas.microsoft.com/office/drawing/2014/main" id="{48A9FB34-45CA-40CD-A7AB-C639C73C9B47}"/>
              </a:ext>
            </a:extLst>
          </p:cNvPr>
          <p:cNvSpPr>
            <a:spLocks xmlns:a="http://schemas.openxmlformats.org/drawingml/2006/main" noGrp="1"/>
          </p:cNvSpPr>
          <p:nvPr/>
        </p:nvSpPr>
        <p:spPr>
          <a:xfrm xmlns:a="http://schemas.openxmlformats.org/drawingml/2006/main">
            <a:off x="532209" y="4923697"/>
            <a:ext cx="1607335"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PRÓXIMOS PASOS / OMNI by 5.5</a:t>
            </a:r>
          </a:p>
        </p:txBody>
      </p:sp>
      <p:sp>
        <p:nvSpPr>
          <p:cNvPr id="23" name="text-14-21">
            <a:extLst xmlns:a="http://schemas.openxmlformats.org/drawingml/2006/main">
              <a:ext uri="{FF2B5EF4-FFF2-40B4-BE49-F238E27FC236}">
                <a16:creationId xmlns:a16="http://schemas.microsoft.com/office/drawing/2014/main" id="{CD59CC43-70F4-4B67-8779-AF93C58EFDAF}"/>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14 / 5.5</a:t>
            </a:r>
          </a:p>
        </p:txBody>
      </p:sp>
    </p:spTree>
    <p:extLst>
      <p:ext uri="{BB962C8B-B14F-4D97-AF65-F5344CB8AC3E}">
        <p14:creationId xmlns:p14="http://schemas.microsoft.com/office/powerpoint/2010/main" val="194693702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7B08622-2DE6-4AEA-AB2D-11C141B7DBAD}"/>
              </a:ext>
            </a:extLst>
          </p:cNvPr>
          <p:cNvPicPr>
            <a:picLocks xmlns:a="http://schemas.openxmlformats.org/drawingml/2006/main" noChangeAspect="1"/>
          </p:cNvPicPr>
          <p:nvPr/>
        </p:nvPicPr>
        <p:blipFill>
          <a:blip xmlns:r="http://schemas.openxmlformats.org/officeDocument/2006/relationships" xmlns:a="http://schemas.openxmlformats.org/drawingml/2006/main" r:embed="Ra97362027d3f4927"/>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15-0">
            <a:extLst xmlns:a="http://schemas.openxmlformats.org/drawingml/2006/main">
              <a:ext uri="{FF2B5EF4-FFF2-40B4-BE49-F238E27FC236}">
                <a16:creationId xmlns:a16="http://schemas.microsoft.com/office/drawing/2014/main" id="{B324B239-792E-4619-9C9C-06F6DD7A93BF}"/>
              </a:ext>
            </a:extLst>
          </p:cNvPr>
          <p:cNvSpPr>
            <a:spLocks xmlns:a="http://schemas.openxmlformats.org/drawingml/2006/main" noGrp="1"/>
          </p:cNvSpPr>
          <p:nvPr/>
        </p:nvSpPr>
        <p:spPr>
          <a:xfrm xmlns:a="http://schemas.openxmlformats.org/drawingml/2006/main">
            <a:off x="532209" y="382979"/>
            <a:ext cx="568392"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5F0E8"/>
                </a:solidFill>
                <a:latin typeface="Arial"/>
                <a:ea typeface="Arial"/>
                <a:cs typeface="Arial"/>
              </a:defRPr>
            </a:defPPr>
          </a:lstStyle>
          <a:p xmlns:a="http://schemas.openxmlformats.org/drawingml/2006/main">
            <a:pPr>
              <a:defRPr sz="956" b="1" i="0">
                <a:solidFill>
                  <a:srgbClr val="F5F0E8"/>
                </a:solidFill>
                <a:latin typeface="Arial"/>
                <a:ea typeface="Arial"/>
                <a:cs typeface="Arial"/>
              </a:defRPr>
            </a:pPr>
            <a:r>
              <a:rPr sz="956" b="1" i="0">
                <a:solidFill>
                  <a:srgbClr val="F5F0E8"/>
                </a:solidFill>
                <a:latin typeface="Arial"/>
                <a:ea typeface="Arial"/>
                <a:cs typeface="Arial"/>
              </a:rPr>
              <a:t>CIERRE</a:t>
            </a:r>
          </a:p>
        </p:txBody>
      </p:sp>
      <p:sp>
        <p:nvSpPr>
          <p:cNvPr id="3" name="text-15-1">
            <a:extLst xmlns:a="http://schemas.openxmlformats.org/drawingml/2006/main">
              <a:ext uri="{FF2B5EF4-FFF2-40B4-BE49-F238E27FC236}">
                <a16:creationId xmlns:a16="http://schemas.microsoft.com/office/drawing/2014/main" id="{F3D251C3-03C5-43A4-A775-CD866288F7A8}"/>
              </a:ext>
            </a:extLst>
          </p:cNvPr>
          <p:cNvSpPr>
            <a:spLocks xmlns:a="http://schemas.openxmlformats.org/drawingml/2006/main" noGrp="1"/>
          </p:cNvSpPr>
          <p:nvPr/>
        </p:nvSpPr>
        <p:spPr>
          <a:xfrm xmlns:a="http://schemas.openxmlformats.org/drawingml/2006/main">
            <a:off x="532209" y="650193"/>
            <a:ext cx="3829317"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300" b="0" i="0">
                <a:solidFill>
                  <a:srgbClr val="F5F0E8"/>
                </a:solidFill>
                <a:latin typeface="Impact"/>
                <a:ea typeface="Impact"/>
                <a:cs typeface="Impact"/>
              </a:defRPr>
            </a:defPPr>
          </a:lstStyle>
          <a:p xmlns:a="http://schemas.openxmlformats.org/drawingml/2006/main">
            <a:pPr>
              <a:defRPr sz="6300" b="0" i="0">
                <a:solidFill>
                  <a:srgbClr val="F5F0E8"/>
                </a:solidFill>
                <a:latin typeface="Impact"/>
                <a:ea typeface="Impact"/>
                <a:cs typeface="Impact"/>
              </a:defRPr>
            </a:pPr>
            <a:r>
              <a:rPr sz="6300" b="0" i="0">
                <a:solidFill>
                  <a:srgbClr val="F5F0E8"/>
                </a:solidFill>
                <a:latin typeface="Impact"/>
                <a:ea typeface="Impact"/>
                <a:cs typeface="Impact"/>
              </a:rPr>
              <a:t>QUE LLEGUEN</a:t>
            </a:r>
          </a:p>
        </p:txBody>
      </p:sp>
      <p:sp>
        <p:nvSpPr>
          <p:cNvPr id="4" name="text-15-2">
            <a:extLst xmlns:a="http://schemas.openxmlformats.org/drawingml/2006/main">
              <a:ext uri="{FF2B5EF4-FFF2-40B4-BE49-F238E27FC236}">
                <a16:creationId xmlns:a16="http://schemas.microsoft.com/office/drawing/2014/main" id="{DDBCD22F-E65A-4842-9AA6-172F019A4641}"/>
              </a:ext>
            </a:extLst>
          </p:cNvPr>
          <p:cNvSpPr>
            <a:spLocks xmlns:a="http://schemas.openxmlformats.org/drawingml/2006/main" noGrp="1"/>
          </p:cNvSpPr>
          <p:nvPr/>
        </p:nvSpPr>
        <p:spPr>
          <a:xfrm xmlns:a="http://schemas.openxmlformats.org/drawingml/2006/main">
            <a:off x="532209" y="1486012"/>
            <a:ext cx="408911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300" b="0" i="0">
                <a:solidFill>
                  <a:srgbClr val="F5F0E8"/>
                </a:solidFill>
                <a:latin typeface="Impact"/>
                <a:ea typeface="Impact"/>
                <a:cs typeface="Impact"/>
              </a:defRPr>
            </a:defPPr>
          </a:lstStyle>
          <a:p xmlns:a="http://schemas.openxmlformats.org/drawingml/2006/main">
            <a:pPr>
              <a:defRPr sz="6300" b="0" i="0">
                <a:solidFill>
                  <a:srgbClr val="F5F0E8"/>
                </a:solidFill>
                <a:latin typeface="Impact"/>
                <a:ea typeface="Impact"/>
                <a:cs typeface="Impact"/>
              </a:defRPr>
            </a:pPr>
            <a:r>
              <a:rPr sz="6300" b="0" i="0">
                <a:solidFill>
                  <a:srgbClr val="F5F0E8"/>
                </a:solidFill>
                <a:latin typeface="Impact"/>
                <a:ea typeface="Impact"/>
                <a:cs typeface="Impact"/>
              </a:rPr>
              <a:t>QUE AVANCEN</a:t>
            </a:r>
          </a:p>
        </p:txBody>
      </p:sp>
      <p:sp>
        <p:nvSpPr>
          <p:cNvPr id="5" name="text-15-3">
            <a:extLst xmlns:a="http://schemas.openxmlformats.org/drawingml/2006/main">
              <a:ext uri="{FF2B5EF4-FFF2-40B4-BE49-F238E27FC236}">
                <a16:creationId xmlns:a16="http://schemas.microsoft.com/office/drawing/2014/main" id="{C73E3A7C-938F-4254-B756-BF226ED2B656}"/>
              </a:ext>
            </a:extLst>
          </p:cNvPr>
          <p:cNvSpPr>
            <a:spLocks xmlns:a="http://schemas.openxmlformats.org/drawingml/2006/main" noGrp="1"/>
          </p:cNvSpPr>
          <p:nvPr/>
        </p:nvSpPr>
        <p:spPr>
          <a:xfrm xmlns:a="http://schemas.openxmlformats.org/drawingml/2006/main">
            <a:off x="532209" y="2314687"/>
            <a:ext cx="3951207"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300" b="0" i="0">
                <a:solidFill>
                  <a:srgbClr val="F5F0E8"/>
                </a:solidFill>
                <a:latin typeface="Impact"/>
                <a:ea typeface="Impact"/>
                <a:cs typeface="Impact"/>
              </a:defRPr>
            </a:defPPr>
          </a:lstStyle>
          <a:p xmlns:a="http://schemas.openxmlformats.org/drawingml/2006/main">
            <a:pPr>
              <a:defRPr sz="6300" b="0" i="0">
                <a:solidFill>
                  <a:srgbClr val="F5F0E8"/>
                </a:solidFill>
                <a:latin typeface="Impact"/>
                <a:ea typeface="Impact"/>
                <a:cs typeface="Impact"/>
              </a:defRPr>
            </a:pPr>
            <a:r>
              <a:rPr sz="6300" b="0" i="0">
                <a:solidFill>
                  <a:srgbClr val="F5F0E8"/>
                </a:solidFill>
                <a:latin typeface="Impact"/>
                <a:ea typeface="Impact"/>
                <a:cs typeface="Impact"/>
              </a:rPr>
              <a:t>QUE VUELVAN</a:t>
            </a:r>
          </a:p>
        </p:txBody>
      </p:sp>
      <p:sp>
        <p:nvSpPr>
          <p:cNvPr id="6" name="text-15-4">
            <a:extLst xmlns:a="http://schemas.openxmlformats.org/drawingml/2006/main">
              <a:ext uri="{FF2B5EF4-FFF2-40B4-BE49-F238E27FC236}">
                <a16:creationId xmlns:a16="http://schemas.microsoft.com/office/drawing/2014/main" id="{626ABFDB-CDEB-4F6E-9BAA-AF791AB21C70}"/>
              </a:ext>
            </a:extLst>
          </p:cNvPr>
          <p:cNvSpPr>
            <a:spLocks xmlns:a="http://schemas.openxmlformats.org/drawingml/2006/main" noGrp="1"/>
          </p:cNvSpPr>
          <p:nvPr/>
        </p:nvSpPr>
        <p:spPr>
          <a:xfrm xmlns:a="http://schemas.openxmlformats.org/drawingml/2006/main">
            <a:off x="532209" y="3489527"/>
            <a:ext cx="1010650"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0" i="0">
                <a:solidFill>
                  <a:srgbClr val="F5F0E8"/>
                </a:solidFill>
                <a:latin typeface="Impact"/>
                <a:ea typeface="Impact"/>
                <a:cs typeface="Impact"/>
              </a:defRPr>
            </a:defPPr>
          </a:lstStyle>
          <a:p xmlns:a="http://schemas.openxmlformats.org/drawingml/2006/main">
            <a:pPr>
              <a:defRPr sz="3375" b="0" i="0">
                <a:solidFill>
                  <a:srgbClr val="F5F0E8"/>
                </a:solidFill>
                <a:latin typeface="Impact"/>
                <a:ea typeface="Impact"/>
                <a:cs typeface="Impact"/>
              </a:defRPr>
            </a:pPr>
            <a:r>
              <a:rPr sz="3375" b="0" i="0">
                <a:solidFill>
                  <a:srgbClr val="F5F0E8"/>
                </a:solidFill>
                <a:latin typeface="Impact"/>
                <a:ea typeface="Impact"/>
                <a:cs typeface="Impact"/>
              </a:rPr>
              <a:t>OMNI </a:t>
            </a:r>
          </a:p>
        </p:txBody>
      </p:sp>
      <p:sp>
        <p:nvSpPr>
          <p:cNvPr id="7" name="text-15-5">
            <a:extLst xmlns:a="http://schemas.openxmlformats.org/drawingml/2006/main">
              <a:ext uri="{FF2B5EF4-FFF2-40B4-BE49-F238E27FC236}">
                <a16:creationId xmlns:a16="http://schemas.microsoft.com/office/drawing/2014/main" id="{BB6A797C-3B0E-4122-A4C3-569A5850581E}"/>
              </a:ext>
            </a:extLst>
          </p:cNvPr>
          <p:cNvSpPr>
            <a:spLocks xmlns:a="http://schemas.openxmlformats.org/drawingml/2006/main" noGrp="1"/>
          </p:cNvSpPr>
          <p:nvPr/>
        </p:nvSpPr>
        <p:spPr>
          <a:xfrm xmlns:a="http://schemas.openxmlformats.org/drawingml/2006/main">
            <a:off x="1504876" y="3734374"/>
            <a:ext cx="602428" cy="2589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31" b="0" i="0">
                <a:solidFill>
                  <a:srgbClr val="F5F0E8"/>
                </a:solidFill>
                <a:latin typeface="Arial"/>
                <a:ea typeface="Arial"/>
                <a:cs typeface="Arial"/>
              </a:defRPr>
            </a:defPPr>
          </a:lstStyle>
          <a:p xmlns:a="http://schemas.openxmlformats.org/drawingml/2006/main">
            <a:pPr>
              <a:defRPr sz="1631" b="0" i="0">
                <a:solidFill>
                  <a:srgbClr val="F5F0E8"/>
                </a:solidFill>
                <a:latin typeface="Arial"/>
                <a:ea typeface="Arial"/>
                <a:cs typeface="Arial"/>
              </a:defRPr>
            </a:pPr>
            <a:r>
              <a:rPr sz="1631" b="0" i="0">
                <a:solidFill>
                  <a:srgbClr val="F5F0E8"/>
                </a:solidFill>
                <a:latin typeface="Arial"/>
                <a:ea typeface="Arial"/>
                <a:cs typeface="Arial"/>
              </a:rPr>
              <a:t>by 5.5</a:t>
            </a:r>
          </a:p>
        </p:txBody>
      </p:sp>
      <p:sp>
        <p:nvSpPr>
          <p:cNvPr id="8" name="text-15-6">
            <a:extLst xmlns:a="http://schemas.openxmlformats.org/drawingml/2006/main">
              <a:ext uri="{FF2B5EF4-FFF2-40B4-BE49-F238E27FC236}">
                <a16:creationId xmlns:a16="http://schemas.microsoft.com/office/drawing/2014/main" id="{E8555CA3-07AE-4E7A-9C0E-0FAB19386E8B}"/>
              </a:ext>
            </a:extLst>
          </p:cNvPr>
          <p:cNvSpPr>
            <a:spLocks xmlns:a="http://schemas.openxmlformats.org/drawingml/2006/main" noGrp="1"/>
          </p:cNvSpPr>
          <p:nvPr/>
        </p:nvSpPr>
        <p:spPr>
          <a:xfrm xmlns:a="http://schemas.openxmlformats.org/drawingml/2006/main">
            <a:off x="532209" y="4238874"/>
            <a:ext cx="5384257" cy="223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6" b="0" i="0">
                <a:solidFill>
                  <a:srgbClr val="F5F0E8"/>
                </a:solidFill>
                <a:latin typeface="Arial"/>
                <a:ea typeface="Arial"/>
                <a:cs typeface="Arial"/>
              </a:defRPr>
            </a:defPPr>
          </a:lstStyle>
          <a:p xmlns:a="http://schemas.openxmlformats.org/drawingml/2006/main">
            <a:pPr>
              <a:defRPr sz="1406" b="0" i="0">
                <a:solidFill>
                  <a:srgbClr val="F5F0E8"/>
                </a:solidFill>
                <a:latin typeface="Arial"/>
                <a:ea typeface="Arial"/>
                <a:cs typeface="Arial"/>
              </a:defRPr>
            </a:pPr>
            <a:r>
              <a:rPr sz="1406" b="0" i="0">
                <a:solidFill>
                  <a:srgbClr val="F5F0E8"/>
                </a:solidFill>
                <a:latin typeface="Arial"/>
                <a:ea typeface="Arial"/>
                <a:cs typeface="Arial"/>
              </a:rPr>
              <a:t>WhatsApp + web + iOS + Android. Un proceso que se puede medir.</a:t>
            </a:r>
          </a:p>
        </p:txBody>
      </p:sp>
      <p:sp>
        <p:nvSpPr>
          <p:cNvPr id="9" name="text-15-7">
            <a:extLst xmlns:a="http://schemas.openxmlformats.org/drawingml/2006/main">
              <a:ext uri="{FF2B5EF4-FFF2-40B4-BE49-F238E27FC236}">
                <a16:creationId xmlns:a16="http://schemas.microsoft.com/office/drawing/2014/main" id="{7C1FBB20-67AA-425A-A313-889D64CD6035}"/>
              </a:ext>
            </a:extLst>
          </p:cNvPr>
          <p:cNvSpPr>
            <a:spLocks xmlns:a="http://schemas.openxmlformats.org/drawingml/2006/main" noGrp="1"/>
          </p:cNvSpPr>
          <p:nvPr/>
        </p:nvSpPr>
        <p:spPr>
          <a:xfrm xmlns:a="http://schemas.openxmlformats.org/drawingml/2006/main">
            <a:off x="532209" y="4923697"/>
            <a:ext cx="1079364"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CIERRE / OMNI by 5.5</a:t>
            </a:r>
          </a:p>
        </p:txBody>
      </p:sp>
      <p:sp>
        <p:nvSpPr>
          <p:cNvPr id="10" name="text-15-8">
            <a:extLst xmlns:a="http://schemas.openxmlformats.org/drawingml/2006/main">
              <a:ext uri="{FF2B5EF4-FFF2-40B4-BE49-F238E27FC236}">
                <a16:creationId xmlns:a16="http://schemas.microsoft.com/office/drawing/2014/main" id="{269C4C3D-01C9-4E78-92E3-DFA3AD1F705D}"/>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15 / 5.5</a:t>
            </a:r>
          </a:p>
        </p:txBody>
      </p:sp>
    </p:spTree>
    <p:extLst>
      <p:ext uri="{BB962C8B-B14F-4D97-AF65-F5344CB8AC3E}">
        <p14:creationId xmlns:p14="http://schemas.microsoft.com/office/powerpoint/2010/main" val="5342930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F313BA1-783F-4297-B28C-45C4C62AB466}"/>
              </a:ext>
            </a:extLst>
          </p:cNvPr>
          <p:cNvPicPr>
            <a:picLocks xmlns:a="http://schemas.openxmlformats.org/drawingml/2006/main" noChangeAspect="1"/>
          </p:cNvPicPr>
          <p:nvPr/>
        </p:nvPicPr>
        <p:blipFill>
          <a:blip xmlns:r="http://schemas.openxmlformats.org/officeDocument/2006/relationships" xmlns:a="http://schemas.openxmlformats.org/drawingml/2006/main" r:embed="Rc12bcd0cea7e4bc5"/>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16-0">
            <a:extLst xmlns:a="http://schemas.openxmlformats.org/drawingml/2006/main">
              <a:ext uri="{FF2B5EF4-FFF2-40B4-BE49-F238E27FC236}">
                <a16:creationId xmlns:a16="http://schemas.microsoft.com/office/drawing/2014/main" id="{00D6F54F-1FEE-49C0-A1B4-AE03660C531D}"/>
              </a:ext>
            </a:extLst>
          </p:cNvPr>
          <p:cNvSpPr>
            <a:spLocks xmlns:a="http://schemas.openxmlformats.org/drawingml/2006/main" noGrp="1"/>
          </p:cNvSpPr>
          <p:nvPr/>
        </p:nvSpPr>
        <p:spPr>
          <a:xfrm xmlns:a="http://schemas.openxmlformats.org/drawingml/2006/main">
            <a:off x="532209" y="382979"/>
            <a:ext cx="1436909"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0B0B0B"/>
                </a:solidFill>
                <a:latin typeface="Arial"/>
                <a:ea typeface="Arial"/>
                <a:cs typeface="Arial"/>
              </a:defRPr>
            </a:defPPr>
          </a:lstStyle>
          <a:p xmlns:a="http://schemas.openxmlformats.org/drawingml/2006/main">
            <a:pPr>
              <a:defRPr sz="956" b="1" i="0">
                <a:solidFill>
                  <a:srgbClr val="0B0B0B"/>
                </a:solidFill>
                <a:latin typeface="Arial"/>
                <a:ea typeface="Arial"/>
                <a:cs typeface="Arial"/>
              </a:defRPr>
            </a:pPr>
            <a:r>
              <a:rPr sz="956" b="1" i="0">
                <a:solidFill>
                  <a:srgbClr val="0B0B0B"/>
                </a:solidFill>
                <a:latin typeface="Arial"/>
                <a:ea typeface="Arial"/>
                <a:cs typeface="Arial"/>
              </a:rPr>
              <a:t>AGRADECIMIENTOS</a:t>
            </a:r>
          </a:p>
        </p:txBody>
      </p:sp>
      <p:sp>
        <p:nvSpPr>
          <p:cNvPr id="3" name="text-16-1">
            <a:extLst xmlns:a="http://schemas.openxmlformats.org/drawingml/2006/main">
              <a:ext uri="{FF2B5EF4-FFF2-40B4-BE49-F238E27FC236}">
                <a16:creationId xmlns:a16="http://schemas.microsoft.com/office/drawing/2014/main" id="{5A02D690-E4B0-437E-8DE8-DFB1D33FC2F7}"/>
              </a:ext>
            </a:extLst>
          </p:cNvPr>
          <p:cNvSpPr>
            <a:spLocks xmlns:a="http://schemas.openxmlformats.org/drawingml/2006/main" noGrp="1"/>
          </p:cNvSpPr>
          <p:nvPr/>
        </p:nvSpPr>
        <p:spPr>
          <a:xfrm xmlns:a="http://schemas.openxmlformats.org/drawingml/2006/main">
            <a:off x="532209" y="650632"/>
            <a:ext cx="2550899" cy="937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906" b="0" i="0">
                <a:solidFill>
                  <a:srgbClr val="0B0B0B"/>
                </a:solidFill>
                <a:latin typeface="Impact"/>
                <a:ea typeface="Impact"/>
                <a:cs typeface="Impact"/>
              </a:defRPr>
            </a:defPPr>
          </a:lstStyle>
          <a:p xmlns:a="http://schemas.openxmlformats.org/drawingml/2006/main">
            <a:pPr>
              <a:defRPr sz="5906" b="0" i="0">
                <a:solidFill>
                  <a:srgbClr val="0B0B0B"/>
                </a:solidFill>
                <a:latin typeface="Impact"/>
                <a:ea typeface="Impact"/>
                <a:cs typeface="Impact"/>
              </a:defRPr>
            </a:pPr>
            <a:r>
              <a:rPr sz="5906" b="0" i="0">
                <a:solidFill>
                  <a:srgbClr val="0B0B0B"/>
                </a:solidFill>
                <a:latin typeface="Impact"/>
                <a:ea typeface="Impact"/>
                <a:cs typeface="Impact"/>
              </a:rPr>
              <a:t>GRACIAS</a:t>
            </a:r>
          </a:p>
        </p:txBody>
      </p:sp>
      <p:sp>
        <p:nvSpPr>
          <p:cNvPr id="4" name="text-16-2">
            <a:extLst xmlns:a="http://schemas.openxmlformats.org/drawingml/2006/main">
              <a:ext uri="{FF2B5EF4-FFF2-40B4-BE49-F238E27FC236}">
                <a16:creationId xmlns:a16="http://schemas.microsoft.com/office/drawing/2014/main" id="{1D000138-BE85-4EAD-A5AA-4B008AA9ECC3}"/>
              </a:ext>
            </a:extLst>
          </p:cNvPr>
          <p:cNvSpPr>
            <a:spLocks xmlns:a="http://schemas.openxmlformats.org/drawingml/2006/main" noGrp="1"/>
          </p:cNvSpPr>
          <p:nvPr/>
        </p:nvSpPr>
        <p:spPr>
          <a:xfrm xmlns:a="http://schemas.openxmlformats.org/drawingml/2006/main">
            <a:off x="532209" y="1883166"/>
            <a:ext cx="830593"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DC0A1E"/>
                </a:solidFill>
                <a:latin typeface="Arial"/>
                <a:ea typeface="Arial"/>
                <a:cs typeface="Arial"/>
              </a:defRPr>
            </a:defPPr>
          </a:lstStyle>
          <a:p xmlns:a="http://schemas.openxmlformats.org/drawingml/2006/main">
            <a:pPr>
              <a:defRPr sz="956" b="1" i="0">
                <a:solidFill>
                  <a:srgbClr val="DC0A1E"/>
                </a:solidFill>
                <a:latin typeface="Arial"/>
                <a:ea typeface="Arial"/>
                <a:cs typeface="Arial"/>
              </a:defRPr>
            </a:pPr>
            <a:r>
              <a:rPr sz="956" b="1" i="0">
                <a:solidFill>
                  <a:srgbClr val="DC0A1E"/>
                </a:solidFill>
                <a:latin typeface="Arial"/>
                <a:ea typeface="Arial"/>
                <a:cs typeface="Arial"/>
              </a:rPr>
              <a:t>ORGANIZAN</a:t>
            </a:r>
          </a:p>
        </p:txBody>
      </p:sp>
      <p:sp>
        <p:nvSpPr>
          <p:cNvPr id="5" name="text-16-3">
            <a:extLst xmlns:a="http://schemas.openxmlformats.org/drawingml/2006/main">
              <a:ext uri="{FF2B5EF4-FFF2-40B4-BE49-F238E27FC236}">
                <a16:creationId xmlns:a16="http://schemas.microsoft.com/office/drawing/2014/main" id="{CB75E96F-F11C-4212-B597-E78352A4C4C3}"/>
              </a:ext>
            </a:extLst>
          </p:cNvPr>
          <p:cNvSpPr>
            <a:spLocks xmlns:a="http://schemas.openxmlformats.org/drawingml/2006/main" noGrp="1"/>
          </p:cNvSpPr>
          <p:nvPr/>
        </p:nvSpPr>
        <p:spPr>
          <a:xfrm xmlns:a="http://schemas.openxmlformats.org/drawingml/2006/main">
            <a:off x="532209" y="2568966"/>
            <a:ext cx="1533970"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DC0A1E"/>
                </a:solidFill>
                <a:latin typeface="Arial"/>
                <a:ea typeface="Arial"/>
                <a:cs typeface="Arial"/>
              </a:defRPr>
            </a:defPPr>
          </a:lstStyle>
          <a:p xmlns:a="http://schemas.openxmlformats.org/drawingml/2006/main">
            <a:pPr>
              <a:defRPr sz="956" b="1" i="0">
                <a:solidFill>
                  <a:srgbClr val="DC0A1E"/>
                </a:solidFill>
                <a:latin typeface="Arial"/>
                <a:ea typeface="Arial"/>
                <a:cs typeface="Arial"/>
              </a:defRPr>
            </a:pPr>
            <a:r>
              <a:rPr sz="956" b="1" i="0">
                <a:solidFill>
                  <a:srgbClr val="DC0A1E"/>
                </a:solidFill>
                <a:latin typeface="Arial"/>
                <a:ea typeface="Arial"/>
                <a:cs typeface="Arial"/>
              </a:rPr>
              <a:t>SPONSORS Y ALIADOS</a:t>
            </a:r>
          </a:p>
        </p:txBody>
      </p:sp>
      <p:sp>
        <p:nvSpPr>
          <p:cNvPr id="6" name="text-16-4">
            <a:extLst xmlns:a="http://schemas.openxmlformats.org/drawingml/2006/main">
              <a:ext uri="{FF2B5EF4-FFF2-40B4-BE49-F238E27FC236}">
                <a16:creationId xmlns:a16="http://schemas.microsoft.com/office/drawing/2014/main" id="{1E2D585D-5E3A-455B-B66E-4272684D8D34}"/>
              </a:ext>
            </a:extLst>
          </p:cNvPr>
          <p:cNvSpPr>
            <a:spLocks xmlns:a="http://schemas.openxmlformats.org/drawingml/2006/main" noGrp="1"/>
          </p:cNvSpPr>
          <p:nvPr/>
        </p:nvSpPr>
        <p:spPr>
          <a:xfrm xmlns:a="http://schemas.openxmlformats.org/drawingml/2006/main">
            <a:off x="532209" y="4923697"/>
            <a:ext cx="1683767"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AGRADECIMIENTOS / OMNI by 5.5</a:t>
            </a:r>
          </a:p>
        </p:txBody>
      </p:sp>
      <p:sp>
        <p:nvSpPr>
          <p:cNvPr id="7" name="text-16-5">
            <a:extLst xmlns:a="http://schemas.openxmlformats.org/drawingml/2006/main">
              <a:ext uri="{FF2B5EF4-FFF2-40B4-BE49-F238E27FC236}">
                <a16:creationId xmlns:a16="http://schemas.microsoft.com/office/drawing/2014/main" id="{F764C001-80F9-4A27-A6DB-52FE32647C3C}"/>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16 / 5.5</a:t>
            </a:r>
          </a:p>
        </p:txBody>
      </p:sp>
    </p:spTree>
    <p:extLst>
      <p:ext uri="{BB962C8B-B14F-4D97-AF65-F5344CB8AC3E}">
        <p14:creationId xmlns:p14="http://schemas.microsoft.com/office/powerpoint/2010/main" val="202281505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26357FEF-52D5-4462-A3A6-5A7B95EC58C7}"/>
              </a:ext>
            </a:extLst>
          </p:cNvPr>
          <p:cNvPicPr>
            <a:picLocks xmlns:a="http://schemas.openxmlformats.org/drawingml/2006/main" noChangeAspect="1"/>
          </p:cNvPicPr>
          <p:nvPr/>
        </p:nvPicPr>
        <p:blipFill>
          <a:blip xmlns:r="http://schemas.openxmlformats.org/officeDocument/2006/relationships" xmlns:a="http://schemas.openxmlformats.org/drawingml/2006/main" r:embed="R8a90bbf1f2c743cb"/>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17-0">
            <a:extLst xmlns:a="http://schemas.openxmlformats.org/drawingml/2006/main">
              <a:ext uri="{FF2B5EF4-FFF2-40B4-BE49-F238E27FC236}">
                <a16:creationId xmlns:a16="http://schemas.microsoft.com/office/drawing/2014/main" id="{0564B3D1-9149-47C5-9937-8D524C7C1A42}"/>
              </a:ext>
            </a:extLst>
          </p:cNvPr>
          <p:cNvSpPr>
            <a:spLocks xmlns:a="http://schemas.openxmlformats.org/drawingml/2006/main" noGrp="1"/>
          </p:cNvSpPr>
          <p:nvPr/>
        </p:nvSpPr>
        <p:spPr>
          <a:xfrm xmlns:a="http://schemas.openxmlformats.org/drawingml/2006/main">
            <a:off x="532209" y="382979"/>
            <a:ext cx="2372975"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0B0B0B"/>
                </a:solidFill>
                <a:latin typeface="Arial"/>
                <a:ea typeface="Arial"/>
                <a:cs typeface="Arial"/>
              </a:defRPr>
            </a:defPPr>
          </a:lstStyle>
          <a:p xmlns:a="http://schemas.openxmlformats.org/drawingml/2006/main">
            <a:pPr>
              <a:defRPr sz="956" b="1" i="0">
                <a:solidFill>
                  <a:srgbClr val="0B0B0B"/>
                </a:solidFill>
                <a:latin typeface="Arial"/>
                <a:ea typeface="Arial"/>
                <a:cs typeface="Arial"/>
              </a:defRPr>
            </a:pPr>
            <a:r>
              <a:rPr sz="956" b="1" i="0">
                <a:solidFill>
                  <a:srgbClr val="0B0B0B"/>
                </a:solidFill>
                <a:latin typeface="Arial"/>
                <a:ea typeface="Arial"/>
                <a:cs typeface="Arial"/>
              </a:rPr>
              <a:t>ANEXO A / IMPACTO COMERCIAL</a:t>
            </a:r>
          </a:p>
        </p:txBody>
      </p:sp>
      <p:sp>
        <p:nvSpPr>
          <p:cNvPr id="3" name="text-17-1">
            <a:extLst xmlns:a="http://schemas.openxmlformats.org/drawingml/2006/main">
              <a:ext uri="{FF2B5EF4-FFF2-40B4-BE49-F238E27FC236}">
                <a16:creationId xmlns:a16="http://schemas.microsoft.com/office/drawing/2014/main" id="{A0D062F1-7BFD-47E9-8599-E7ABD170B259}"/>
              </a:ext>
            </a:extLst>
          </p:cNvPr>
          <p:cNvSpPr>
            <a:spLocks xmlns:a="http://schemas.openxmlformats.org/drawingml/2006/main" noGrp="1"/>
          </p:cNvSpPr>
          <p:nvPr/>
        </p:nvSpPr>
        <p:spPr>
          <a:xfrm xmlns:a="http://schemas.openxmlformats.org/drawingml/2006/main">
            <a:off x="532209" y="673884"/>
            <a:ext cx="2761617"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0B0B0B"/>
                </a:solidFill>
                <a:latin typeface="Impact"/>
                <a:ea typeface="Impact"/>
                <a:cs typeface="Impact"/>
              </a:defRPr>
            </a:defPPr>
          </a:lstStyle>
          <a:p xmlns:a="http://schemas.openxmlformats.org/drawingml/2006/main">
            <a:pPr>
              <a:defRPr sz="4275" b="0" i="0">
                <a:solidFill>
                  <a:srgbClr val="0B0B0B"/>
                </a:solidFill>
                <a:latin typeface="Impact"/>
                <a:ea typeface="Impact"/>
                <a:cs typeface="Impact"/>
              </a:defRPr>
            </a:pPr>
            <a:r>
              <a:rPr sz="4275" b="0" i="0">
                <a:solidFill>
                  <a:srgbClr val="0B0B0B"/>
                </a:solidFill>
                <a:latin typeface="Impact"/>
                <a:ea typeface="Impact"/>
                <a:cs typeface="Impact"/>
              </a:rPr>
              <a:t>ASÍ SE FORMA</a:t>
            </a:r>
          </a:p>
        </p:txBody>
      </p:sp>
      <p:sp>
        <p:nvSpPr>
          <p:cNvPr id="4" name="text-17-2">
            <a:extLst xmlns:a="http://schemas.openxmlformats.org/drawingml/2006/main">
              <a:ext uri="{FF2B5EF4-FFF2-40B4-BE49-F238E27FC236}">
                <a16:creationId xmlns:a16="http://schemas.microsoft.com/office/drawing/2014/main" id="{F0BC30DC-17D2-499C-AEED-0097778DD696}"/>
              </a:ext>
            </a:extLst>
          </p:cNvPr>
          <p:cNvSpPr>
            <a:spLocks xmlns:a="http://schemas.openxmlformats.org/drawingml/2006/main" noGrp="1"/>
          </p:cNvSpPr>
          <p:nvPr/>
        </p:nvSpPr>
        <p:spPr>
          <a:xfrm xmlns:a="http://schemas.openxmlformats.org/drawingml/2006/main">
            <a:off x="532209" y="1231097"/>
            <a:ext cx="4993893"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0B0B0B"/>
                </a:solidFill>
                <a:latin typeface="Impact"/>
                <a:ea typeface="Impact"/>
                <a:cs typeface="Impact"/>
              </a:defRPr>
            </a:defPPr>
          </a:lstStyle>
          <a:p xmlns:a="http://schemas.openxmlformats.org/drawingml/2006/main">
            <a:pPr>
              <a:defRPr sz="4275" b="0" i="0">
                <a:solidFill>
                  <a:srgbClr val="0B0B0B"/>
                </a:solidFill>
                <a:latin typeface="Impact"/>
                <a:ea typeface="Impact"/>
                <a:cs typeface="Impact"/>
              </a:defRPr>
            </a:pPr>
            <a:r>
              <a:rPr sz="4275" b="0" i="0">
                <a:solidFill>
                  <a:srgbClr val="0B0B0B"/>
                </a:solidFill>
                <a:latin typeface="Impact"/>
                <a:ea typeface="Impact"/>
                <a:cs typeface="Impact"/>
              </a:rPr>
              <a:t>EL ESCENARIO DE S/3.780</a:t>
            </a:r>
          </a:p>
        </p:txBody>
      </p:sp>
      <p:sp>
        <p:nvSpPr>
          <p:cNvPr id="5" name="text-17-3">
            <a:extLst xmlns:a="http://schemas.openxmlformats.org/drawingml/2006/main">
              <a:ext uri="{FF2B5EF4-FFF2-40B4-BE49-F238E27FC236}">
                <a16:creationId xmlns:a16="http://schemas.microsoft.com/office/drawing/2014/main" id="{0F1D039F-1C6B-4028-A683-D86DEF13EC86}"/>
              </a:ext>
            </a:extLst>
          </p:cNvPr>
          <p:cNvSpPr>
            <a:spLocks xmlns:a="http://schemas.openxmlformats.org/drawingml/2006/main" noGrp="1"/>
          </p:cNvSpPr>
          <p:nvPr/>
        </p:nvSpPr>
        <p:spPr>
          <a:xfrm xmlns:a="http://schemas.openxmlformats.org/drawingml/2006/main">
            <a:off x="532209" y="2037462"/>
            <a:ext cx="925302" cy="8036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063" b="0" i="0">
                <a:solidFill>
                  <a:srgbClr val="0B0B0B"/>
                </a:solidFill>
                <a:latin typeface="Impact"/>
                <a:ea typeface="Impact"/>
                <a:cs typeface="Impact"/>
              </a:defRPr>
            </a:defPPr>
          </a:lstStyle>
          <a:p xmlns:a="http://schemas.openxmlformats.org/drawingml/2006/main">
            <a:pPr>
              <a:defRPr sz="5063" b="0" i="0">
                <a:solidFill>
                  <a:srgbClr val="0B0B0B"/>
                </a:solidFill>
                <a:latin typeface="Impact"/>
                <a:ea typeface="Impact"/>
                <a:cs typeface="Impact"/>
              </a:defRPr>
            </a:pPr>
            <a:r>
              <a:rPr sz="5063" b="0" i="0">
                <a:solidFill>
                  <a:srgbClr val="0B0B0B"/>
                </a:solidFill>
                <a:latin typeface="Impact"/>
                <a:ea typeface="Impact"/>
                <a:cs typeface="Impact"/>
              </a:rPr>
              <a:t>192</a:t>
            </a:r>
          </a:p>
        </p:txBody>
      </p:sp>
      <p:sp>
        <p:nvSpPr>
          <p:cNvPr id="6" name="text-17-4">
            <a:extLst xmlns:a="http://schemas.openxmlformats.org/drawingml/2006/main">
              <a:ext uri="{FF2B5EF4-FFF2-40B4-BE49-F238E27FC236}">
                <a16:creationId xmlns:a16="http://schemas.microsoft.com/office/drawing/2014/main" id="{FF5135F9-CF4A-428C-B864-8074DDE5CA1C}"/>
              </a:ext>
            </a:extLst>
          </p:cNvPr>
          <p:cNvSpPr>
            <a:spLocks xmlns:a="http://schemas.openxmlformats.org/drawingml/2006/main" noGrp="1"/>
          </p:cNvSpPr>
          <p:nvPr/>
        </p:nvSpPr>
        <p:spPr>
          <a:xfrm xmlns:a="http://schemas.openxmlformats.org/drawingml/2006/main">
            <a:off x="532209" y="2823058"/>
            <a:ext cx="2129390"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0B0B0B"/>
                </a:solidFill>
                <a:latin typeface="Arial"/>
                <a:ea typeface="Arial"/>
                <a:cs typeface="Arial"/>
              </a:defRPr>
            </a:defPPr>
          </a:lstStyle>
          <a:p xmlns:a="http://schemas.openxmlformats.org/drawingml/2006/main">
            <a:pPr>
              <a:defRPr sz="1294" b="0" i="0">
                <a:solidFill>
                  <a:srgbClr val="0B0B0B"/>
                </a:solidFill>
                <a:latin typeface="Arial"/>
                <a:ea typeface="Arial"/>
                <a:cs typeface="Arial"/>
              </a:defRPr>
            </a:pPr>
            <a:r>
              <a:rPr sz="1294" b="0" i="0">
                <a:solidFill>
                  <a:srgbClr val="0B0B0B"/>
                </a:solidFill>
                <a:latin typeface="Arial"/>
                <a:ea typeface="Arial"/>
                <a:cs typeface="Arial"/>
              </a:rPr>
              <a:t>por seguimiento hipotético al</a:t>
            </a:r>
          </a:p>
        </p:txBody>
      </p:sp>
      <p:sp>
        <p:nvSpPr>
          <p:cNvPr id="7" name="text-17-5">
            <a:extLst xmlns:a="http://schemas.openxmlformats.org/drawingml/2006/main">
              <a:ext uri="{FF2B5EF4-FFF2-40B4-BE49-F238E27FC236}">
                <a16:creationId xmlns:a16="http://schemas.microsoft.com/office/drawing/2014/main" id="{C01CE39F-5F3D-433D-9EBD-0DDE5D0C111D}"/>
              </a:ext>
            </a:extLst>
          </p:cNvPr>
          <p:cNvSpPr>
            <a:spLocks xmlns:a="http://schemas.openxmlformats.org/drawingml/2006/main" noGrp="1"/>
          </p:cNvSpPr>
          <p:nvPr/>
        </p:nvSpPr>
        <p:spPr>
          <a:xfrm xmlns:a="http://schemas.openxmlformats.org/drawingml/2006/main">
            <a:off x="532209" y="2987364"/>
            <a:ext cx="366877"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0B0B0B"/>
                </a:solidFill>
                <a:latin typeface="Arial"/>
                <a:ea typeface="Arial"/>
                <a:cs typeface="Arial"/>
              </a:defRPr>
            </a:defPPr>
          </a:lstStyle>
          <a:p xmlns:a="http://schemas.openxmlformats.org/drawingml/2006/main">
            <a:pPr>
              <a:defRPr sz="1294" b="0" i="0">
                <a:solidFill>
                  <a:srgbClr val="0B0B0B"/>
                </a:solidFill>
                <a:latin typeface="Arial"/>
                <a:ea typeface="Arial"/>
                <a:cs typeface="Arial"/>
              </a:defRPr>
            </a:pPr>
            <a:r>
              <a:rPr sz="1294" b="0" i="0">
                <a:solidFill>
                  <a:srgbClr val="0B0B0B"/>
                </a:solidFill>
                <a:latin typeface="Arial"/>
                <a:ea typeface="Arial"/>
                <a:cs typeface="Arial"/>
              </a:rPr>
              <a:t>10%</a:t>
            </a:r>
          </a:p>
        </p:txBody>
      </p:sp>
      <p:sp>
        <p:nvSpPr>
          <p:cNvPr id="8" name="text-17-6">
            <a:extLst xmlns:a="http://schemas.openxmlformats.org/drawingml/2006/main">
              <a:ext uri="{FF2B5EF4-FFF2-40B4-BE49-F238E27FC236}">
                <a16:creationId xmlns:a16="http://schemas.microsoft.com/office/drawing/2014/main" id="{A1F4D216-8EAC-44B2-895D-CEF05FC852DE}"/>
              </a:ext>
            </a:extLst>
          </p:cNvPr>
          <p:cNvSpPr>
            <a:spLocks xmlns:a="http://schemas.openxmlformats.org/drawingml/2006/main" noGrp="1"/>
          </p:cNvSpPr>
          <p:nvPr/>
        </p:nvSpPr>
        <p:spPr>
          <a:xfrm xmlns:a="http://schemas.openxmlformats.org/drawingml/2006/main">
            <a:off x="3356335" y="2037462"/>
            <a:ext cx="716580" cy="8036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063" b="0" i="0">
                <a:solidFill>
                  <a:srgbClr val="0B0B0B"/>
                </a:solidFill>
                <a:latin typeface="Impact"/>
                <a:ea typeface="Impact"/>
                <a:cs typeface="Impact"/>
              </a:defRPr>
            </a:defPPr>
          </a:lstStyle>
          <a:p xmlns:a="http://schemas.openxmlformats.org/drawingml/2006/main">
            <a:pPr>
              <a:defRPr sz="5063" b="0" i="0">
                <a:solidFill>
                  <a:srgbClr val="0B0B0B"/>
                </a:solidFill>
                <a:latin typeface="Impact"/>
                <a:ea typeface="Impact"/>
                <a:cs typeface="Impact"/>
              </a:defRPr>
            </a:pPr>
            <a:r>
              <a:rPr sz="5063" b="0" i="0">
                <a:solidFill>
                  <a:srgbClr val="0B0B0B"/>
                </a:solidFill>
                <a:latin typeface="Impact"/>
                <a:ea typeface="Impact"/>
                <a:cs typeface="Impact"/>
              </a:rPr>
              <a:t>60</a:t>
            </a:r>
          </a:p>
        </p:txBody>
      </p:sp>
      <p:sp>
        <p:nvSpPr>
          <p:cNvPr id="9" name="text-17-7">
            <a:extLst xmlns:a="http://schemas.openxmlformats.org/drawingml/2006/main">
              <a:ext uri="{FF2B5EF4-FFF2-40B4-BE49-F238E27FC236}">
                <a16:creationId xmlns:a16="http://schemas.microsoft.com/office/drawing/2014/main" id="{9B498DD7-1FF4-4729-817A-55BA05602647}"/>
              </a:ext>
            </a:extLst>
          </p:cNvPr>
          <p:cNvSpPr>
            <a:spLocks xmlns:a="http://schemas.openxmlformats.org/drawingml/2006/main" noGrp="1"/>
          </p:cNvSpPr>
          <p:nvPr/>
        </p:nvSpPr>
        <p:spPr>
          <a:xfrm xmlns:a="http://schemas.openxmlformats.org/drawingml/2006/main">
            <a:off x="3356335" y="2823058"/>
            <a:ext cx="2029000"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0B0B0B"/>
                </a:solidFill>
                <a:latin typeface="Arial"/>
                <a:ea typeface="Arial"/>
                <a:cs typeface="Arial"/>
              </a:defRPr>
            </a:defPPr>
          </a:lstStyle>
          <a:p xmlns:a="http://schemas.openxmlformats.org/drawingml/2006/main">
            <a:pPr>
              <a:defRPr sz="1294" b="0" i="0">
                <a:solidFill>
                  <a:srgbClr val="0B0B0B"/>
                </a:solidFill>
                <a:latin typeface="Arial"/>
                <a:ea typeface="Arial"/>
                <a:cs typeface="Arial"/>
              </a:defRPr>
            </a:pPr>
            <a:r>
              <a:rPr sz="1294" b="0" i="0">
                <a:solidFill>
                  <a:srgbClr val="0B0B0B"/>
                </a:solidFill>
                <a:latin typeface="Arial"/>
                <a:ea typeface="Arial"/>
                <a:cs typeface="Arial"/>
              </a:rPr>
              <a:t>nuevas nocturnas, distintas</a:t>
            </a:r>
          </a:p>
        </p:txBody>
      </p:sp>
      <p:sp>
        <p:nvSpPr>
          <p:cNvPr id="10" name="text-17-8">
            <a:extLst xmlns:a="http://schemas.openxmlformats.org/drawingml/2006/main">
              <a:ext uri="{FF2B5EF4-FFF2-40B4-BE49-F238E27FC236}">
                <a16:creationId xmlns:a16="http://schemas.microsoft.com/office/drawing/2014/main" id="{BE053F8D-7E15-4944-924C-B32A5C457CAA}"/>
              </a:ext>
            </a:extLst>
          </p:cNvPr>
          <p:cNvSpPr>
            <a:spLocks xmlns:a="http://schemas.openxmlformats.org/drawingml/2006/main" noGrp="1"/>
          </p:cNvSpPr>
          <p:nvPr/>
        </p:nvSpPr>
        <p:spPr>
          <a:xfrm xmlns:a="http://schemas.openxmlformats.org/drawingml/2006/main">
            <a:off x="6180460" y="2037462"/>
            <a:ext cx="1938866" cy="8036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063" b="0" i="0">
                <a:solidFill>
                  <a:srgbClr val="0B0B0B"/>
                </a:solidFill>
                <a:latin typeface="Impact"/>
                <a:ea typeface="Impact"/>
                <a:cs typeface="Impact"/>
              </a:defRPr>
            </a:defPPr>
          </a:lstStyle>
          <a:p xmlns:a="http://schemas.openxmlformats.org/drawingml/2006/main">
            <a:pPr>
              <a:defRPr sz="5063" b="0" i="0">
                <a:solidFill>
                  <a:srgbClr val="0B0B0B"/>
                </a:solidFill>
                <a:latin typeface="Impact"/>
                <a:ea typeface="Impact"/>
                <a:cs typeface="Impact"/>
              </a:defRPr>
            </a:pPr>
            <a:r>
              <a:rPr sz="5063" b="0" i="0">
                <a:solidFill>
                  <a:srgbClr val="0B0B0B"/>
                </a:solidFill>
                <a:latin typeface="Impact"/>
                <a:ea typeface="Impact"/>
                <a:cs typeface="Impact"/>
              </a:rPr>
              <a:t>S/3.780</a:t>
            </a:r>
          </a:p>
        </p:txBody>
      </p:sp>
      <p:sp>
        <p:nvSpPr>
          <p:cNvPr id="11" name="text-17-9">
            <a:extLst xmlns:a="http://schemas.openxmlformats.org/drawingml/2006/main">
              <a:ext uri="{FF2B5EF4-FFF2-40B4-BE49-F238E27FC236}">
                <a16:creationId xmlns:a16="http://schemas.microsoft.com/office/drawing/2014/main" id="{38486479-D21E-4E87-BAB7-D8D5586AF55D}"/>
              </a:ext>
            </a:extLst>
          </p:cNvPr>
          <p:cNvSpPr>
            <a:spLocks xmlns:a="http://schemas.openxmlformats.org/drawingml/2006/main" noGrp="1"/>
          </p:cNvSpPr>
          <p:nvPr/>
        </p:nvSpPr>
        <p:spPr>
          <a:xfrm xmlns:a="http://schemas.openxmlformats.org/drawingml/2006/main">
            <a:off x="6180460" y="2823058"/>
            <a:ext cx="2006491"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0B0B0B"/>
                </a:solidFill>
                <a:latin typeface="Arial"/>
                <a:ea typeface="Arial"/>
                <a:cs typeface="Arial"/>
              </a:defRPr>
            </a:defPPr>
          </a:lstStyle>
          <a:p xmlns:a="http://schemas.openxmlformats.org/drawingml/2006/main">
            <a:pPr>
              <a:defRPr sz="1294" b="0" i="0">
                <a:solidFill>
                  <a:srgbClr val="0B0B0B"/>
                </a:solidFill>
                <a:latin typeface="Arial"/>
                <a:ea typeface="Arial"/>
                <a:cs typeface="Arial"/>
              </a:defRPr>
            </a:pPr>
            <a:r>
              <a:rPr sz="1294" b="0" i="0">
                <a:solidFill>
                  <a:srgbClr val="0B0B0B"/>
                </a:solidFill>
                <a:latin typeface="Arial"/>
                <a:ea typeface="Arial"/>
                <a:cs typeface="Arial"/>
              </a:rPr>
              <a:t>252 operaciones × S/15 de</a:t>
            </a:r>
          </a:p>
        </p:txBody>
      </p:sp>
      <p:sp>
        <p:nvSpPr>
          <p:cNvPr id="12" name="text-17-10">
            <a:extLst xmlns:a="http://schemas.openxmlformats.org/drawingml/2006/main">
              <a:ext uri="{FF2B5EF4-FFF2-40B4-BE49-F238E27FC236}">
                <a16:creationId xmlns:a16="http://schemas.microsoft.com/office/drawing/2014/main" id="{2C94BB1D-CFE0-4B80-A4B2-102F6E244843}"/>
              </a:ext>
            </a:extLst>
          </p:cNvPr>
          <p:cNvSpPr>
            <a:spLocks xmlns:a="http://schemas.openxmlformats.org/drawingml/2006/main" noGrp="1"/>
          </p:cNvSpPr>
          <p:nvPr/>
        </p:nvSpPr>
        <p:spPr>
          <a:xfrm xmlns:a="http://schemas.openxmlformats.org/drawingml/2006/main">
            <a:off x="6180460" y="2987364"/>
            <a:ext cx="595099"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0B0B0B"/>
                </a:solidFill>
                <a:latin typeface="Arial"/>
                <a:ea typeface="Arial"/>
                <a:cs typeface="Arial"/>
              </a:defRPr>
            </a:defPPr>
          </a:lstStyle>
          <a:p xmlns:a="http://schemas.openxmlformats.org/drawingml/2006/main">
            <a:pPr>
              <a:defRPr sz="1294" b="0" i="0">
                <a:solidFill>
                  <a:srgbClr val="0B0B0B"/>
                </a:solidFill>
                <a:latin typeface="Arial"/>
                <a:ea typeface="Arial"/>
                <a:cs typeface="Arial"/>
              </a:defRPr>
            </a:pPr>
            <a:r>
              <a:rPr sz="1294" b="0" i="0">
                <a:solidFill>
                  <a:srgbClr val="0B0B0B"/>
                </a:solidFill>
                <a:latin typeface="Arial"/>
                <a:ea typeface="Arial"/>
                <a:cs typeface="Arial"/>
              </a:rPr>
              <a:t>margen</a:t>
            </a:r>
          </a:p>
        </p:txBody>
      </p:sp>
      <p:sp>
        <p:nvSpPr>
          <p:cNvPr id="13" name="text-17-11">
            <a:extLst xmlns:a="http://schemas.openxmlformats.org/drawingml/2006/main">
              <a:ext uri="{FF2B5EF4-FFF2-40B4-BE49-F238E27FC236}">
                <a16:creationId xmlns:a16="http://schemas.microsoft.com/office/drawing/2014/main" id="{25BC29D7-C415-4642-8510-FECB33DC463E}"/>
              </a:ext>
            </a:extLst>
          </p:cNvPr>
          <p:cNvSpPr>
            <a:spLocks xmlns:a="http://schemas.openxmlformats.org/drawingml/2006/main" noGrp="1"/>
          </p:cNvSpPr>
          <p:nvPr/>
        </p:nvSpPr>
        <p:spPr>
          <a:xfrm xmlns:a="http://schemas.openxmlformats.org/drawingml/2006/main">
            <a:off x="532209" y="3419373"/>
            <a:ext cx="4118210"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i="0">
                <a:solidFill>
                  <a:srgbClr val="0B0B0B"/>
                </a:solidFill>
                <a:latin typeface="Arial"/>
                <a:ea typeface="Arial"/>
                <a:cs typeface="Arial"/>
              </a:defRPr>
            </a:defPPr>
          </a:lstStyle>
          <a:p xmlns:a="http://schemas.openxmlformats.org/drawingml/2006/main">
            <a:pPr>
              <a:defRPr sz="1575" b="0" i="0">
                <a:solidFill>
                  <a:srgbClr val="0B0B0B"/>
                </a:solidFill>
                <a:latin typeface="Arial"/>
                <a:ea typeface="Arial"/>
                <a:cs typeface="Arial"/>
              </a:defRPr>
            </a:pPr>
            <a:r>
              <a:rPr sz="1575" b="0" i="0">
                <a:solidFill>
                  <a:srgbClr val="0B0B0B"/>
                </a:solidFill>
                <a:latin typeface="Arial"/>
                <a:ea typeface="Arial"/>
                <a:cs typeface="Arial"/>
              </a:rPr>
              <a:t>El costo de Meta también cambia la ecuación.</a:t>
            </a:r>
          </a:p>
        </p:txBody>
      </p:sp>
      <p:sp>
        <p:nvSpPr>
          <p:cNvPr id="14" name="text-17-12">
            <a:extLst xmlns:a="http://schemas.openxmlformats.org/drawingml/2006/main">
              <a:ext uri="{FF2B5EF4-FFF2-40B4-BE49-F238E27FC236}">
                <a16:creationId xmlns:a16="http://schemas.microsoft.com/office/drawing/2014/main" id="{30D9B55E-3374-4B9D-AC35-6DAB6EF15312}"/>
              </a:ext>
            </a:extLst>
          </p:cNvPr>
          <p:cNvSpPr>
            <a:spLocks xmlns:a="http://schemas.openxmlformats.org/drawingml/2006/main" noGrp="1"/>
          </p:cNvSpPr>
          <p:nvPr/>
        </p:nvSpPr>
        <p:spPr>
          <a:xfrm xmlns:a="http://schemas.openxmlformats.org/drawingml/2006/main">
            <a:off x="532209" y="4503579"/>
            <a:ext cx="6751015" cy="133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44" b="0" i="0">
                <a:solidFill>
                  <a:srgbClr val="0B0B0B"/>
                </a:solidFill>
                <a:latin typeface="Arial"/>
                <a:ea typeface="Arial"/>
                <a:cs typeface="Arial"/>
              </a:defRPr>
            </a:defPPr>
          </a:lstStyle>
          <a:p xmlns:a="http://schemas.openxmlformats.org/drawingml/2006/main">
            <a:pPr>
              <a:defRPr sz="844" b="0" i="0">
                <a:solidFill>
                  <a:srgbClr val="0B0B0B"/>
                </a:solidFill>
                <a:latin typeface="Arial"/>
                <a:ea typeface="Arial"/>
                <a:cs typeface="Arial"/>
              </a:defRPr>
            </a:pPr>
            <a:r>
              <a:rPr sz="844" b="0" i="0">
                <a:solidFill>
                  <a:srgbClr val="0B0B0B"/>
                </a:solidFill>
                <a:latin typeface="Arial"/>
                <a:ea typeface="Arial"/>
                <a:cs typeface="Arial"/>
              </a:rPr>
              <a:t>192 = 64 × 10% × 30. 60 = 10 × 20% × 30. Hipótesis sin solapamientos. Restar tecnología, cupones y campañas. No son ventas observadas.</a:t>
            </a:r>
          </a:p>
        </p:txBody>
      </p:sp>
      <p:sp>
        <p:nvSpPr>
          <p:cNvPr id="15" name="text-17-13">
            <a:extLst xmlns:a="http://schemas.openxmlformats.org/drawingml/2006/main">
              <a:ext uri="{FF2B5EF4-FFF2-40B4-BE49-F238E27FC236}">
                <a16:creationId xmlns:a16="http://schemas.microsoft.com/office/drawing/2014/main" id="{CD68DAA2-0C53-4E0E-A9A0-8C51B2599899}"/>
              </a:ext>
            </a:extLst>
          </p:cNvPr>
          <p:cNvSpPr>
            <a:spLocks xmlns:a="http://schemas.openxmlformats.org/drawingml/2006/main" noGrp="1"/>
          </p:cNvSpPr>
          <p:nvPr/>
        </p:nvSpPr>
        <p:spPr>
          <a:xfrm xmlns:a="http://schemas.openxmlformats.org/drawingml/2006/main">
            <a:off x="532209" y="4199772"/>
            <a:ext cx="1125924" cy="178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0" i="0">
                <a:solidFill>
                  <a:srgbClr val="0B0B0B"/>
                </a:solidFill>
                <a:latin typeface="Arial"/>
                <a:ea typeface="Arial"/>
                <a:cs typeface="Arial"/>
              </a:defRPr>
            </a:defPPr>
          </a:lstStyle>
          <a:p xmlns:a="http://schemas.openxmlformats.org/drawingml/2006/main">
            <a:pPr>
              <a:defRPr sz="1125" b="0" i="0">
                <a:solidFill>
                  <a:srgbClr val="0B0B0B"/>
                </a:solidFill>
                <a:latin typeface="Arial"/>
                <a:ea typeface="Arial"/>
                <a:cs typeface="Arial"/>
              </a:defRPr>
            </a:pPr>
            <a:r>
              <a:rPr sz="1125" b="0" i="0">
                <a:solidFill>
                  <a:srgbClr val="0B0B0B"/>
                </a:solidFill>
                <a:latin typeface="Arial"/>
                <a:ea typeface="Arial"/>
                <a:cs typeface="Arial"/>
              </a:rPr>
              <a:t>Volver al impacto</a:t>
            </a:r>
          </a:p>
        </p:txBody>
      </p:sp>
      <p:sp>
        <p:nvSpPr>
          <p:cNvPr id="16" name="text-17-14">
            <a:extLst xmlns:a="http://schemas.openxmlformats.org/drawingml/2006/main">
              <a:ext uri="{FF2B5EF4-FFF2-40B4-BE49-F238E27FC236}">
                <a16:creationId xmlns:a16="http://schemas.microsoft.com/office/drawing/2014/main" id="{EFF4B7CE-D51E-4E07-98FE-CD3FCFC06EA0}"/>
              </a:ext>
            </a:extLst>
          </p:cNvPr>
          <p:cNvSpPr>
            <a:spLocks xmlns:a="http://schemas.openxmlformats.org/drawingml/2006/main" noGrp="1"/>
          </p:cNvSpPr>
          <p:nvPr/>
        </p:nvSpPr>
        <p:spPr>
          <a:xfrm xmlns:a="http://schemas.openxmlformats.org/drawingml/2006/main">
            <a:off x="2982516" y="4206239"/>
            <a:ext cx="2369393" cy="16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69" b="0" i="0">
                <a:solidFill>
                  <a:srgbClr val="0B0B0B"/>
                </a:solidFill>
                <a:latin typeface="Arial"/>
                <a:ea typeface="Arial"/>
                <a:cs typeface="Arial"/>
              </a:defRPr>
            </a:defPPr>
          </a:lstStyle>
          <a:p xmlns:a="http://schemas.openxmlformats.org/drawingml/2006/main">
            <a:pPr>
              <a:defRPr sz="1069" b="0" i="0">
                <a:solidFill>
                  <a:srgbClr val="0B0B0B"/>
                </a:solidFill>
                <a:latin typeface="Arial"/>
                <a:ea typeface="Arial"/>
                <a:cs typeface="Arial"/>
              </a:defRPr>
            </a:pPr>
            <a:r>
              <a:rPr sz="1069" b="0" i="0">
                <a:solidFill>
                  <a:srgbClr val="0B0B0B"/>
                </a:solidFill>
                <a:latin typeface="Arial"/>
                <a:ea typeface="Arial"/>
                <a:cs typeface="Arial"/>
              </a:rPr>
              <a:t>Comparar 5%, 10% y 20% · Anexo A.2</a:t>
            </a:r>
          </a:p>
        </p:txBody>
      </p:sp>
      <p:sp>
        <p:nvSpPr>
          <p:cNvPr id="17" name="text-17-15">
            <a:extLst xmlns:a="http://schemas.openxmlformats.org/drawingml/2006/main">
              <a:ext uri="{FF2B5EF4-FFF2-40B4-BE49-F238E27FC236}">
                <a16:creationId xmlns:a16="http://schemas.microsoft.com/office/drawing/2014/main" id="{4F1263C3-7614-4E75-A124-E60E43FAB4B2}"/>
              </a:ext>
            </a:extLst>
          </p:cNvPr>
          <p:cNvSpPr>
            <a:spLocks xmlns:a="http://schemas.openxmlformats.org/drawingml/2006/main" noGrp="1"/>
          </p:cNvSpPr>
          <p:nvPr/>
        </p:nvSpPr>
        <p:spPr>
          <a:xfrm xmlns:a="http://schemas.openxmlformats.org/drawingml/2006/main">
            <a:off x="532209" y="4923697"/>
            <a:ext cx="1120674"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ANEXOS / OMNI by 5.5</a:t>
            </a:r>
          </a:p>
        </p:txBody>
      </p:sp>
      <p:sp>
        <p:nvSpPr>
          <p:cNvPr id="18" name="text-17-16">
            <a:extLst xmlns:a="http://schemas.openxmlformats.org/drawingml/2006/main">
              <a:ext uri="{FF2B5EF4-FFF2-40B4-BE49-F238E27FC236}">
                <a16:creationId xmlns:a16="http://schemas.microsoft.com/office/drawing/2014/main" id="{0C9A8AB7-4633-41C7-B353-64F00E4CACA1}"/>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17 / 5.5</a:t>
            </a:r>
          </a:p>
        </p:txBody>
      </p:sp>
    </p:spTree>
    <p:extLst>
      <p:ext uri="{BB962C8B-B14F-4D97-AF65-F5344CB8AC3E}">
        <p14:creationId xmlns:p14="http://schemas.microsoft.com/office/powerpoint/2010/main" val="101500070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BABFCE6-450E-4BB5-9BF4-374ABDAF1A46}"/>
              </a:ext>
            </a:extLst>
          </p:cNvPr>
          <p:cNvPicPr>
            <a:picLocks xmlns:a="http://schemas.openxmlformats.org/drawingml/2006/main" noChangeAspect="1"/>
          </p:cNvPicPr>
          <p:nvPr/>
        </p:nvPicPr>
        <p:blipFill>
          <a:blip xmlns:r="http://schemas.openxmlformats.org/officeDocument/2006/relationships" xmlns:a="http://schemas.openxmlformats.org/drawingml/2006/main" r:embed="R8505a73d78404baa"/>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18-0">
            <a:extLst xmlns:a="http://schemas.openxmlformats.org/drawingml/2006/main">
              <a:ext uri="{FF2B5EF4-FFF2-40B4-BE49-F238E27FC236}">
                <a16:creationId xmlns:a16="http://schemas.microsoft.com/office/drawing/2014/main" id="{4A1902FF-0172-4DE2-8311-4678BFF32BEE}"/>
              </a:ext>
            </a:extLst>
          </p:cNvPr>
          <p:cNvSpPr>
            <a:spLocks xmlns:a="http://schemas.openxmlformats.org/drawingml/2006/main" noGrp="1"/>
          </p:cNvSpPr>
          <p:nvPr/>
        </p:nvSpPr>
        <p:spPr>
          <a:xfrm xmlns:a="http://schemas.openxmlformats.org/drawingml/2006/main">
            <a:off x="532209" y="382979"/>
            <a:ext cx="3359661"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0B0B0B"/>
                </a:solidFill>
                <a:latin typeface="Arial"/>
                <a:ea typeface="Arial"/>
                <a:cs typeface="Arial"/>
              </a:defRPr>
            </a:defPPr>
          </a:lstStyle>
          <a:p xmlns:a="http://schemas.openxmlformats.org/drawingml/2006/main">
            <a:pPr>
              <a:defRPr sz="956" b="1" i="0">
                <a:solidFill>
                  <a:srgbClr val="0B0B0B"/>
                </a:solidFill>
                <a:latin typeface="Arial"/>
                <a:ea typeface="Arial"/>
                <a:cs typeface="Arial"/>
              </a:defRPr>
            </a:pPr>
            <a:r>
              <a:rPr sz="956" b="1" i="0">
                <a:solidFill>
                  <a:srgbClr val="0B0B0B"/>
                </a:solidFill>
                <a:latin typeface="Arial"/>
                <a:ea typeface="Arial"/>
                <a:cs typeface="Arial"/>
              </a:rPr>
              <a:t>ANEXO A.2 / SENSIBILIDAD DEL CRECIMIENTO</a:t>
            </a:r>
          </a:p>
        </p:txBody>
      </p:sp>
      <p:sp>
        <p:nvSpPr>
          <p:cNvPr id="3" name="text-18-1">
            <a:extLst xmlns:a="http://schemas.openxmlformats.org/drawingml/2006/main">
              <a:ext uri="{FF2B5EF4-FFF2-40B4-BE49-F238E27FC236}">
                <a16:creationId xmlns:a16="http://schemas.microsoft.com/office/drawing/2014/main" id="{FF6FD6B4-8374-46D5-BF40-4C11BEC2E70A}"/>
              </a:ext>
            </a:extLst>
          </p:cNvPr>
          <p:cNvSpPr>
            <a:spLocks xmlns:a="http://schemas.openxmlformats.org/drawingml/2006/main" noGrp="1"/>
          </p:cNvSpPr>
          <p:nvPr/>
        </p:nvSpPr>
        <p:spPr>
          <a:xfrm xmlns:a="http://schemas.openxmlformats.org/drawingml/2006/main">
            <a:off x="532209" y="681907"/>
            <a:ext cx="3286273" cy="553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488" b="0" i="0">
                <a:solidFill>
                  <a:srgbClr val="0B0B0B"/>
                </a:solidFill>
                <a:latin typeface="Impact"/>
                <a:ea typeface="Impact"/>
                <a:cs typeface="Impact"/>
              </a:defRPr>
            </a:defPPr>
          </a:lstStyle>
          <a:p xmlns:a="http://schemas.openxmlformats.org/drawingml/2006/main">
            <a:pPr>
              <a:defRPr sz="3488" b="0" i="0">
                <a:solidFill>
                  <a:srgbClr val="0B0B0B"/>
                </a:solidFill>
                <a:latin typeface="Impact"/>
                <a:ea typeface="Impact"/>
                <a:cs typeface="Impact"/>
              </a:defRPr>
            </a:pPr>
            <a:r>
              <a:rPr sz="3488" b="0" i="0">
                <a:solidFill>
                  <a:srgbClr val="0B0B0B"/>
                </a:solidFill>
                <a:latin typeface="Impact"/>
                <a:ea typeface="Impact"/>
                <a:cs typeface="Impact"/>
              </a:rPr>
              <a:t>EL RETORNO CAMBIA</a:t>
            </a:r>
          </a:p>
        </p:txBody>
      </p:sp>
      <p:sp>
        <p:nvSpPr>
          <p:cNvPr id="4" name="text-18-2">
            <a:extLst xmlns:a="http://schemas.openxmlformats.org/drawingml/2006/main">
              <a:ext uri="{FF2B5EF4-FFF2-40B4-BE49-F238E27FC236}">
                <a16:creationId xmlns:a16="http://schemas.microsoft.com/office/drawing/2014/main" id="{FF2F8AD2-84D8-465A-81EB-57B83A92338C}"/>
              </a:ext>
            </a:extLst>
          </p:cNvPr>
          <p:cNvSpPr>
            <a:spLocks xmlns:a="http://schemas.openxmlformats.org/drawingml/2006/main" noGrp="1"/>
          </p:cNvSpPr>
          <p:nvPr/>
        </p:nvSpPr>
        <p:spPr>
          <a:xfrm xmlns:a="http://schemas.openxmlformats.org/drawingml/2006/main">
            <a:off x="532209" y="1131963"/>
            <a:ext cx="5118502" cy="553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488" b="0" i="0">
                <a:solidFill>
                  <a:srgbClr val="0B0B0B"/>
                </a:solidFill>
                <a:latin typeface="Impact"/>
                <a:ea typeface="Impact"/>
                <a:cs typeface="Impact"/>
              </a:defRPr>
            </a:defPPr>
          </a:lstStyle>
          <a:p xmlns:a="http://schemas.openxmlformats.org/drawingml/2006/main">
            <a:pPr>
              <a:defRPr sz="3488" b="0" i="0">
                <a:solidFill>
                  <a:srgbClr val="0B0B0B"/>
                </a:solidFill>
                <a:latin typeface="Impact"/>
                <a:ea typeface="Impact"/>
                <a:cs typeface="Impact"/>
              </a:defRPr>
            </a:pPr>
            <a:r>
              <a:rPr sz="3488" b="0" i="0">
                <a:solidFill>
                  <a:srgbClr val="0B0B0B"/>
                </a:solidFill>
                <a:latin typeface="Impact"/>
                <a:ea typeface="Impact"/>
                <a:cs typeface="Impact"/>
              </a:rPr>
              <a:t>CON LA CONVERSIÓN Y EL COSTO</a:t>
            </a:r>
          </a:p>
        </p:txBody>
      </p:sp>
      <p:sp>
        <p:nvSpPr>
          <p:cNvPr id="5" name="text-18-3">
            <a:extLst xmlns:a="http://schemas.openxmlformats.org/drawingml/2006/main">
              <a:ext uri="{FF2B5EF4-FFF2-40B4-BE49-F238E27FC236}">
                <a16:creationId xmlns:a16="http://schemas.microsoft.com/office/drawing/2014/main" id="{BAE327CD-5F3F-4E64-9E0E-EEC8A557B168}"/>
              </a:ext>
            </a:extLst>
          </p:cNvPr>
          <p:cNvSpPr>
            <a:spLocks xmlns:a="http://schemas.openxmlformats.org/drawingml/2006/main" noGrp="1"/>
          </p:cNvSpPr>
          <p:nvPr/>
        </p:nvSpPr>
        <p:spPr>
          <a:xfrm xmlns:a="http://schemas.openxmlformats.org/drawingml/2006/main">
            <a:off x="532209" y="4314072"/>
            <a:ext cx="1856967" cy="178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0" i="0">
                <a:solidFill>
                  <a:srgbClr val="0B0B0B"/>
                </a:solidFill>
                <a:latin typeface="Arial"/>
                <a:ea typeface="Arial"/>
                <a:cs typeface="Arial"/>
              </a:defRPr>
            </a:defPPr>
          </a:lstStyle>
          <a:p xmlns:a="http://schemas.openxmlformats.org/drawingml/2006/main">
            <a:pPr>
              <a:defRPr sz="1125" b="0" i="0">
                <a:solidFill>
                  <a:srgbClr val="0B0B0B"/>
                </a:solidFill>
                <a:latin typeface="Arial"/>
                <a:ea typeface="Arial"/>
                <a:cs typeface="Arial"/>
              </a:defRPr>
            </a:pPr>
            <a:r>
              <a:rPr sz="1125" b="0" i="0">
                <a:solidFill>
                  <a:srgbClr val="0B0B0B"/>
                </a:solidFill>
                <a:latin typeface="Arial"/>
                <a:ea typeface="Arial"/>
                <a:cs typeface="Arial"/>
              </a:rPr>
              <a:t>Volver al cálculo del anexo A</a:t>
            </a:r>
          </a:p>
        </p:txBody>
      </p:sp>
      <p:sp>
        <p:nvSpPr>
          <p:cNvPr id="6" name="text-18-4">
            <a:extLst xmlns:a="http://schemas.openxmlformats.org/drawingml/2006/main">
              <a:ext uri="{FF2B5EF4-FFF2-40B4-BE49-F238E27FC236}">
                <a16:creationId xmlns:a16="http://schemas.microsoft.com/office/drawing/2014/main" id="{022EF92D-57A4-497E-AFEC-2FB8EA6FE3AE}"/>
              </a:ext>
            </a:extLst>
          </p:cNvPr>
          <p:cNvSpPr>
            <a:spLocks xmlns:a="http://schemas.openxmlformats.org/drawingml/2006/main" noGrp="1"/>
          </p:cNvSpPr>
          <p:nvPr/>
        </p:nvSpPr>
        <p:spPr>
          <a:xfrm xmlns:a="http://schemas.openxmlformats.org/drawingml/2006/main">
            <a:off x="2601106" y="4320539"/>
            <a:ext cx="1071533" cy="16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69" b="0" i="0">
                <a:solidFill>
                  <a:srgbClr val="0B0B0B"/>
                </a:solidFill>
                <a:latin typeface="Arial"/>
                <a:ea typeface="Arial"/>
                <a:cs typeface="Arial"/>
              </a:defRPr>
            </a:defPPr>
          </a:lstStyle>
          <a:p xmlns:a="http://schemas.openxmlformats.org/drawingml/2006/main">
            <a:pPr>
              <a:defRPr sz="1069" b="0" i="0">
                <a:solidFill>
                  <a:srgbClr val="0B0B0B"/>
                </a:solidFill>
                <a:latin typeface="Arial"/>
                <a:ea typeface="Arial"/>
                <a:cs typeface="Arial"/>
              </a:defRPr>
            </a:pPr>
            <a:r>
              <a:rPr sz="1069" b="0" i="0">
                <a:solidFill>
                  <a:srgbClr val="0B0B0B"/>
                </a:solidFill>
                <a:latin typeface="Arial"/>
                <a:ea typeface="Arial"/>
                <a:cs typeface="Arial"/>
              </a:rPr>
              <a:t>Volver al impacto</a:t>
            </a:r>
          </a:p>
        </p:txBody>
      </p:sp>
      <p:sp>
        <p:nvSpPr>
          <p:cNvPr id="7" name="text-18-5">
            <a:extLst xmlns:a="http://schemas.openxmlformats.org/drawingml/2006/main">
              <a:ext uri="{FF2B5EF4-FFF2-40B4-BE49-F238E27FC236}">
                <a16:creationId xmlns:a16="http://schemas.microsoft.com/office/drawing/2014/main" id="{09874148-0135-4176-8D7E-1E7DD86A7B31}"/>
              </a:ext>
            </a:extLst>
          </p:cNvPr>
          <p:cNvSpPr>
            <a:spLocks xmlns:a="http://schemas.openxmlformats.org/drawingml/2006/main" noGrp="1"/>
          </p:cNvSpPr>
          <p:nvPr/>
        </p:nvSpPr>
        <p:spPr>
          <a:xfrm xmlns:a="http://schemas.openxmlformats.org/drawingml/2006/main">
            <a:off x="532209" y="4503579"/>
            <a:ext cx="7042373" cy="133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44" b="0" i="0">
                <a:solidFill>
                  <a:srgbClr val="0B0B0B"/>
                </a:solidFill>
                <a:latin typeface="Arial"/>
                <a:ea typeface="Arial"/>
                <a:cs typeface="Arial"/>
              </a:defRPr>
            </a:defPPr>
          </a:lstStyle>
          <a:p xmlns:a="http://schemas.openxmlformats.org/drawingml/2006/main">
            <a:pPr>
              <a:defRPr sz="844" b="0" i="0">
                <a:solidFill>
                  <a:srgbClr val="0B0B0B"/>
                </a:solidFill>
                <a:latin typeface="Arial"/>
                <a:ea typeface="Arial"/>
                <a:cs typeface="Arial"/>
              </a:defRPr>
            </a:pPr>
            <a:r>
              <a:rPr sz="844" b="0" i="0">
                <a:solidFill>
                  <a:srgbClr val="0B0B0B"/>
                </a:solidFill>
                <a:latin typeface="Arial"/>
                <a:ea typeface="Arial"/>
                <a:cs typeface="Arial"/>
              </a:rPr>
              <a:t>Hipótesis: 30 días, margen S/15, ventas distintas. Optimización de mensajes pendiente. Saldos antes de campañas, cupones y costos no incluidos.</a:t>
            </a:r>
          </a:p>
        </p:txBody>
      </p:sp>
      <p:sp>
        <p:nvSpPr>
          <p:cNvPr id="8" name="text-18-6">
            <a:extLst xmlns:a="http://schemas.openxmlformats.org/drawingml/2006/main">
              <a:ext uri="{FF2B5EF4-FFF2-40B4-BE49-F238E27FC236}">
                <a16:creationId xmlns:a16="http://schemas.microsoft.com/office/drawing/2014/main" id="{2FC7E7A9-5538-4A87-8E86-0BAC7DFB2DEC}"/>
              </a:ext>
            </a:extLst>
          </p:cNvPr>
          <p:cNvSpPr>
            <a:spLocks xmlns:a="http://schemas.openxmlformats.org/drawingml/2006/main" noGrp="1"/>
          </p:cNvSpPr>
          <p:nvPr/>
        </p:nvSpPr>
        <p:spPr>
          <a:xfrm xmlns:a="http://schemas.openxmlformats.org/drawingml/2006/main">
            <a:off x="532209" y="4923697"/>
            <a:ext cx="1120674"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ANEXOS / OMNI by 5.5</a:t>
            </a:r>
          </a:p>
        </p:txBody>
      </p:sp>
      <p:sp>
        <p:nvSpPr>
          <p:cNvPr id="9" name="text-18-7">
            <a:extLst xmlns:a="http://schemas.openxmlformats.org/drawingml/2006/main">
              <a:ext uri="{FF2B5EF4-FFF2-40B4-BE49-F238E27FC236}">
                <a16:creationId xmlns:a16="http://schemas.microsoft.com/office/drawing/2014/main" id="{D309ABE3-DD71-4D28-965D-F1F0E1BECA58}"/>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18 / 5.5</a:t>
            </a:r>
          </a:p>
        </p:txBody>
      </p:sp>
      <p:graphicFrame>
        <p:nvGraphicFramePr>
          <p:cNvPr id="10" name="">
            <a:extLst xmlns:a="http://schemas.openxmlformats.org/drawingml/2006/main">
              <a:ext uri="{FF2B5EF4-FFF2-40B4-BE49-F238E27FC236}">
                <a16:creationId xmlns:a16="http://schemas.microsoft.com/office/drawing/2014/main" id="{C41E23EE-BA33-49B5-9023-06847CFEB6BD}"/>
              </a:ext>
            </a:extLst>
          </p:cNvPr>
          <p:cNvGraphicFramePr/>
          <p:nvPr/>
        </p:nvGraphicFramePr>
        <p:xfrm>
          <a:off xmlns:a="http://schemas.openxmlformats.org/drawingml/2006/main" x="532209" y="1840304"/>
          <a:ext xmlns:a="http://schemas.openxmlformats.org/drawingml/2006/main" cx="8261747" cy="2361702"/>
        </p:xfrm>
        <a:graphic xmlns:a="http://schemas.openxmlformats.org/drawingml/2006/main">
          <a:graphicData uri="http://schemas.openxmlformats.org/drawingml/2006/table">
            <a:tbl>
              <a:tblPr/>
              <a:tblGrid>
                <a:gridCol w="1132210"/>
                <a:gridCol w="1073907"/>
                <a:gridCol w="1624087"/>
                <a:gridCol w="1106835"/>
                <a:gridCol w="1415021"/>
                <a:gridCol w="1909688"/>
              </a:tblGrid>
              <a:tr h="590426">
                <a:tc>
                  <a:txBody>
                    <a:bodyPr/>
                    <a:lstStyle/>
                    <a:p>
                      <a:r>
                        <a:rPr sz="825" b="1">
                          <a:solidFill>
                            <a:srgbClr val="FFFFFF"/>
                          </a:solidFill>
                          <a:latin typeface="Arial"/>
                          <a:ea typeface="Arial"/>
                          <a:cs typeface="Arial"/>
                        </a:rPr>
                        <a:t>Recuperación</a:t>
                      </a:r>
                    </a:p>
                  </a:txBody>
                  <a:tcPr marL="95250" marR="95250" marT="66675" marB="66675">
                    <a:lnL w="4763">
                      <a:solidFill>
                        <a:srgbClr val="D0CBC4"/>
                      </a:solidFill>
                      <a:prstDash val="soli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825" b="1">
                          <a:solidFill>
                            <a:srgbClr val="FFFFFF"/>
                          </a:solidFill>
                          <a:latin typeface="Arial"/>
                          <a:ea typeface="Arial"/>
                          <a:cs typeface="Arial"/>
                        </a:rPr>
                        <a:t>Seguimiento</a:t>
                      </a:r>
                    </a:p>
                  </a:txBody>
                  <a:tcPr marL="95250" marR="95250" marT="66675" marB="66675">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825" b="1">
                          <a:solidFill>
                            <a:srgbClr val="FFFFFF"/>
                          </a:solidFill>
                          <a:latin typeface="Arial"/>
                          <a:ea typeface="Arial"/>
                          <a:cs typeface="Arial"/>
                        </a:rPr>
                        <a:t>Total + 60 nocturnas</a:t>
                      </a:r>
                    </a:p>
                  </a:txBody>
                  <a:tcPr marL="95250" marR="95250" marT="66675" marB="66675">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825" b="1">
                          <a:solidFill>
                            <a:srgbClr val="FFFFFF"/>
                          </a:solidFill>
                          <a:latin typeface="Arial"/>
                          <a:ea typeface="Arial"/>
                          <a:cs typeface="Arial"/>
                        </a:rPr>
                        <a:t>Contribución</a:t>
                      </a:r>
                    </a:p>
                  </a:txBody>
                  <a:tcPr marL="95250" marR="95250" marT="66675" marB="66675">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825" b="1">
                          <a:solidFill>
                            <a:srgbClr val="FFFFFF"/>
                          </a:solidFill>
                          <a:latin typeface="Arial"/>
                          <a:ea typeface="Arial"/>
                          <a:cs typeface="Arial"/>
                        </a:rPr>
                        <a:t>Tras S/300 WAHA</a:t>
                      </a:r>
                    </a:p>
                  </a:txBody>
                  <a:tcPr marL="95250" marR="95250" marT="66675" marB="66675">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825" b="1">
                          <a:solidFill>
                            <a:srgbClr val="FFFFFF"/>
                          </a:solidFill>
                          <a:latin typeface="Arial"/>
                          <a:ea typeface="Arial"/>
                          <a:cs typeface="Arial"/>
                        </a:rPr>
                        <a:t>Tras S/1.400 optimizado</a:t>
                      </a:r>
                    </a:p>
                  </a:txBody>
                  <a:tcPr marL="95250" marR="95250" marT="66675" marB="66675">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r>
              <a:tr h="590426">
                <a:tc>
                  <a:txBody>
                    <a:bodyPr/>
                    <a:lstStyle/>
                    <a:p>
                      <a:r>
                        <a:rPr sz="825">
                          <a:solidFill>
                            <a:srgbClr val="0B0B0B"/>
                          </a:solidFill>
                          <a:latin typeface="Arial"/>
                          <a:ea typeface="Arial"/>
                          <a:cs typeface="Arial"/>
                        </a:rPr>
                        <a:t>5%</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96</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156</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S/2.340</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S/2.040</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S/940</a:t>
                      </a:r>
                    </a:p>
                  </a:txBody>
                  <a:tcPr marL="95250" marR="95250" marT="66675" marB="66675">
                    <a:lnR w="4763">
                      <a:solidFill>
                        <a:srgbClr val="D0CBC4"/>
                      </a:solidFill>
                      <a:prstDash val="solid"/>
                    </a:lnR>
                    <a:lnB w="4763">
                      <a:solidFill>
                        <a:srgbClr val="D0CBC4"/>
                      </a:solidFill>
                      <a:prstDash val="solid"/>
                    </a:lnB>
                    <a:solidFill>
                      <a:srgbClr val="F5F0E8"/>
                    </a:solidFill>
                  </a:tcPr>
                </a:tc>
              </a:tr>
              <a:tr h="590426">
                <a:tc>
                  <a:txBody>
                    <a:bodyPr/>
                    <a:lstStyle/>
                    <a:p>
                      <a:r>
                        <a:rPr sz="825">
                          <a:solidFill>
                            <a:srgbClr val="0B0B0B"/>
                          </a:solidFill>
                          <a:latin typeface="Arial"/>
                          <a:ea typeface="Arial"/>
                          <a:cs typeface="Arial"/>
                        </a:rPr>
                        <a:t>10%</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192</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252</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S/3.780</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S/3.480</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S/2.380</a:t>
                      </a:r>
                    </a:p>
                  </a:txBody>
                  <a:tcPr marL="95250" marR="95250" marT="66675" marB="66675">
                    <a:lnR w="4763">
                      <a:solidFill>
                        <a:srgbClr val="D0CBC4"/>
                      </a:solidFill>
                      <a:prstDash val="solid"/>
                    </a:lnR>
                    <a:lnB w="4763">
                      <a:solidFill>
                        <a:srgbClr val="D0CBC4"/>
                      </a:solidFill>
                      <a:prstDash val="solid"/>
                    </a:lnB>
                    <a:solidFill>
                      <a:srgbClr val="F5F0E8"/>
                    </a:solidFill>
                  </a:tcPr>
                </a:tc>
              </a:tr>
              <a:tr h="590426">
                <a:tc>
                  <a:txBody>
                    <a:bodyPr/>
                    <a:lstStyle/>
                    <a:p>
                      <a:r>
                        <a:rPr sz="825">
                          <a:solidFill>
                            <a:srgbClr val="0B0B0B"/>
                          </a:solidFill>
                          <a:latin typeface="Arial"/>
                          <a:ea typeface="Arial"/>
                          <a:cs typeface="Arial"/>
                        </a:rPr>
                        <a:t>20%</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384</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444</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S/6.660</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S/6.360</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825">
                          <a:solidFill>
                            <a:srgbClr val="0B0B0B"/>
                          </a:solidFill>
                          <a:latin typeface="Arial"/>
                          <a:ea typeface="Arial"/>
                          <a:cs typeface="Arial"/>
                        </a:rPr>
                        <a:t>S/5.260</a:t>
                      </a:r>
                    </a:p>
                  </a:txBody>
                  <a:tcPr marL="95250" marR="95250" marT="66675" marB="66675">
                    <a:lnR w="4763">
                      <a:solidFill>
                        <a:srgbClr val="D0CBC4"/>
                      </a:solidFill>
                      <a:prstDash val="solid"/>
                    </a:lnR>
                    <a:lnB w="4763">
                      <a:solidFill>
                        <a:srgbClr val="D0CBC4"/>
                      </a:solidFill>
                      <a:prstDash val="solid"/>
                    </a:lnB>
                    <a:solidFill>
                      <a:srgbClr val="F5F0E8"/>
                    </a:solidFill>
                  </a:tcPr>
                </a:tc>
              </a:tr>
            </a:tbl>
          </a:graphicData>
        </a:graphic>
      </p:graphicFrame>
    </p:spTree>
    <p:extLst>
      <p:ext uri="{BB962C8B-B14F-4D97-AF65-F5344CB8AC3E}">
        <p14:creationId xmlns:p14="http://schemas.microsoft.com/office/powerpoint/2010/main" val="118931251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69B77205-EF6F-424B-BDB6-6B73DE329C93}"/>
              </a:ext>
            </a:extLst>
          </p:cNvPr>
          <p:cNvPicPr>
            <a:picLocks xmlns:a="http://schemas.openxmlformats.org/drawingml/2006/main" noChangeAspect="1"/>
          </p:cNvPicPr>
          <p:nvPr/>
        </p:nvPicPr>
        <p:blipFill>
          <a:blip xmlns:r="http://schemas.openxmlformats.org/officeDocument/2006/relationships" xmlns:a="http://schemas.openxmlformats.org/drawingml/2006/main" r:embed="R640f86d0cf474937"/>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19-0">
            <a:extLst xmlns:a="http://schemas.openxmlformats.org/drawingml/2006/main">
              <a:ext uri="{FF2B5EF4-FFF2-40B4-BE49-F238E27FC236}">
                <a16:creationId xmlns:a16="http://schemas.microsoft.com/office/drawing/2014/main" id="{BDA19EFE-5F5B-4E9B-AFEC-C3D56AC35F6C}"/>
              </a:ext>
            </a:extLst>
          </p:cNvPr>
          <p:cNvSpPr>
            <a:spLocks xmlns:a="http://schemas.openxmlformats.org/drawingml/2006/main" noGrp="1"/>
          </p:cNvSpPr>
          <p:nvPr/>
        </p:nvSpPr>
        <p:spPr>
          <a:xfrm xmlns:a="http://schemas.openxmlformats.org/drawingml/2006/main">
            <a:off x="532209" y="382979"/>
            <a:ext cx="1510432"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5F0E8"/>
                </a:solidFill>
                <a:latin typeface="Arial"/>
                <a:ea typeface="Arial"/>
                <a:cs typeface="Arial"/>
              </a:defRPr>
            </a:defPPr>
          </a:lstStyle>
          <a:p xmlns:a="http://schemas.openxmlformats.org/drawingml/2006/main">
            <a:pPr>
              <a:defRPr sz="956" b="1" i="0">
                <a:solidFill>
                  <a:srgbClr val="F5F0E8"/>
                </a:solidFill>
                <a:latin typeface="Arial"/>
                <a:ea typeface="Arial"/>
                <a:cs typeface="Arial"/>
              </a:defRPr>
            </a:pPr>
            <a:r>
              <a:rPr sz="956" b="1" i="0">
                <a:solidFill>
                  <a:srgbClr val="F5F0E8"/>
                </a:solidFill>
                <a:latin typeface="Arial"/>
                <a:ea typeface="Arial"/>
                <a:cs typeface="Arial"/>
              </a:rPr>
              <a:t>ANEXO B / ALCANCE</a:t>
            </a:r>
          </a:p>
        </p:txBody>
      </p:sp>
      <p:sp>
        <p:nvSpPr>
          <p:cNvPr id="3" name="text-19-1">
            <a:extLst xmlns:a="http://schemas.openxmlformats.org/drawingml/2006/main">
              <a:ext uri="{FF2B5EF4-FFF2-40B4-BE49-F238E27FC236}">
                <a16:creationId xmlns:a16="http://schemas.microsoft.com/office/drawing/2014/main" id="{1C083612-8184-48AE-B4D6-5C1CA520A34F}"/>
              </a:ext>
            </a:extLst>
          </p:cNvPr>
          <p:cNvSpPr>
            <a:spLocks xmlns:a="http://schemas.openxmlformats.org/drawingml/2006/main" noGrp="1"/>
          </p:cNvSpPr>
          <p:nvPr/>
        </p:nvSpPr>
        <p:spPr>
          <a:xfrm xmlns:a="http://schemas.openxmlformats.org/drawingml/2006/main">
            <a:off x="532209" y="673884"/>
            <a:ext cx="5684043"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F5F0E8"/>
                </a:solidFill>
                <a:latin typeface="Impact"/>
                <a:ea typeface="Impact"/>
                <a:cs typeface="Impact"/>
              </a:defRPr>
            </a:defPPr>
          </a:lstStyle>
          <a:p xmlns:a="http://schemas.openxmlformats.org/drawingml/2006/main">
            <a:pPr>
              <a:defRPr sz="4275" b="0" i="0">
                <a:solidFill>
                  <a:srgbClr val="F5F0E8"/>
                </a:solidFill>
                <a:latin typeface="Impact"/>
                <a:ea typeface="Impact"/>
                <a:cs typeface="Impact"/>
              </a:defRPr>
            </a:pPr>
            <a:r>
              <a:rPr sz="4275" b="0" i="0">
                <a:solidFill>
                  <a:srgbClr val="F5F0E8"/>
                </a:solidFill>
                <a:latin typeface="Impact"/>
                <a:ea typeface="Impact"/>
                <a:cs typeface="Impact"/>
              </a:rPr>
              <a:t>EL REGISTRO PERMITE MEDIR</a:t>
            </a:r>
          </a:p>
        </p:txBody>
      </p:sp>
      <p:sp>
        <p:nvSpPr>
          <p:cNvPr id="4" name="text-19-2">
            <a:extLst xmlns:a="http://schemas.openxmlformats.org/drawingml/2006/main">
              <a:ext uri="{FF2B5EF4-FFF2-40B4-BE49-F238E27FC236}">
                <a16:creationId xmlns:a16="http://schemas.microsoft.com/office/drawing/2014/main" id="{379C298D-8758-4DC1-9027-613B4DEECDAC}"/>
              </a:ext>
            </a:extLst>
          </p:cNvPr>
          <p:cNvSpPr>
            <a:spLocks xmlns:a="http://schemas.openxmlformats.org/drawingml/2006/main" noGrp="1"/>
          </p:cNvSpPr>
          <p:nvPr/>
        </p:nvSpPr>
        <p:spPr>
          <a:xfrm xmlns:a="http://schemas.openxmlformats.org/drawingml/2006/main">
            <a:off x="532209" y="1231097"/>
            <a:ext cx="5331567"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F5F0E8"/>
                </a:solidFill>
                <a:latin typeface="Impact"/>
                <a:ea typeface="Impact"/>
                <a:cs typeface="Impact"/>
              </a:defRPr>
            </a:defPPr>
          </a:lstStyle>
          <a:p xmlns:a="http://schemas.openxmlformats.org/drawingml/2006/main">
            <a:pPr>
              <a:defRPr sz="4275" b="0" i="0">
                <a:solidFill>
                  <a:srgbClr val="F5F0E8"/>
                </a:solidFill>
                <a:latin typeface="Impact"/>
                <a:ea typeface="Impact"/>
                <a:cs typeface="Impact"/>
              </a:defRPr>
            </a:pPr>
            <a:r>
              <a:rPr sz="4275" b="0" i="0">
                <a:solidFill>
                  <a:srgbClr val="F5F0E8"/>
                </a:solidFill>
                <a:latin typeface="Impact"/>
                <a:ea typeface="Impact"/>
                <a:cs typeface="Impact"/>
              </a:rPr>
              <a:t>LA INTEGRACIÓN SE VALIDA</a:t>
            </a:r>
          </a:p>
        </p:txBody>
      </p:sp>
      <p:sp>
        <p:nvSpPr>
          <p:cNvPr id="5" name="text-19-3">
            <a:extLst xmlns:a="http://schemas.openxmlformats.org/drawingml/2006/main">
              <a:ext uri="{FF2B5EF4-FFF2-40B4-BE49-F238E27FC236}">
                <a16:creationId xmlns:a16="http://schemas.microsoft.com/office/drawing/2014/main" id="{A62DA7DE-D546-4FD4-8BD3-0E46F2E37280}"/>
              </a:ext>
            </a:extLst>
          </p:cNvPr>
          <p:cNvSpPr>
            <a:spLocks xmlns:a="http://schemas.openxmlformats.org/drawingml/2006/main" noGrp="1"/>
          </p:cNvSpPr>
          <p:nvPr/>
        </p:nvSpPr>
        <p:spPr>
          <a:xfrm xmlns:a="http://schemas.openxmlformats.org/drawingml/2006/main">
            <a:off x="532209" y="2078755"/>
            <a:ext cx="2028839"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1" i="0">
                <a:solidFill>
                  <a:srgbClr val="FF4053"/>
                </a:solidFill>
                <a:latin typeface="Arial"/>
                <a:ea typeface="Arial"/>
                <a:cs typeface="Arial"/>
              </a:defRPr>
            </a:defPPr>
          </a:lstStyle>
          <a:p xmlns:a="http://schemas.openxmlformats.org/drawingml/2006/main">
            <a:pPr>
              <a:defRPr sz="1181" b="1" i="0">
                <a:solidFill>
                  <a:srgbClr val="FF4053"/>
                </a:solidFill>
                <a:latin typeface="Arial"/>
                <a:ea typeface="Arial"/>
                <a:cs typeface="Arial"/>
              </a:defRPr>
            </a:pPr>
            <a:r>
              <a:rPr sz="1181" b="1" i="0">
                <a:solidFill>
                  <a:srgbClr val="FF4053"/>
                </a:solidFill>
                <a:latin typeface="Arial"/>
                <a:ea typeface="Arial"/>
                <a:cs typeface="Arial"/>
              </a:rPr>
              <a:t>ENTREGA WEB REVISADA</a:t>
            </a:r>
          </a:p>
        </p:txBody>
      </p:sp>
      <p:sp>
        <p:nvSpPr>
          <p:cNvPr id="6" name="text-19-4">
            <a:extLst xmlns:a="http://schemas.openxmlformats.org/drawingml/2006/main">
              <a:ext uri="{FF2B5EF4-FFF2-40B4-BE49-F238E27FC236}">
                <a16:creationId xmlns:a16="http://schemas.microsoft.com/office/drawing/2014/main" id="{7B64BD55-6110-40FC-BDC4-857E94FC7457}"/>
              </a:ext>
            </a:extLst>
          </p:cNvPr>
          <p:cNvSpPr>
            <a:spLocks xmlns:a="http://schemas.openxmlformats.org/drawingml/2006/main" noGrp="1"/>
          </p:cNvSpPr>
          <p:nvPr/>
        </p:nvSpPr>
        <p:spPr>
          <a:xfrm xmlns:a="http://schemas.openxmlformats.org/drawingml/2006/main">
            <a:off x="532209" y="2389319"/>
            <a:ext cx="3062463"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F5F0E8"/>
                </a:solidFill>
                <a:latin typeface="Arial"/>
                <a:ea typeface="Arial"/>
                <a:cs typeface="Arial"/>
              </a:defRPr>
            </a:defPPr>
          </a:lstStyle>
          <a:p xmlns:a="http://schemas.openxmlformats.org/drawingml/2006/main">
            <a:pPr>
              <a:defRPr sz="1463" b="0" i="0">
                <a:solidFill>
                  <a:srgbClr val="F5F0E8"/>
                </a:solidFill>
                <a:latin typeface="Arial"/>
                <a:ea typeface="Arial"/>
                <a:cs typeface="Arial"/>
              </a:defRPr>
            </a:pPr>
            <a:r>
              <a:rPr sz="1463" b="0" i="0">
                <a:solidFill>
                  <a:srgbClr val="F5F0E8"/>
                </a:solidFill>
                <a:latin typeface="Arial"/>
                <a:ea typeface="Arial"/>
                <a:cs typeface="Arial"/>
              </a:rPr>
              <a:t>Cotización y registro sobre Firebase.</a:t>
            </a:r>
          </a:p>
        </p:txBody>
      </p:sp>
      <p:sp>
        <p:nvSpPr>
          <p:cNvPr id="7" name="text-19-5">
            <a:extLst xmlns:a="http://schemas.openxmlformats.org/drawingml/2006/main">
              <a:ext uri="{FF2B5EF4-FFF2-40B4-BE49-F238E27FC236}">
                <a16:creationId xmlns:a16="http://schemas.microsoft.com/office/drawing/2014/main" id="{5158B182-2D43-4B77-8311-9FF2F313D92C}"/>
              </a:ext>
            </a:extLst>
          </p:cNvPr>
          <p:cNvSpPr>
            <a:spLocks xmlns:a="http://schemas.openxmlformats.org/drawingml/2006/main" noGrp="1"/>
          </p:cNvSpPr>
          <p:nvPr/>
        </p:nvSpPr>
        <p:spPr>
          <a:xfrm xmlns:a="http://schemas.openxmlformats.org/drawingml/2006/main">
            <a:off x="532209" y="2660782"/>
            <a:ext cx="2846264"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F5F0E8"/>
                </a:solidFill>
                <a:latin typeface="Arial"/>
                <a:ea typeface="Arial"/>
                <a:cs typeface="Arial"/>
              </a:defRPr>
            </a:defPPr>
          </a:lstStyle>
          <a:p xmlns:a="http://schemas.openxmlformats.org/drawingml/2006/main">
            <a:pPr>
              <a:defRPr sz="1463" b="0" i="0">
                <a:solidFill>
                  <a:srgbClr val="F5F0E8"/>
                </a:solidFill>
                <a:latin typeface="Arial"/>
                <a:ea typeface="Arial"/>
                <a:cs typeface="Arial"/>
              </a:defRPr>
            </a:pPr>
            <a:r>
              <a:rPr sz="1463" b="0" i="0">
                <a:solidFill>
                  <a:srgbClr val="F5F0E8"/>
                </a:solidFill>
                <a:latin typeface="Arial"/>
                <a:ea typeface="Arial"/>
                <a:cs typeface="Arial"/>
              </a:rPr>
              <a:t>Adjunto y seguimiento por estado.</a:t>
            </a:r>
          </a:p>
        </p:txBody>
      </p:sp>
      <p:sp>
        <p:nvSpPr>
          <p:cNvPr id="8" name="text-19-6">
            <a:extLst xmlns:a="http://schemas.openxmlformats.org/drawingml/2006/main">
              <a:ext uri="{FF2B5EF4-FFF2-40B4-BE49-F238E27FC236}">
                <a16:creationId xmlns:a16="http://schemas.microsoft.com/office/drawing/2014/main" id="{23280031-C10D-46E3-8C1C-DCD7C99D4F14}"/>
              </a:ext>
            </a:extLst>
          </p:cNvPr>
          <p:cNvSpPr>
            <a:spLocks xmlns:a="http://schemas.openxmlformats.org/drawingml/2006/main" noGrp="1"/>
          </p:cNvSpPr>
          <p:nvPr/>
        </p:nvSpPr>
        <p:spPr>
          <a:xfrm xmlns:a="http://schemas.openxmlformats.org/drawingml/2006/main">
            <a:off x="532209" y="3060832"/>
            <a:ext cx="2795263"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F5F0E8"/>
                </a:solidFill>
                <a:latin typeface="Arial"/>
                <a:ea typeface="Arial"/>
                <a:cs typeface="Arial"/>
              </a:defRPr>
            </a:defPPr>
          </a:lstStyle>
          <a:p xmlns:a="http://schemas.openxmlformats.org/drawingml/2006/main">
            <a:pPr>
              <a:defRPr sz="1463" b="0" i="0">
                <a:solidFill>
                  <a:srgbClr val="F5F0E8"/>
                </a:solidFill>
                <a:latin typeface="Arial"/>
                <a:ea typeface="Arial"/>
                <a:cs typeface="Arial"/>
              </a:defRPr>
            </a:pPr>
            <a:r>
              <a:rPr sz="1463" b="0" i="0">
                <a:solidFill>
                  <a:srgbClr val="F5F0E8"/>
                </a:solidFill>
                <a:latin typeface="Arial"/>
                <a:ea typeface="Arial"/>
                <a:cs typeface="Arial"/>
              </a:rPr>
              <a:t>Sesión anónima en el navegador.</a:t>
            </a:r>
          </a:p>
        </p:txBody>
      </p:sp>
      <p:sp>
        <p:nvSpPr>
          <p:cNvPr id="9" name="text-19-7">
            <a:extLst xmlns:a="http://schemas.openxmlformats.org/drawingml/2006/main">
              <a:ext uri="{FF2B5EF4-FFF2-40B4-BE49-F238E27FC236}">
                <a16:creationId xmlns:a16="http://schemas.microsoft.com/office/drawing/2014/main" id="{8CB2D67A-54D0-472E-86F7-8B3CB06B2269}"/>
              </a:ext>
            </a:extLst>
          </p:cNvPr>
          <p:cNvSpPr>
            <a:spLocks xmlns:a="http://schemas.openxmlformats.org/drawingml/2006/main" noGrp="1"/>
          </p:cNvSpPr>
          <p:nvPr/>
        </p:nvSpPr>
        <p:spPr>
          <a:xfrm xmlns:a="http://schemas.openxmlformats.org/drawingml/2006/main">
            <a:off x="4911328" y="2078755"/>
            <a:ext cx="1219728"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1" i="0">
                <a:solidFill>
                  <a:srgbClr val="FF4053"/>
                </a:solidFill>
                <a:latin typeface="Arial"/>
                <a:ea typeface="Arial"/>
                <a:cs typeface="Arial"/>
              </a:defRPr>
            </a:defPPr>
          </a:lstStyle>
          <a:p xmlns:a="http://schemas.openxmlformats.org/drawingml/2006/main">
            <a:pPr>
              <a:defRPr sz="1181" b="1" i="0">
                <a:solidFill>
                  <a:srgbClr val="FF4053"/>
                </a:solidFill>
                <a:latin typeface="Arial"/>
                <a:ea typeface="Arial"/>
                <a:cs typeface="Arial"/>
              </a:defRPr>
            </a:pPr>
            <a:r>
              <a:rPr sz="1181" b="1" i="0">
                <a:solidFill>
                  <a:srgbClr val="FF4053"/>
                </a:solidFill>
                <a:latin typeface="Arial"/>
                <a:ea typeface="Arial"/>
                <a:cs typeface="Arial"/>
              </a:rPr>
              <a:t>AMPLIACIONES</a:t>
            </a:r>
          </a:p>
        </p:txBody>
      </p:sp>
      <p:sp>
        <p:nvSpPr>
          <p:cNvPr id="10" name="text-19-8">
            <a:extLst xmlns:a="http://schemas.openxmlformats.org/drawingml/2006/main">
              <a:ext uri="{FF2B5EF4-FFF2-40B4-BE49-F238E27FC236}">
                <a16:creationId xmlns:a16="http://schemas.microsoft.com/office/drawing/2014/main" id="{9E67D296-E449-481E-BDF8-12D5DC5E0054}"/>
              </a:ext>
            </a:extLst>
          </p:cNvPr>
          <p:cNvSpPr>
            <a:spLocks xmlns:a="http://schemas.openxmlformats.org/drawingml/2006/main" noGrp="1"/>
          </p:cNvSpPr>
          <p:nvPr/>
        </p:nvSpPr>
        <p:spPr>
          <a:xfrm xmlns:a="http://schemas.openxmlformats.org/drawingml/2006/main">
            <a:off x="4911328" y="2389319"/>
            <a:ext cx="2443215"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F5F0E8"/>
                </a:solidFill>
                <a:latin typeface="Arial"/>
                <a:ea typeface="Arial"/>
                <a:cs typeface="Arial"/>
              </a:defRPr>
            </a:defPPr>
          </a:lstStyle>
          <a:p xmlns:a="http://schemas.openxmlformats.org/drawingml/2006/main">
            <a:pPr>
              <a:defRPr sz="1463" b="0" i="0">
                <a:solidFill>
                  <a:srgbClr val="F5F0E8"/>
                </a:solidFill>
                <a:latin typeface="Arial"/>
                <a:ea typeface="Arial"/>
                <a:cs typeface="Arial"/>
              </a:defRPr>
            </a:pPr>
            <a:r>
              <a:rPr sz="1463" b="0" i="0">
                <a:solidFill>
                  <a:srgbClr val="F5F0E8"/>
                </a:solidFill>
                <a:latin typeface="Arial"/>
                <a:ea typeface="Arial"/>
                <a:cs typeface="Arial"/>
              </a:rPr>
              <a:t>Identidad compartida y CRM.</a:t>
            </a:r>
          </a:p>
        </p:txBody>
      </p:sp>
      <p:sp>
        <p:nvSpPr>
          <p:cNvPr id="11" name="text-19-9">
            <a:extLst xmlns:a="http://schemas.openxmlformats.org/drawingml/2006/main">
              <a:ext uri="{FF2B5EF4-FFF2-40B4-BE49-F238E27FC236}">
                <a16:creationId xmlns:a16="http://schemas.microsoft.com/office/drawing/2014/main" id="{07AB8AB9-98F6-4935-9449-35D364C6A535}"/>
              </a:ext>
            </a:extLst>
          </p:cNvPr>
          <p:cNvSpPr>
            <a:spLocks xmlns:a="http://schemas.openxmlformats.org/drawingml/2006/main" noGrp="1"/>
          </p:cNvSpPr>
          <p:nvPr/>
        </p:nvSpPr>
        <p:spPr>
          <a:xfrm xmlns:a="http://schemas.openxmlformats.org/drawingml/2006/main">
            <a:off x="4911328" y="2660782"/>
            <a:ext cx="2298711"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F5F0E8"/>
                </a:solidFill>
                <a:latin typeface="Arial"/>
                <a:ea typeface="Arial"/>
                <a:cs typeface="Arial"/>
              </a:defRPr>
            </a:defPPr>
          </a:lstStyle>
          <a:p xmlns:a="http://schemas.openxmlformats.org/drawingml/2006/main">
            <a:pPr>
              <a:defRPr sz="1463" b="0" i="0">
                <a:solidFill>
                  <a:srgbClr val="F5F0E8"/>
                </a:solidFill>
                <a:latin typeface="Arial"/>
                <a:ea typeface="Arial"/>
                <a:cs typeface="Arial"/>
              </a:defRPr>
            </a:pPr>
            <a:r>
              <a:rPr sz="1463" b="0" i="0">
                <a:solidFill>
                  <a:srgbClr val="F5F0E8"/>
                </a:solidFill>
                <a:latin typeface="Arial"/>
                <a:ea typeface="Arial"/>
                <a:cs typeface="Arial"/>
              </a:rPr>
              <a:t>Flow nativo y recuperación.</a:t>
            </a:r>
          </a:p>
        </p:txBody>
      </p:sp>
      <p:sp>
        <p:nvSpPr>
          <p:cNvPr id="12" name="text-19-10">
            <a:extLst xmlns:a="http://schemas.openxmlformats.org/drawingml/2006/main">
              <a:ext uri="{FF2B5EF4-FFF2-40B4-BE49-F238E27FC236}">
                <a16:creationId xmlns:a16="http://schemas.microsoft.com/office/drawing/2014/main" id="{E514E286-DC4E-4DC1-A0D6-630E759FD2B5}"/>
              </a:ext>
            </a:extLst>
          </p:cNvPr>
          <p:cNvSpPr>
            <a:spLocks xmlns:a="http://schemas.openxmlformats.org/drawingml/2006/main" noGrp="1"/>
          </p:cNvSpPr>
          <p:nvPr/>
        </p:nvSpPr>
        <p:spPr>
          <a:xfrm xmlns:a="http://schemas.openxmlformats.org/drawingml/2006/main">
            <a:off x="4911328" y="2932244"/>
            <a:ext cx="2247448" cy="2321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63" b="0" i="0">
                <a:solidFill>
                  <a:srgbClr val="F5F0E8"/>
                </a:solidFill>
                <a:latin typeface="Arial"/>
                <a:ea typeface="Arial"/>
                <a:cs typeface="Arial"/>
              </a:defRPr>
            </a:defPPr>
          </a:lstStyle>
          <a:p xmlns:a="http://schemas.openxmlformats.org/drawingml/2006/main">
            <a:pPr>
              <a:defRPr sz="1463" b="0" i="0">
                <a:solidFill>
                  <a:srgbClr val="F5F0E8"/>
                </a:solidFill>
                <a:latin typeface="Arial"/>
                <a:ea typeface="Arial"/>
                <a:cs typeface="Arial"/>
              </a:defRPr>
            </a:pPr>
            <a:r>
              <a:rPr sz="1463" b="0" i="0">
                <a:solidFill>
                  <a:srgbClr val="F5F0E8"/>
                </a:solidFill>
                <a:latin typeface="Arial"/>
                <a:ea typeface="Arial"/>
                <a:cs typeface="Arial"/>
              </a:rPr>
              <a:t>Pago bancario automático.</a:t>
            </a:r>
          </a:p>
        </p:txBody>
      </p:sp>
      <p:sp>
        <p:nvSpPr>
          <p:cNvPr id="13" name="text-19-11">
            <a:extLst xmlns:a="http://schemas.openxmlformats.org/drawingml/2006/main">
              <a:ext uri="{FF2B5EF4-FFF2-40B4-BE49-F238E27FC236}">
                <a16:creationId xmlns:a16="http://schemas.microsoft.com/office/drawing/2014/main" id="{621F9CBF-4C0F-4FB3-A848-38927ABB9C38}"/>
              </a:ext>
            </a:extLst>
          </p:cNvPr>
          <p:cNvSpPr>
            <a:spLocks xmlns:a="http://schemas.openxmlformats.org/drawingml/2006/main" noGrp="1"/>
          </p:cNvSpPr>
          <p:nvPr/>
        </p:nvSpPr>
        <p:spPr>
          <a:xfrm xmlns:a="http://schemas.openxmlformats.org/drawingml/2006/main">
            <a:off x="532209" y="4503579"/>
            <a:ext cx="6839420" cy="133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44" b="0" i="0">
                <a:solidFill>
                  <a:srgbClr val="F5F0E8"/>
                </a:solidFill>
                <a:latin typeface="Arial"/>
                <a:ea typeface="Arial"/>
                <a:cs typeface="Arial"/>
              </a:defRPr>
            </a:defPPr>
          </a:lstStyle>
          <a:p xmlns:a="http://schemas.openxmlformats.org/drawingml/2006/main">
            <a:pPr>
              <a:defRPr sz="844" b="0" i="0">
                <a:solidFill>
                  <a:srgbClr val="F5F0E8"/>
                </a:solidFill>
                <a:latin typeface="Arial"/>
                <a:ea typeface="Arial"/>
                <a:cs typeface="Arial"/>
              </a:defRPr>
            </a:pPr>
            <a:r>
              <a:rPr sz="844" b="0" i="0">
                <a:solidFill>
                  <a:srgbClr val="F5F0E8"/>
                </a:solidFill>
                <a:latin typeface="Arial"/>
                <a:ea typeface="Arial"/>
                <a:cs typeface="Arial"/>
              </a:rPr>
              <a:t>El video ilustra el conjunto modular con datos de presentación. No certifica emisión fiscal, liquidación bancaria ni continuidad entre dispositivos.</a:t>
            </a:r>
          </a:p>
        </p:txBody>
      </p:sp>
      <p:sp>
        <p:nvSpPr>
          <p:cNvPr id="14" name="text-19-12">
            <a:extLst xmlns:a="http://schemas.openxmlformats.org/drawingml/2006/main">
              <a:ext uri="{FF2B5EF4-FFF2-40B4-BE49-F238E27FC236}">
                <a16:creationId xmlns:a16="http://schemas.microsoft.com/office/drawing/2014/main" id="{4A074829-0461-461F-804D-0140F91414C1}"/>
              </a:ext>
            </a:extLst>
          </p:cNvPr>
          <p:cNvSpPr>
            <a:spLocks xmlns:a="http://schemas.openxmlformats.org/drawingml/2006/main" noGrp="1"/>
          </p:cNvSpPr>
          <p:nvPr/>
        </p:nvSpPr>
        <p:spPr>
          <a:xfrm xmlns:a="http://schemas.openxmlformats.org/drawingml/2006/main">
            <a:off x="532209" y="3506828"/>
            <a:ext cx="967190" cy="178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0" i="0">
                <a:solidFill>
                  <a:srgbClr val="F5F0E8"/>
                </a:solidFill>
                <a:latin typeface="Arial"/>
                <a:ea typeface="Arial"/>
                <a:cs typeface="Arial"/>
              </a:defRPr>
            </a:defPPr>
          </a:lstStyle>
          <a:p xmlns:a="http://schemas.openxmlformats.org/drawingml/2006/main">
            <a:pPr>
              <a:defRPr sz="1125" b="0" i="0">
                <a:solidFill>
                  <a:srgbClr val="F5F0E8"/>
                </a:solidFill>
                <a:latin typeface="Arial"/>
                <a:ea typeface="Arial"/>
                <a:cs typeface="Arial"/>
              </a:defRPr>
            </a:pPr>
            <a:r>
              <a:rPr sz="1125" b="0" i="0">
                <a:solidFill>
                  <a:srgbClr val="F5F0E8"/>
                </a:solidFill>
                <a:latin typeface="Arial"/>
                <a:ea typeface="Arial"/>
                <a:cs typeface="Arial"/>
              </a:rPr>
              <a:t>Volver al piloto</a:t>
            </a:r>
          </a:p>
        </p:txBody>
      </p:sp>
      <p:sp>
        <p:nvSpPr>
          <p:cNvPr id="15" name="text-19-13">
            <a:extLst xmlns:a="http://schemas.openxmlformats.org/drawingml/2006/main">
              <a:ext uri="{FF2B5EF4-FFF2-40B4-BE49-F238E27FC236}">
                <a16:creationId xmlns:a16="http://schemas.microsoft.com/office/drawing/2014/main" id="{53CBC04F-DF46-44DA-96F5-3F929DFE95A2}"/>
              </a:ext>
            </a:extLst>
          </p:cNvPr>
          <p:cNvSpPr>
            <a:spLocks xmlns:a="http://schemas.openxmlformats.org/drawingml/2006/main" noGrp="1"/>
          </p:cNvSpPr>
          <p:nvPr/>
        </p:nvSpPr>
        <p:spPr>
          <a:xfrm xmlns:a="http://schemas.openxmlformats.org/drawingml/2006/main">
            <a:off x="532209" y="4923697"/>
            <a:ext cx="1120674"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ANEXOS / OMNI by 5.5</a:t>
            </a:r>
          </a:p>
        </p:txBody>
      </p:sp>
      <p:sp>
        <p:nvSpPr>
          <p:cNvPr id="16" name="text-19-14">
            <a:extLst xmlns:a="http://schemas.openxmlformats.org/drawingml/2006/main">
              <a:ext uri="{FF2B5EF4-FFF2-40B4-BE49-F238E27FC236}">
                <a16:creationId xmlns:a16="http://schemas.microsoft.com/office/drawing/2014/main" id="{B32EDADC-BA45-4F3B-9936-6C33686DABD4}"/>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19 / 5.5</a:t>
            </a:r>
          </a:p>
        </p:txBody>
      </p:sp>
    </p:spTree>
    <p:extLst>
      <p:ext uri="{BB962C8B-B14F-4D97-AF65-F5344CB8AC3E}">
        <p14:creationId xmlns:p14="http://schemas.microsoft.com/office/powerpoint/2010/main" val="117195635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5DD7D301-EB4B-46EB-994F-C5E8618BAA47}"/>
              </a:ext>
            </a:extLst>
          </p:cNvPr>
          <p:cNvPicPr>
            <a:picLocks xmlns:a="http://schemas.openxmlformats.org/drawingml/2006/main" noChangeAspect="1"/>
          </p:cNvPicPr>
          <p:nvPr/>
        </p:nvPicPr>
        <p:blipFill>
          <a:blip xmlns:r="http://schemas.openxmlformats.org/officeDocument/2006/relationships" xmlns:a="http://schemas.openxmlformats.org/drawingml/2006/main" r:embed="Rbabd8479dc8a4d55"/>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20-0">
            <a:extLst xmlns:a="http://schemas.openxmlformats.org/drawingml/2006/main">
              <a:ext uri="{FF2B5EF4-FFF2-40B4-BE49-F238E27FC236}">
                <a16:creationId xmlns:a16="http://schemas.microsoft.com/office/drawing/2014/main" id="{F26CCBEB-DC46-40F4-BD03-2C67AA6A773F}"/>
              </a:ext>
            </a:extLst>
          </p:cNvPr>
          <p:cNvSpPr>
            <a:spLocks xmlns:a="http://schemas.openxmlformats.org/drawingml/2006/main" noGrp="1"/>
          </p:cNvSpPr>
          <p:nvPr/>
        </p:nvSpPr>
        <p:spPr>
          <a:xfrm xmlns:a="http://schemas.openxmlformats.org/drawingml/2006/main">
            <a:off x="532209" y="382979"/>
            <a:ext cx="1488017"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0B0B0B"/>
                </a:solidFill>
                <a:latin typeface="Arial"/>
                <a:ea typeface="Arial"/>
                <a:cs typeface="Arial"/>
              </a:defRPr>
            </a:defPPr>
          </a:lstStyle>
          <a:p xmlns:a="http://schemas.openxmlformats.org/drawingml/2006/main">
            <a:pPr>
              <a:defRPr sz="956" b="1" i="0">
                <a:solidFill>
                  <a:srgbClr val="0B0B0B"/>
                </a:solidFill>
                <a:latin typeface="Arial"/>
                <a:ea typeface="Arial"/>
                <a:cs typeface="Arial"/>
              </a:defRPr>
            </a:pPr>
            <a:r>
              <a:rPr sz="956" b="1" i="0">
                <a:solidFill>
                  <a:srgbClr val="0B0B0B"/>
                </a:solidFill>
                <a:latin typeface="Arial"/>
                <a:ea typeface="Arial"/>
                <a:cs typeface="Arial"/>
              </a:rPr>
              <a:t>ANEXO C / FUENTES</a:t>
            </a:r>
          </a:p>
        </p:txBody>
      </p:sp>
      <p:sp>
        <p:nvSpPr>
          <p:cNvPr id="3" name="text-20-1">
            <a:extLst xmlns:a="http://schemas.openxmlformats.org/drawingml/2006/main">
              <a:ext uri="{FF2B5EF4-FFF2-40B4-BE49-F238E27FC236}">
                <a16:creationId xmlns:a16="http://schemas.microsoft.com/office/drawing/2014/main" id="{70AFAB27-4F7A-45F7-8672-054B2A57A9B7}"/>
              </a:ext>
            </a:extLst>
          </p:cNvPr>
          <p:cNvSpPr>
            <a:spLocks xmlns:a="http://schemas.openxmlformats.org/drawingml/2006/main" noGrp="1"/>
          </p:cNvSpPr>
          <p:nvPr/>
        </p:nvSpPr>
        <p:spPr>
          <a:xfrm xmlns:a="http://schemas.openxmlformats.org/drawingml/2006/main">
            <a:off x="532209" y="673884"/>
            <a:ext cx="3643273"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0B0B0B"/>
                </a:solidFill>
                <a:latin typeface="Impact"/>
                <a:ea typeface="Impact"/>
                <a:cs typeface="Impact"/>
              </a:defRPr>
            </a:defPPr>
          </a:lstStyle>
          <a:p xmlns:a="http://schemas.openxmlformats.org/drawingml/2006/main">
            <a:pPr>
              <a:defRPr sz="4275" b="0" i="0">
                <a:solidFill>
                  <a:srgbClr val="0B0B0B"/>
                </a:solidFill>
                <a:latin typeface="Impact"/>
                <a:ea typeface="Impact"/>
                <a:cs typeface="Impact"/>
              </a:defRPr>
            </a:pPr>
            <a:r>
              <a:rPr sz="4275" b="0" i="0">
                <a:solidFill>
                  <a:srgbClr val="0B0B0B"/>
                </a:solidFill>
                <a:latin typeface="Impact"/>
                <a:ea typeface="Impact"/>
                <a:cs typeface="Impact"/>
              </a:rPr>
              <a:t>DATOS, CAPTURAS</a:t>
            </a:r>
          </a:p>
        </p:txBody>
      </p:sp>
      <p:sp>
        <p:nvSpPr>
          <p:cNvPr id="4" name="text-20-2">
            <a:extLst xmlns:a="http://schemas.openxmlformats.org/drawingml/2006/main">
              <a:ext uri="{FF2B5EF4-FFF2-40B4-BE49-F238E27FC236}">
                <a16:creationId xmlns:a16="http://schemas.microsoft.com/office/drawing/2014/main" id="{B3613A8F-9051-4874-80DB-FB265AFF01E3}"/>
              </a:ext>
            </a:extLst>
          </p:cNvPr>
          <p:cNvSpPr>
            <a:spLocks xmlns:a="http://schemas.openxmlformats.org/drawingml/2006/main" noGrp="1"/>
          </p:cNvSpPr>
          <p:nvPr/>
        </p:nvSpPr>
        <p:spPr>
          <a:xfrm xmlns:a="http://schemas.openxmlformats.org/drawingml/2006/main">
            <a:off x="532209" y="1231097"/>
            <a:ext cx="4855922"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0" i="0">
                <a:solidFill>
                  <a:srgbClr val="0B0B0B"/>
                </a:solidFill>
                <a:latin typeface="Impact"/>
                <a:ea typeface="Impact"/>
                <a:cs typeface="Impact"/>
              </a:defRPr>
            </a:defPPr>
          </a:lstStyle>
          <a:p xmlns:a="http://schemas.openxmlformats.org/drawingml/2006/main">
            <a:pPr>
              <a:defRPr sz="4275" b="0" i="0">
                <a:solidFill>
                  <a:srgbClr val="0B0B0B"/>
                </a:solidFill>
                <a:latin typeface="Impact"/>
                <a:ea typeface="Impact"/>
                <a:cs typeface="Impact"/>
              </a:defRPr>
            </a:pPr>
            <a:r>
              <a:rPr sz="4275" b="0" i="0">
                <a:solidFill>
                  <a:srgbClr val="0B0B0B"/>
                </a:solidFill>
                <a:latin typeface="Impact"/>
                <a:ea typeface="Impact"/>
                <a:cs typeface="Impact"/>
              </a:rPr>
              <a:t>Y SUPUESTOS A LA VISTA</a:t>
            </a:r>
          </a:p>
        </p:txBody>
      </p:sp>
      <p:sp>
        <p:nvSpPr>
          <p:cNvPr id="5" name="text-20-3">
            <a:extLst xmlns:a="http://schemas.openxmlformats.org/drawingml/2006/main">
              <a:ext uri="{FF2B5EF4-FFF2-40B4-BE49-F238E27FC236}">
                <a16:creationId xmlns:a16="http://schemas.microsoft.com/office/drawing/2014/main" id="{724CF1EB-10FE-4DF9-BC6C-5763AD01F23E}"/>
              </a:ext>
            </a:extLst>
          </p:cNvPr>
          <p:cNvSpPr>
            <a:spLocks xmlns:a="http://schemas.openxmlformats.org/drawingml/2006/main" noGrp="1"/>
          </p:cNvSpPr>
          <p:nvPr/>
        </p:nvSpPr>
        <p:spPr>
          <a:xfrm xmlns:a="http://schemas.openxmlformats.org/drawingml/2006/main">
            <a:off x="532209" y="2201552"/>
            <a:ext cx="1800120"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1" i="0">
                <a:solidFill>
                  <a:srgbClr val="DC0A1E"/>
                </a:solidFill>
                <a:latin typeface="Arial"/>
                <a:ea typeface="Arial"/>
                <a:cs typeface="Arial"/>
              </a:defRPr>
            </a:defPPr>
          </a:lstStyle>
          <a:p xmlns:a="http://schemas.openxmlformats.org/drawingml/2006/main">
            <a:pPr>
              <a:defRPr sz="1294" b="1" i="0">
                <a:solidFill>
                  <a:srgbClr val="DC0A1E"/>
                </a:solidFill>
                <a:latin typeface="Arial"/>
                <a:ea typeface="Arial"/>
                <a:cs typeface="Arial"/>
              </a:defRPr>
            </a:pPr>
            <a:r>
              <a:rPr sz="1294" b="1" i="0">
                <a:solidFill>
                  <a:srgbClr val="DC0A1E"/>
                </a:solidFill>
                <a:latin typeface="Arial"/>
                <a:ea typeface="Arial"/>
                <a:cs typeface="Arial"/>
              </a:rPr>
              <a:t>WhatsApp y Facebook</a:t>
            </a:r>
          </a:p>
        </p:txBody>
      </p:sp>
      <p:sp>
        <p:nvSpPr>
          <p:cNvPr id="6" name="text-20-4">
            <a:extLst xmlns:a="http://schemas.openxmlformats.org/drawingml/2006/main">
              <a:ext uri="{FF2B5EF4-FFF2-40B4-BE49-F238E27FC236}">
                <a16:creationId xmlns:a16="http://schemas.microsoft.com/office/drawing/2014/main" id="{2A865A80-520E-4154-B68F-05B152B2AF1B}"/>
              </a:ext>
            </a:extLst>
          </p:cNvPr>
          <p:cNvSpPr>
            <a:spLocks xmlns:a="http://schemas.openxmlformats.org/drawingml/2006/main" noGrp="1"/>
          </p:cNvSpPr>
          <p:nvPr/>
        </p:nvSpPr>
        <p:spPr>
          <a:xfrm xmlns:a="http://schemas.openxmlformats.org/drawingml/2006/main">
            <a:off x="2732484" y="2201552"/>
            <a:ext cx="5663619"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0B0B0B"/>
                </a:solidFill>
                <a:latin typeface="Arial"/>
                <a:ea typeface="Arial"/>
                <a:cs typeface="Arial"/>
              </a:defRPr>
            </a:defPPr>
          </a:lstStyle>
          <a:p xmlns:a="http://schemas.openxmlformats.org/drawingml/2006/main">
            <a:pPr>
              <a:defRPr sz="1294" b="0" i="0">
                <a:solidFill>
                  <a:srgbClr val="0B0B0B"/>
                </a:solidFill>
                <a:latin typeface="Arial"/>
                <a:ea typeface="Arial"/>
                <a:cs typeface="Arial"/>
              </a:defRPr>
            </a:pPr>
            <a:r>
              <a:rPr sz="1294" b="0" i="0">
                <a:solidFill>
                  <a:srgbClr val="0B0B0B"/>
                </a:solidFill>
                <a:latin typeface="Arial"/>
                <a:ea typeface="Arial"/>
                <a:cs typeface="Arial"/>
              </a:rPr>
              <a:t>131 chats, 67 transferencias, 64 cotizaciones por día. Promedios informados.</a:t>
            </a:r>
          </a:p>
        </p:txBody>
      </p:sp>
      <p:sp>
        <p:nvSpPr>
          <p:cNvPr id="7" name="text-20-5">
            <a:extLst xmlns:a="http://schemas.openxmlformats.org/drawingml/2006/main">
              <a:ext uri="{FF2B5EF4-FFF2-40B4-BE49-F238E27FC236}">
                <a16:creationId xmlns:a16="http://schemas.microsoft.com/office/drawing/2014/main" id="{2386D97E-C81A-432B-8F5F-C8F272D1FB96}"/>
              </a:ext>
            </a:extLst>
          </p:cNvPr>
          <p:cNvSpPr>
            <a:spLocks xmlns:a="http://schemas.openxmlformats.org/drawingml/2006/main" noGrp="1"/>
          </p:cNvSpPr>
          <p:nvPr/>
        </p:nvSpPr>
        <p:spPr>
          <a:xfrm xmlns:a="http://schemas.openxmlformats.org/drawingml/2006/main">
            <a:off x="532209" y="2687327"/>
            <a:ext cx="1581373"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1" i="0">
                <a:solidFill>
                  <a:srgbClr val="DC0A1E"/>
                </a:solidFill>
                <a:latin typeface="Arial"/>
                <a:ea typeface="Arial"/>
                <a:cs typeface="Arial"/>
              </a:defRPr>
            </a:defPPr>
          </a:lstStyle>
          <a:p xmlns:a="http://schemas.openxmlformats.org/drawingml/2006/main">
            <a:pPr>
              <a:defRPr sz="1294" b="1" i="0">
                <a:solidFill>
                  <a:srgbClr val="DC0A1E"/>
                </a:solidFill>
                <a:latin typeface="Arial"/>
                <a:ea typeface="Arial"/>
                <a:cs typeface="Arial"/>
              </a:defRPr>
            </a:pPr>
            <a:r>
              <a:rPr sz="1294" b="1" i="0">
                <a:solidFill>
                  <a:srgbClr val="DC0A1E"/>
                </a:solidFill>
                <a:latin typeface="Arial"/>
                <a:ea typeface="Arial"/>
                <a:cs typeface="Arial"/>
              </a:rPr>
              <a:t>Transferencias SQL</a:t>
            </a:r>
          </a:p>
        </p:txBody>
      </p:sp>
      <p:sp>
        <p:nvSpPr>
          <p:cNvPr id="8" name="text-20-6">
            <a:extLst xmlns:a="http://schemas.openxmlformats.org/drawingml/2006/main">
              <a:ext uri="{FF2B5EF4-FFF2-40B4-BE49-F238E27FC236}">
                <a16:creationId xmlns:a16="http://schemas.microsoft.com/office/drawing/2014/main" id="{7E9657D1-BF3E-41B2-8BCD-24C86E1E5607}"/>
              </a:ext>
            </a:extLst>
          </p:cNvPr>
          <p:cNvSpPr>
            <a:spLocks xmlns:a="http://schemas.openxmlformats.org/drawingml/2006/main" noGrp="1"/>
          </p:cNvSpPr>
          <p:nvPr/>
        </p:nvSpPr>
        <p:spPr>
          <a:xfrm xmlns:a="http://schemas.openxmlformats.org/drawingml/2006/main">
            <a:off x="2732484" y="2687327"/>
            <a:ext cx="6019506"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0B0B0B"/>
                </a:solidFill>
                <a:latin typeface="Arial"/>
                <a:ea typeface="Arial"/>
                <a:cs typeface="Arial"/>
              </a:defRPr>
            </a:defPPr>
          </a:lstStyle>
          <a:p xmlns:a="http://schemas.openxmlformats.org/drawingml/2006/main">
            <a:pPr>
              <a:defRPr sz="1294" b="0" i="0">
                <a:solidFill>
                  <a:srgbClr val="0B0B0B"/>
                </a:solidFill>
                <a:latin typeface="Arial"/>
                <a:ea typeface="Arial"/>
                <a:cs typeface="Arial"/>
              </a:defRPr>
            </a:pPr>
            <a:r>
              <a:rPr sz="1294" b="0" i="0">
                <a:solidFill>
                  <a:srgbClr val="0B0B0B"/>
                </a:solidFill>
                <a:latin typeface="Arial"/>
                <a:ea typeface="Arial"/>
                <a:cs typeface="Arial"/>
              </a:rPr>
              <a:t>3.723 registros en el período observado. Última modificación no equivale al cierre.</a:t>
            </a:r>
          </a:p>
        </p:txBody>
      </p:sp>
      <p:sp>
        <p:nvSpPr>
          <p:cNvPr id="9" name="text-20-7">
            <a:extLst xmlns:a="http://schemas.openxmlformats.org/drawingml/2006/main">
              <a:ext uri="{FF2B5EF4-FFF2-40B4-BE49-F238E27FC236}">
                <a16:creationId xmlns:a16="http://schemas.microsoft.com/office/drawing/2014/main" id="{DBC2FDFF-668A-4E73-B8FF-73FCECED8254}"/>
              </a:ext>
            </a:extLst>
          </p:cNvPr>
          <p:cNvSpPr>
            <a:spLocks xmlns:a="http://schemas.openxmlformats.org/drawingml/2006/main" noGrp="1"/>
          </p:cNvSpPr>
          <p:nvPr/>
        </p:nvSpPr>
        <p:spPr>
          <a:xfrm xmlns:a="http://schemas.openxmlformats.org/drawingml/2006/main">
            <a:off x="532209" y="3180245"/>
            <a:ext cx="1526386"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1" i="0">
                <a:solidFill>
                  <a:srgbClr val="DC0A1E"/>
                </a:solidFill>
                <a:latin typeface="Arial"/>
                <a:ea typeface="Arial"/>
                <a:cs typeface="Arial"/>
              </a:defRPr>
            </a:defPPr>
          </a:lstStyle>
          <a:p xmlns:a="http://schemas.openxmlformats.org/drawingml/2006/main">
            <a:pPr>
              <a:defRPr sz="1294" b="1" i="0">
                <a:solidFill>
                  <a:srgbClr val="DC0A1E"/>
                </a:solidFill>
                <a:latin typeface="Arial"/>
                <a:ea typeface="Arial"/>
                <a:cs typeface="Arial"/>
              </a:defRPr>
            </a:pPr>
            <a:r>
              <a:rPr sz="1294" b="1" i="0">
                <a:solidFill>
                  <a:srgbClr val="DC0A1E"/>
                </a:solidFill>
                <a:latin typeface="Arial"/>
                <a:ea typeface="Arial"/>
                <a:cs typeface="Arial"/>
              </a:rPr>
              <a:t>Material del equipo</a:t>
            </a:r>
          </a:p>
        </p:txBody>
      </p:sp>
      <p:sp>
        <p:nvSpPr>
          <p:cNvPr id="10" name="text-20-8">
            <a:extLst xmlns:a="http://schemas.openxmlformats.org/drawingml/2006/main">
              <a:ext uri="{FF2B5EF4-FFF2-40B4-BE49-F238E27FC236}">
                <a16:creationId xmlns:a16="http://schemas.microsoft.com/office/drawing/2014/main" id="{21CB546E-32FE-4FCD-ADFD-CE3F24D74AA9}"/>
              </a:ext>
            </a:extLst>
          </p:cNvPr>
          <p:cNvSpPr>
            <a:spLocks xmlns:a="http://schemas.openxmlformats.org/drawingml/2006/main" noGrp="1"/>
          </p:cNvSpPr>
          <p:nvPr/>
        </p:nvSpPr>
        <p:spPr>
          <a:xfrm xmlns:a="http://schemas.openxmlformats.org/drawingml/2006/main">
            <a:off x="2732484" y="3180245"/>
            <a:ext cx="3864466"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0B0B0B"/>
                </a:solidFill>
                <a:latin typeface="Arial"/>
                <a:ea typeface="Arial"/>
                <a:cs typeface="Arial"/>
              </a:defRPr>
            </a:defPPr>
          </a:lstStyle>
          <a:p xmlns:a="http://schemas.openxmlformats.org/drawingml/2006/main">
            <a:pPr>
              <a:defRPr sz="1294" b="0" i="0">
                <a:solidFill>
                  <a:srgbClr val="0B0B0B"/>
                </a:solidFill>
                <a:latin typeface="Arial"/>
                <a:ea typeface="Arial"/>
                <a:cs typeface="Arial"/>
              </a:defRPr>
            </a:pPr>
            <a:r>
              <a:rPr sz="1294" b="0" i="0">
                <a:solidFill>
                  <a:srgbClr val="0B0B0B"/>
                </a:solidFill>
                <a:latin typeface="Arial"/>
                <a:ea typeface="Arial"/>
                <a:cs typeface="Arial"/>
              </a:rPr>
              <a:t>Capturas, video, nombres y logos del PDF aportado.</a:t>
            </a:r>
          </a:p>
        </p:txBody>
      </p:sp>
      <p:sp>
        <p:nvSpPr>
          <p:cNvPr id="11" name="text-20-9">
            <a:extLst xmlns:a="http://schemas.openxmlformats.org/drawingml/2006/main">
              <a:ext uri="{FF2B5EF4-FFF2-40B4-BE49-F238E27FC236}">
                <a16:creationId xmlns:a16="http://schemas.microsoft.com/office/drawing/2014/main" id="{D7F7EE6B-0057-4940-8E6B-6460543199BD}"/>
              </a:ext>
            </a:extLst>
          </p:cNvPr>
          <p:cNvSpPr>
            <a:spLocks xmlns:a="http://schemas.openxmlformats.org/drawingml/2006/main" noGrp="1"/>
          </p:cNvSpPr>
          <p:nvPr/>
        </p:nvSpPr>
        <p:spPr>
          <a:xfrm xmlns:a="http://schemas.openxmlformats.org/drawingml/2006/main">
            <a:off x="532209" y="3666020"/>
            <a:ext cx="1526222"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1" i="0">
                <a:solidFill>
                  <a:srgbClr val="DC0A1E"/>
                </a:solidFill>
                <a:latin typeface="Arial"/>
                <a:ea typeface="Arial"/>
                <a:cs typeface="Arial"/>
              </a:defRPr>
            </a:defPPr>
          </a:lstStyle>
          <a:p xmlns:a="http://schemas.openxmlformats.org/drawingml/2006/main">
            <a:pPr>
              <a:defRPr sz="1294" b="1" i="0">
                <a:solidFill>
                  <a:srgbClr val="DC0A1E"/>
                </a:solidFill>
                <a:latin typeface="Arial"/>
                <a:ea typeface="Arial"/>
                <a:cs typeface="Arial"/>
              </a:defRPr>
            </a:pPr>
            <a:r>
              <a:rPr sz="1294" b="1" i="0">
                <a:solidFill>
                  <a:srgbClr val="DC0A1E"/>
                </a:solidFill>
                <a:latin typeface="Arial"/>
                <a:ea typeface="Arial"/>
                <a:cs typeface="Arial"/>
              </a:rPr>
              <a:t>Modelo económico</a:t>
            </a:r>
          </a:p>
        </p:txBody>
      </p:sp>
      <p:sp>
        <p:nvSpPr>
          <p:cNvPr id="12" name="text-20-10">
            <a:extLst xmlns:a="http://schemas.openxmlformats.org/drawingml/2006/main">
              <a:ext uri="{FF2B5EF4-FFF2-40B4-BE49-F238E27FC236}">
                <a16:creationId xmlns:a16="http://schemas.microsoft.com/office/drawing/2014/main" id="{BED56629-7663-442F-9463-527B4CE6BE49}"/>
              </a:ext>
            </a:extLst>
          </p:cNvPr>
          <p:cNvSpPr>
            <a:spLocks xmlns:a="http://schemas.openxmlformats.org/drawingml/2006/main" noGrp="1"/>
          </p:cNvSpPr>
          <p:nvPr/>
        </p:nvSpPr>
        <p:spPr>
          <a:xfrm xmlns:a="http://schemas.openxmlformats.org/drawingml/2006/main">
            <a:off x="2732484" y="3666020"/>
            <a:ext cx="4928843"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0B0B0B"/>
                </a:solidFill>
                <a:latin typeface="Arial"/>
                <a:ea typeface="Arial"/>
                <a:cs typeface="Arial"/>
              </a:defRPr>
            </a:defPPr>
          </a:lstStyle>
          <a:p xmlns:a="http://schemas.openxmlformats.org/drawingml/2006/main">
            <a:pPr>
              <a:defRPr sz="1294" b="0" i="0">
                <a:solidFill>
                  <a:srgbClr val="0B0B0B"/>
                </a:solidFill>
                <a:latin typeface="Arial"/>
                <a:ea typeface="Arial"/>
                <a:cs typeface="Arial"/>
              </a:defRPr>
            </a:pPr>
            <a:r>
              <a:rPr sz="1294" b="0" i="0">
                <a:solidFill>
                  <a:srgbClr val="0B0B0B"/>
                </a:solidFill>
                <a:latin typeface="Arial"/>
                <a:ea typeface="Arial"/>
                <a:cs typeface="Arial"/>
              </a:rPr>
              <a:t>Plantilla 6 + 3. Sueldos y demanda fuera de horario son supuestos.</a:t>
            </a:r>
          </a:p>
        </p:txBody>
      </p:sp>
      <p:sp>
        <p:nvSpPr>
          <p:cNvPr id="13" name="text-20-11">
            <a:extLst xmlns:a="http://schemas.openxmlformats.org/drawingml/2006/main">
              <a:ext uri="{FF2B5EF4-FFF2-40B4-BE49-F238E27FC236}">
                <a16:creationId xmlns:a16="http://schemas.microsoft.com/office/drawing/2014/main" id="{8B968632-0966-4EA7-97F7-7BBC615E91AE}"/>
              </a:ext>
            </a:extLst>
          </p:cNvPr>
          <p:cNvSpPr>
            <a:spLocks xmlns:a="http://schemas.openxmlformats.org/drawingml/2006/main" noGrp="1"/>
          </p:cNvSpPr>
          <p:nvPr/>
        </p:nvSpPr>
        <p:spPr>
          <a:xfrm xmlns:a="http://schemas.openxmlformats.org/drawingml/2006/main">
            <a:off x="532209" y="4178340"/>
            <a:ext cx="1348380" cy="178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0" i="0">
                <a:solidFill>
                  <a:srgbClr val="0B0B0B"/>
                </a:solidFill>
                <a:latin typeface="Arial"/>
                <a:ea typeface="Arial"/>
                <a:cs typeface="Arial"/>
              </a:defRPr>
            </a:defPPr>
          </a:lstStyle>
          <a:p xmlns:a="http://schemas.openxmlformats.org/drawingml/2006/main">
            <a:pPr>
              <a:defRPr sz="1125" b="0" i="0">
                <a:solidFill>
                  <a:srgbClr val="0B0B0B"/>
                </a:solidFill>
                <a:latin typeface="Arial"/>
                <a:ea typeface="Arial"/>
                <a:cs typeface="Arial"/>
              </a:defRPr>
            </a:pPr>
            <a:r>
              <a:rPr sz="1125" b="0" i="0">
                <a:solidFill>
                  <a:srgbClr val="0B0B0B"/>
                </a:solidFill>
                <a:latin typeface="Arial"/>
                <a:ea typeface="Arial"/>
                <a:cs typeface="Arial"/>
              </a:rPr>
              <a:t>Volver al diagnóstico</a:t>
            </a:r>
          </a:p>
        </p:txBody>
      </p:sp>
      <p:sp>
        <p:nvSpPr>
          <p:cNvPr id="14" name="text-20-12">
            <a:extLst xmlns:a="http://schemas.openxmlformats.org/drawingml/2006/main">
              <a:ext uri="{FF2B5EF4-FFF2-40B4-BE49-F238E27FC236}">
                <a16:creationId xmlns:a16="http://schemas.microsoft.com/office/drawing/2014/main" id="{EB2269FD-E840-4515-AE2F-5775300CA028}"/>
              </a:ext>
            </a:extLst>
          </p:cNvPr>
          <p:cNvSpPr>
            <a:spLocks xmlns:a="http://schemas.openxmlformats.org/drawingml/2006/main" noGrp="1"/>
          </p:cNvSpPr>
          <p:nvPr/>
        </p:nvSpPr>
        <p:spPr>
          <a:xfrm xmlns:a="http://schemas.openxmlformats.org/drawingml/2006/main">
            <a:off x="532209" y="4923697"/>
            <a:ext cx="1120674"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ANEXOS / OMNI by 5.5</a:t>
            </a:r>
          </a:p>
        </p:txBody>
      </p:sp>
      <p:sp>
        <p:nvSpPr>
          <p:cNvPr id="15" name="text-20-13">
            <a:extLst xmlns:a="http://schemas.openxmlformats.org/drawingml/2006/main">
              <a:ext uri="{FF2B5EF4-FFF2-40B4-BE49-F238E27FC236}">
                <a16:creationId xmlns:a16="http://schemas.microsoft.com/office/drawing/2014/main" id="{29FC4ED6-FBF1-4E1A-A793-3DFD867E845C}"/>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20 / 5.5</a:t>
            </a:r>
          </a:p>
        </p:txBody>
      </p:sp>
    </p:spTree>
    <p:extLst>
      <p:ext uri="{BB962C8B-B14F-4D97-AF65-F5344CB8AC3E}">
        <p14:creationId xmlns:p14="http://schemas.microsoft.com/office/powerpoint/2010/main" val="100558296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6327E9C-DE63-4C38-9F54-B354670DD485}"/>
              </a:ext>
            </a:extLst>
          </p:cNvPr>
          <p:cNvPicPr>
            <a:picLocks xmlns:a="http://schemas.openxmlformats.org/drawingml/2006/main" noChangeAspect="1"/>
          </p:cNvPicPr>
          <p:nvPr/>
        </p:nvPicPr>
        <p:blipFill>
          <a:blip xmlns:r="http://schemas.openxmlformats.org/officeDocument/2006/relationships" xmlns:a="http://schemas.openxmlformats.org/drawingml/2006/main" r:embed="R93f3435bb5b14d25"/>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21-0">
            <a:extLst xmlns:a="http://schemas.openxmlformats.org/drawingml/2006/main">
              <a:ext uri="{FF2B5EF4-FFF2-40B4-BE49-F238E27FC236}">
                <a16:creationId xmlns:a16="http://schemas.microsoft.com/office/drawing/2014/main" id="{674E1243-01E8-4BD6-9E55-87C22FD5B0B4}"/>
              </a:ext>
            </a:extLst>
          </p:cNvPr>
          <p:cNvSpPr>
            <a:spLocks xmlns:a="http://schemas.openxmlformats.org/drawingml/2006/main" noGrp="1"/>
          </p:cNvSpPr>
          <p:nvPr/>
        </p:nvSpPr>
        <p:spPr>
          <a:xfrm xmlns:a="http://schemas.openxmlformats.org/drawingml/2006/main">
            <a:off x="532209" y="382979"/>
            <a:ext cx="2125691"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0B0B0B"/>
                </a:solidFill>
                <a:latin typeface="Arial"/>
                <a:ea typeface="Arial"/>
                <a:cs typeface="Arial"/>
              </a:defRPr>
            </a:defPPr>
          </a:lstStyle>
          <a:p xmlns:a="http://schemas.openxmlformats.org/drawingml/2006/main">
            <a:pPr>
              <a:defRPr sz="956" b="1" i="0">
                <a:solidFill>
                  <a:srgbClr val="0B0B0B"/>
                </a:solidFill>
                <a:latin typeface="Arial"/>
                <a:ea typeface="Arial"/>
                <a:cs typeface="Arial"/>
              </a:defRPr>
            </a:pPr>
            <a:r>
              <a:rPr sz="956" b="1" i="0">
                <a:solidFill>
                  <a:srgbClr val="0B0B0B"/>
                </a:solidFill>
                <a:latin typeface="Arial"/>
                <a:ea typeface="Arial"/>
                <a:cs typeface="Arial"/>
              </a:rPr>
              <a:t>ANEXO D / PRÓXIMOS PASOS</a:t>
            </a:r>
          </a:p>
        </p:txBody>
      </p:sp>
      <p:sp>
        <p:nvSpPr>
          <p:cNvPr id="3" name="text-21-1">
            <a:extLst xmlns:a="http://schemas.openxmlformats.org/drawingml/2006/main">
              <a:ext uri="{FF2B5EF4-FFF2-40B4-BE49-F238E27FC236}">
                <a16:creationId xmlns:a16="http://schemas.microsoft.com/office/drawing/2014/main" id="{5D2CA753-6B0F-4904-BEBD-69A94DB76652}"/>
              </a:ext>
            </a:extLst>
          </p:cNvPr>
          <p:cNvSpPr>
            <a:spLocks xmlns:a="http://schemas.openxmlformats.org/drawingml/2006/main" noGrp="1"/>
          </p:cNvSpPr>
          <p:nvPr/>
        </p:nvSpPr>
        <p:spPr>
          <a:xfrm xmlns:a="http://schemas.openxmlformats.org/drawingml/2006/main">
            <a:off x="532209" y="681782"/>
            <a:ext cx="4391741"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0" i="0">
                <a:solidFill>
                  <a:srgbClr val="0B0B0B"/>
                </a:solidFill>
                <a:latin typeface="Impact"/>
                <a:ea typeface="Impact"/>
                <a:cs typeface="Impact"/>
              </a:defRPr>
            </a:defPPr>
          </a:lstStyle>
          <a:p xmlns:a="http://schemas.openxmlformats.org/drawingml/2006/main">
            <a:pPr>
              <a:defRPr sz="3600" b="0" i="0">
                <a:solidFill>
                  <a:srgbClr val="0B0B0B"/>
                </a:solidFill>
                <a:latin typeface="Impact"/>
                <a:ea typeface="Impact"/>
                <a:cs typeface="Impact"/>
              </a:defRPr>
            </a:pPr>
            <a:r>
              <a:rPr sz="3600" b="0" i="0">
                <a:solidFill>
                  <a:srgbClr val="0B0B0B"/>
                </a:solidFill>
                <a:latin typeface="Impact"/>
                <a:ea typeface="Impact"/>
                <a:cs typeface="Impact"/>
              </a:rPr>
              <a:t>QUÉ MÁS PODEMOS HACER</a:t>
            </a:r>
          </a:p>
        </p:txBody>
      </p:sp>
      <p:sp>
        <p:nvSpPr>
          <p:cNvPr id="4" name="text-21-2">
            <a:extLst xmlns:a="http://schemas.openxmlformats.org/drawingml/2006/main">
              <a:ext uri="{FF2B5EF4-FFF2-40B4-BE49-F238E27FC236}">
                <a16:creationId xmlns:a16="http://schemas.microsoft.com/office/drawing/2014/main" id="{621739F7-7657-4B18-8DD2-5F58B2EF2BDB}"/>
              </a:ext>
            </a:extLst>
          </p:cNvPr>
          <p:cNvSpPr>
            <a:spLocks xmlns:a="http://schemas.openxmlformats.org/drawingml/2006/main" noGrp="1"/>
          </p:cNvSpPr>
          <p:nvPr/>
        </p:nvSpPr>
        <p:spPr>
          <a:xfrm xmlns:a="http://schemas.openxmlformats.org/drawingml/2006/main">
            <a:off x="532209" y="1146125"/>
            <a:ext cx="1905737"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0" i="0">
                <a:solidFill>
                  <a:srgbClr val="0B0B0B"/>
                </a:solidFill>
                <a:latin typeface="Impact"/>
                <a:ea typeface="Impact"/>
                <a:cs typeface="Impact"/>
              </a:defRPr>
            </a:defPPr>
          </a:lstStyle>
          <a:p xmlns:a="http://schemas.openxmlformats.org/drawingml/2006/main">
            <a:pPr>
              <a:defRPr sz="3600" b="0" i="0">
                <a:solidFill>
                  <a:srgbClr val="0B0B0B"/>
                </a:solidFill>
                <a:latin typeface="Impact"/>
                <a:ea typeface="Impact"/>
                <a:cs typeface="Impact"/>
              </a:defRPr>
            </a:pPr>
            <a:r>
              <a:rPr sz="3600" b="0" i="0">
                <a:solidFill>
                  <a:srgbClr val="0B0B0B"/>
                </a:solidFill>
                <a:latin typeface="Impact"/>
                <a:ea typeface="Impact"/>
                <a:cs typeface="Impact"/>
              </a:rPr>
              <a:t>Y PARA QUÉ</a:t>
            </a:r>
          </a:p>
        </p:txBody>
      </p:sp>
      <p:sp>
        <p:nvSpPr>
          <p:cNvPr id="5" name="text-21-3">
            <a:extLst xmlns:a="http://schemas.openxmlformats.org/drawingml/2006/main">
              <a:ext uri="{FF2B5EF4-FFF2-40B4-BE49-F238E27FC236}">
                <a16:creationId xmlns:a16="http://schemas.microsoft.com/office/drawing/2014/main" id="{F12D9608-E5A3-4470-80AE-B1C2DC345FB1}"/>
              </a:ext>
            </a:extLst>
          </p:cNvPr>
          <p:cNvSpPr>
            <a:spLocks xmlns:a="http://schemas.openxmlformats.org/drawingml/2006/main" noGrp="1"/>
          </p:cNvSpPr>
          <p:nvPr/>
        </p:nvSpPr>
        <p:spPr>
          <a:xfrm xmlns:a="http://schemas.openxmlformats.org/drawingml/2006/main">
            <a:off x="532209" y="4614109"/>
            <a:ext cx="1594411" cy="178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0" i="0">
                <a:solidFill>
                  <a:srgbClr val="0B0B0B"/>
                </a:solidFill>
                <a:latin typeface="Arial"/>
                <a:ea typeface="Arial"/>
                <a:cs typeface="Arial"/>
              </a:defRPr>
            </a:defPPr>
          </a:lstStyle>
          <a:p xmlns:a="http://schemas.openxmlformats.org/drawingml/2006/main">
            <a:pPr>
              <a:defRPr sz="1125" b="0" i="0">
                <a:solidFill>
                  <a:srgbClr val="0B0B0B"/>
                </a:solidFill>
                <a:latin typeface="Arial"/>
                <a:ea typeface="Arial"/>
                <a:cs typeface="Arial"/>
              </a:defRPr>
            </a:pPr>
            <a:r>
              <a:rPr sz="1125" b="0" i="0">
                <a:solidFill>
                  <a:srgbClr val="0B0B0B"/>
                </a:solidFill>
                <a:latin typeface="Arial"/>
                <a:ea typeface="Arial"/>
                <a:cs typeface="Arial"/>
              </a:rPr>
              <a:t>Volver a próximos pasos</a:t>
            </a:r>
          </a:p>
        </p:txBody>
      </p:sp>
      <p:sp>
        <p:nvSpPr>
          <p:cNvPr id="6" name="text-21-4">
            <a:extLst xmlns:a="http://schemas.openxmlformats.org/drawingml/2006/main">
              <a:ext uri="{FF2B5EF4-FFF2-40B4-BE49-F238E27FC236}">
                <a16:creationId xmlns:a16="http://schemas.microsoft.com/office/drawing/2014/main" id="{ED12FB2F-356F-4ED5-8D8A-BCEAFD1A307D}"/>
              </a:ext>
            </a:extLst>
          </p:cNvPr>
          <p:cNvSpPr>
            <a:spLocks xmlns:a="http://schemas.openxmlformats.org/drawingml/2006/main" noGrp="1"/>
          </p:cNvSpPr>
          <p:nvPr/>
        </p:nvSpPr>
        <p:spPr>
          <a:xfrm xmlns:a="http://schemas.openxmlformats.org/drawingml/2006/main">
            <a:off x="532209" y="4923697"/>
            <a:ext cx="1120674"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ANEXOS / OMNI by 5.5</a:t>
            </a:r>
          </a:p>
        </p:txBody>
      </p:sp>
      <p:sp>
        <p:nvSpPr>
          <p:cNvPr id="7" name="text-21-5">
            <a:extLst xmlns:a="http://schemas.openxmlformats.org/drawingml/2006/main">
              <a:ext uri="{FF2B5EF4-FFF2-40B4-BE49-F238E27FC236}">
                <a16:creationId xmlns:a16="http://schemas.microsoft.com/office/drawing/2014/main" id="{67A53A14-C577-4F9A-8E6B-290F435C79E6}"/>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21 / 5.5</a:t>
            </a:r>
          </a:p>
        </p:txBody>
      </p:sp>
      <p:graphicFrame>
        <p:nvGraphicFramePr>
          <p:cNvPr id="8" name="">
            <a:extLst xmlns:a="http://schemas.openxmlformats.org/drawingml/2006/main">
              <a:ext uri="{FF2B5EF4-FFF2-40B4-BE49-F238E27FC236}">
                <a16:creationId xmlns:a16="http://schemas.microsoft.com/office/drawing/2014/main" id="{EB9B00A3-D776-42BB-8983-4C64BA838BBE}"/>
              </a:ext>
            </a:extLst>
          </p:cNvPr>
          <p:cNvGraphicFramePr/>
          <p:nvPr/>
        </p:nvGraphicFramePr>
        <p:xfrm>
          <a:off xmlns:a="http://schemas.openxmlformats.org/drawingml/2006/main" x="532209" y="1842334"/>
          <a:ext xmlns:a="http://schemas.openxmlformats.org/drawingml/2006/main" cx="8261747" cy="2620963"/>
        </p:xfrm>
        <a:graphic xmlns:a="http://schemas.openxmlformats.org/drawingml/2006/main">
          <a:graphicData uri="http://schemas.openxmlformats.org/drawingml/2006/table">
            <a:tbl>
              <a:tblPr/>
              <a:tblGrid>
                <a:gridCol w="1724025"/>
                <a:gridCol w="3093355"/>
                <a:gridCol w="3444367"/>
              </a:tblGrid>
              <a:tr h="436827">
                <a:tc>
                  <a:txBody>
                    <a:bodyPr/>
                    <a:lstStyle/>
                    <a:p>
                      <a:r>
                        <a:rPr sz="1050" b="1">
                          <a:solidFill>
                            <a:srgbClr val="FFFFFF"/>
                          </a:solidFill>
                          <a:latin typeface="Arial"/>
                          <a:ea typeface="Arial"/>
                          <a:cs typeface="Arial"/>
                        </a:rPr>
                        <a:t>Ampliación</a:t>
                      </a:r>
                    </a:p>
                  </a:txBody>
                  <a:tcPr marL="95250" marR="95250" marT="66675" marB="66675">
                    <a:lnL w="4763">
                      <a:solidFill>
                        <a:srgbClr val="D0CBC4"/>
                      </a:solidFill>
                      <a:prstDash val="soli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1050" b="1">
                          <a:solidFill>
                            <a:srgbClr val="FFFFFF"/>
                          </a:solidFill>
                          <a:latin typeface="Arial"/>
                          <a:ea typeface="Arial"/>
                          <a:cs typeface="Arial"/>
                        </a:rPr>
                        <a:t>Valor esperado</a:t>
                      </a:r>
                    </a:p>
                  </a:txBody>
                  <a:tcPr marL="95250" marR="95250" marT="66675" marB="66675">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1050" b="1">
                          <a:solidFill>
                            <a:srgbClr val="FFFFFF"/>
                          </a:solidFill>
                          <a:latin typeface="Arial"/>
                          <a:ea typeface="Arial"/>
                          <a:cs typeface="Arial"/>
                        </a:rPr>
                        <a:t>Condición</a:t>
                      </a:r>
                    </a:p>
                  </a:txBody>
                  <a:tcPr marL="95250" marR="95250" marT="66675" marB="66675">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r>
              <a:tr h="436827">
                <a:tc>
                  <a:txBody>
                    <a:bodyPr/>
                    <a:lstStyle/>
                    <a:p>
                      <a:r>
                        <a:rPr sz="1050">
                          <a:solidFill>
                            <a:srgbClr val="0B0B0B"/>
                          </a:solidFill>
                          <a:latin typeface="Arial"/>
                          <a:ea typeface="Arial"/>
                          <a:cs typeface="Arial"/>
                        </a:rPr>
                        <a:t>Bot + asesor humano</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Continuar casos complejos con contexto</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Bandeja, responsables y tiempos de atención</a:t>
                      </a:r>
                    </a:p>
                  </a:txBody>
                  <a:tcPr marL="95250" marR="95250" marT="66675" marB="66675">
                    <a:lnR w="4763">
                      <a:solidFill>
                        <a:srgbClr val="D0CBC4"/>
                      </a:solidFill>
                      <a:prstDash val="solid"/>
                    </a:lnR>
                    <a:lnB w="4763">
                      <a:solidFill>
                        <a:srgbClr val="D0CBC4"/>
                      </a:solidFill>
                      <a:prstDash val="solid"/>
                    </a:lnB>
                    <a:solidFill>
                      <a:srgbClr val="F5F0E8"/>
                    </a:solidFill>
                  </a:tcPr>
                </a:tc>
              </a:tr>
              <a:tr h="436827">
                <a:tc>
                  <a:txBody>
                    <a:bodyPr/>
                    <a:lstStyle/>
                    <a:p>
                      <a:r>
                        <a:rPr sz="1050">
                          <a:solidFill>
                            <a:srgbClr val="0B0B0B"/>
                          </a:solidFill>
                          <a:latin typeface="Arial"/>
                          <a:ea typeface="Arial"/>
                          <a:cs typeface="Arial"/>
                        </a:rPr>
                        <a:t>CRM + seguimiento con IA</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Entender y probar recuperación</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Motivos, consentimiento y medición</a:t>
                      </a:r>
                    </a:p>
                  </a:txBody>
                  <a:tcPr marL="95250" marR="95250" marT="66675" marB="66675">
                    <a:lnR w="4763">
                      <a:solidFill>
                        <a:srgbClr val="D0CBC4"/>
                      </a:solidFill>
                      <a:prstDash val="solid"/>
                    </a:lnR>
                    <a:lnB w="4763">
                      <a:solidFill>
                        <a:srgbClr val="D0CBC4"/>
                      </a:solidFill>
                      <a:prstDash val="solid"/>
                    </a:lnB>
                    <a:solidFill>
                      <a:srgbClr val="F5F0E8"/>
                    </a:solidFill>
                  </a:tcPr>
                </a:tc>
              </a:tr>
              <a:tr h="436827">
                <a:tc>
                  <a:txBody>
                    <a:bodyPr/>
                    <a:lstStyle/>
                    <a:p>
                      <a:r>
                        <a:rPr sz="1050">
                          <a:solidFill>
                            <a:srgbClr val="0B0B0B"/>
                          </a:solidFill>
                          <a:latin typeface="Arial"/>
                          <a:ea typeface="Arial"/>
                          <a:cs typeface="Arial"/>
                        </a:rPr>
                        <a:t>Alertas de cotización</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Acompañar intención de compra</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Reglas, vigencia y autorización</a:t>
                      </a:r>
                    </a:p>
                  </a:txBody>
                  <a:tcPr marL="95250" marR="95250" marT="66675" marB="66675">
                    <a:lnR w="4763">
                      <a:solidFill>
                        <a:srgbClr val="D0CBC4"/>
                      </a:solidFill>
                      <a:prstDash val="solid"/>
                    </a:lnR>
                    <a:lnB w="4763">
                      <a:solidFill>
                        <a:srgbClr val="D0CBC4"/>
                      </a:solidFill>
                      <a:prstDash val="solid"/>
                    </a:lnB>
                    <a:solidFill>
                      <a:srgbClr val="F5F0E8"/>
                    </a:solidFill>
                  </a:tcPr>
                </a:tc>
              </a:tr>
              <a:tr h="436827">
                <a:tc>
                  <a:txBody>
                    <a:bodyPr/>
                    <a:lstStyle/>
                    <a:p>
                      <a:r>
                        <a:rPr sz="1050">
                          <a:solidFill>
                            <a:srgbClr val="0B0B0B"/>
                          </a:solidFill>
                          <a:latin typeface="Arial"/>
                          <a:ea typeface="Arial"/>
                          <a:cs typeface="Arial"/>
                        </a:rPr>
                        <a:t>Flow nativo</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Recoger datos dentro de WhatsApp</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Habilitación de Meta y endpoint</a:t>
                      </a:r>
                    </a:p>
                  </a:txBody>
                  <a:tcPr marL="95250" marR="95250" marT="66675" marB="66675">
                    <a:lnR w="4763">
                      <a:solidFill>
                        <a:srgbClr val="D0CBC4"/>
                      </a:solidFill>
                      <a:prstDash val="solid"/>
                    </a:lnR>
                    <a:lnB w="4763">
                      <a:solidFill>
                        <a:srgbClr val="D0CBC4"/>
                      </a:solidFill>
                      <a:prstDash val="solid"/>
                    </a:lnB>
                    <a:solidFill>
                      <a:srgbClr val="F5F0E8"/>
                    </a:solidFill>
                  </a:tcPr>
                </a:tc>
              </a:tr>
              <a:tr h="436827">
                <a:tc>
                  <a:txBody>
                    <a:bodyPr/>
                    <a:lstStyle/>
                    <a:p>
                      <a:r>
                        <a:rPr sz="1050">
                          <a:solidFill>
                            <a:srgbClr val="0B0B0B"/>
                          </a:solidFill>
                          <a:latin typeface="Arial"/>
                          <a:ea typeface="Arial"/>
                          <a:cs typeface="Arial"/>
                        </a:rPr>
                        <a:t>Banco o fintech</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Conciliar y ampliar automatización</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API, contrato y controles</a:t>
                      </a:r>
                    </a:p>
                  </a:txBody>
                  <a:tcPr marL="95250" marR="95250" marT="66675" marB="66675">
                    <a:lnR w="4763">
                      <a:solidFill>
                        <a:srgbClr val="D0CBC4"/>
                      </a:solidFill>
                      <a:prstDash val="solid"/>
                    </a:lnR>
                    <a:lnB w="4763">
                      <a:solidFill>
                        <a:srgbClr val="D0CBC4"/>
                      </a:solidFill>
                      <a:prstDash val="solid"/>
                    </a:lnB>
                    <a:solidFill>
                      <a:srgbClr val="F5F0E8"/>
                    </a:solidFill>
                  </a:tcPr>
                </a:tc>
              </a:tr>
            </a:tbl>
          </a:graphicData>
        </a:graphic>
      </p:graphicFrame>
    </p:spTree>
    <p:extLst>
      <p:ext uri="{BB962C8B-B14F-4D97-AF65-F5344CB8AC3E}">
        <p14:creationId xmlns:p14="http://schemas.microsoft.com/office/powerpoint/2010/main" val="146124552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222C6B2-6283-47B6-9096-8FA04D313B26}"/>
              </a:ext>
            </a:extLst>
          </p:cNvPr>
          <p:cNvPicPr>
            <a:picLocks xmlns:a="http://schemas.openxmlformats.org/drawingml/2006/main" noChangeAspect="1"/>
          </p:cNvPicPr>
          <p:nvPr/>
        </p:nvPicPr>
        <p:blipFill>
          <a:blip xmlns:r="http://schemas.openxmlformats.org/officeDocument/2006/relationships" xmlns:a="http://schemas.openxmlformats.org/drawingml/2006/main" r:embed="R5209d68977f84085"/>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22-0">
            <a:extLst xmlns:a="http://schemas.openxmlformats.org/drawingml/2006/main">
              <a:ext uri="{FF2B5EF4-FFF2-40B4-BE49-F238E27FC236}">
                <a16:creationId xmlns:a16="http://schemas.microsoft.com/office/drawing/2014/main" id="{014342D8-2818-4D1E-BA49-5B4F69F32E07}"/>
              </a:ext>
            </a:extLst>
          </p:cNvPr>
          <p:cNvSpPr>
            <a:spLocks xmlns:a="http://schemas.openxmlformats.org/drawingml/2006/main" noGrp="1"/>
          </p:cNvSpPr>
          <p:nvPr/>
        </p:nvSpPr>
        <p:spPr>
          <a:xfrm xmlns:a="http://schemas.openxmlformats.org/drawingml/2006/main">
            <a:off x="532209" y="382979"/>
            <a:ext cx="2615421"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0B0B0B"/>
                </a:solidFill>
                <a:latin typeface="Arial"/>
                <a:ea typeface="Arial"/>
                <a:cs typeface="Arial"/>
              </a:defRPr>
            </a:defPPr>
          </a:lstStyle>
          <a:p xmlns:a="http://schemas.openxmlformats.org/drawingml/2006/main">
            <a:pPr>
              <a:defRPr sz="956" b="1" i="0">
                <a:solidFill>
                  <a:srgbClr val="0B0B0B"/>
                </a:solidFill>
                <a:latin typeface="Arial"/>
                <a:ea typeface="Arial"/>
                <a:cs typeface="Arial"/>
              </a:defRPr>
            </a:pPr>
            <a:r>
              <a:rPr sz="956" b="1" i="0">
                <a:solidFill>
                  <a:srgbClr val="0B0B0B"/>
                </a:solidFill>
                <a:latin typeface="Arial"/>
                <a:ea typeface="Arial"/>
                <a:cs typeface="Arial"/>
              </a:rPr>
              <a:t>ANEXO E / COSTOS TECNOLÓGICOS</a:t>
            </a:r>
          </a:p>
        </p:txBody>
      </p:sp>
      <p:sp>
        <p:nvSpPr>
          <p:cNvPr id="3" name="text-22-1">
            <a:extLst xmlns:a="http://schemas.openxmlformats.org/drawingml/2006/main">
              <a:ext uri="{FF2B5EF4-FFF2-40B4-BE49-F238E27FC236}">
                <a16:creationId xmlns:a16="http://schemas.microsoft.com/office/drawing/2014/main" id="{9C339507-F309-4FA7-8653-829C6CE0716A}"/>
              </a:ext>
            </a:extLst>
          </p:cNvPr>
          <p:cNvSpPr>
            <a:spLocks xmlns:a="http://schemas.openxmlformats.org/drawingml/2006/main" noGrp="1"/>
          </p:cNvSpPr>
          <p:nvPr/>
        </p:nvSpPr>
        <p:spPr>
          <a:xfrm xmlns:a="http://schemas.openxmlformats.org/drawingml/2006/main">
            <a:off x="532209" y="689302"/>
            <a:ext cx="2759116" cy="5179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63" b="0" i="0">
                <a:solidFill>
                  <a:srgbClr val="0B0B0B"/>
                </a:solidFill>
                <a:latin typeface="Impact"/>
                <a:ea typeface="Impact"/>
                <a:cs typeface="Impact"/>
              </a:defRPr>
            </a:defPPr>
          </a:lstStyle>
          <a:p xmlns:a="http://schemas.openxmlformats.org/drawingml/2006/main">
            <a:pPr>
              <a:defRPr sz="3263" b="0" i="0">
                <a:solidFill>
                  <a:srgbClr val="0B0B0B"/>
                </a:solidFill>
                <a:latin typeface="Impact"/>
                <a:ea typeface="Impact"/>
                <a:cs typeface="Impact"/>
              </a:defRPr>
            </a:pPr>
            <a:r>
              <a:rPr sz="3263" b="0" i="0">
                <a:solidFill>
                  <a:srgbClr val="0B0B0B"/>
                </a:solidFill>
                <a:latin typeface="Impact"/>
                <a:ea typeface="Impact"/>
                <a:cs typeface="Impact"/>
              </a:rPr>
              <a:t>META OPTIMIZADO</a:t>
            </a:r>
          </a:p>
        </p:txBody>
      </p:sp>
      <p:sp>
        <p:nvSpPr>
          <p:cNvPr id="4" name="text-22-2">
            <a:extLst xmlns:a="http://schemas.openxmlformats.org/drawingml/2006/main">
              <a:ext uri="{FF2B5EF4-FFF2-40B4-BE49-F238E27FC236}">
                <a16:creationId xmlns:a16="http://schemas.microsoft.com/office/drawing/2014/main" id="{623390FF-B130-4336-B438-93C72EDF0695}"/>
              </a:ext>
            </a:extLst>
          </p:cNvPr>
          <p:cNvSpPr>
            <a:spLocks xmlns:a="http://schemas.openxmlformats.org/drawingml/2006/main" noGrp="1"/>
          </p:cNvSpPr>
          <p:nvPr/>
        </p:nvSpPr>
        <p:spPr>
          <a:xfrm xmlns:a="http://schemas.openxmlformats.org/drawingml/2006/main">
            <a:off x="532209" y="1110783"/>
            <a:ext cx="5155059" cy="5179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63" b="0" i="0">
                <a:solidFill>
                  <a:srgbClr val="0B0B0B"/>
                </a:solidFill>
                <a:latin typeface="Impact"/>
                <a:ea typeface="Impact"/>
                <a:cs typeface="Impact"/>
              </a:defRPr>
            </a:defPPr>
          </a:lstStyle>
          <a:p xmlns:a="http://schemas.openxmlformats.org/drawingml/2006/main">
            <a:pPr>
              <a:defRPr sz="3263" b="0" i="0">
                <a:solidFill>
                  <a:srgbClr val="0B0B0B"/>
                </a:solidFill>
                <a:latin typeface="Impact"/>
                <a:ea typeface="Impact"/>
                <a:cs typeface="Impact"/>
              </a:defRPr>
            </a:pPr>
            <a:r>
              <a:rPr sz="3263" b="0" i="0">
                <a:solidFill>
                  <a:srgbClr val="0B0B0B"/>
                </a:solidFill>
                <a:latin typeface="Impact"/>
                <a:ea typeface="Impact"/>
                <a:cs typeface="Impact"/>
              </a:rPr>
              <a:t>MENOS MENSAJES POR OPERACIÓN</a:t>
            </a:r>
          </a:p>
        </p:txBody>
      </p:sp>
      <p:sp>
        <p:nvSpPr>
          <p:cNvPr id="5" name="text-22-3">
            <a:extLst xmlns:a="http://schemas.openxmlformats.org/drawingml/2006/main">
              <a:ext uri="{FF2B5EF4-FFF2-40B4-BE49-F238E27FC236}">
                <a16:creationId xmlns:a16="http://schemas.microsoft.com/office/drawing/2014/main" id="{F9623CD4-843F-4AF1-86D6-7BFBE706377F}"/>
              </a:ext>
            </a:extLst>
          </p:cNvPr>
          <p:cNvSpPr>
            <a:spLocks xmlns:a="http://schemas.openxmlformats.org/drawingml/2006/main" noGrp="1"/>
          </p:cNvSpPr>
          <p:nvPr/>
        </p:nvSpPr>
        <p:spPr>
          <a:xfrm xmlns:a="http://schemas.openxmlformats.org/drawingml/2006/main">
            <a:off x="532209" y="3659553"/>
            <a:ext cx="76230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i="0">
                <a:solidFill>
                  <a:srgbClr val="0B0B0B"/>
                </a:solidFill>
                <a:latin typeface="Arial"/>
                <a:ea typeface="Arial"/>
                <a:cs typeface="Arial"/>
              </a:defRPr>
            </a:defPPr>
          </a:lstStyle>
          <a:p xmlns:a="http://schemas.openxmlformats.org/drawingml/2006/main">
            <a:pPr>
              <a:defRPr sz="1350" b="0" i="0">
                <a:solidFill>
                  <a:srgbClr val="0B0B0B"/>
                </a:solidFill>
                <a:latin typeface="Arial"/>
                <a:ea typeface="Arial"/>
                <a:cs typeface="Arial"/>
              </a:defRPr>
            </a:pPr>
            <a:r>
              <a:rPr sz="1350" b="0" i="0">
                <a:solidFill>
                  <a:srgbClr val="0B0B0B"/>
                </a:solidFill>
                <a:latin typeface="Arial"/>
                <a:ea typeface="Arial"/>
                <a:cs typeface="Arial"/>
              </a:rPr>
              <a:t>Objetivo: </a:t>
            </a:r>
          </a:p>
        </p:txBody>
      </p:sp>
      <p:sp>
        <p:nvSpPr>
          <p:cNvPr id="6" name="text-22-4">
            <a:extLst xmlns:a="http://schemas.openxmlformats.org/drawingml/2006/main">
              <a:ext uri="{FF2B5EF4-FFF2-40B4-BE49-F238E27FC236}">
                <a16:creationId xmlns:a16="http://schemas.microsoft.com/office/drawing/2014/main" id="{B36D8A4F-BD6B-4F75-9ED0-67931D106D86}"/>
              </a:ext>
            </a:extLst>
          </p:cNvPr>
          <p:cNvSpPr>
            <a:spLocks xmlns:a="http://schemas.openxmlformats.org/drawingml/2006/main" noGrp="1"/>
          </p:cNvSpPr>
          <p:nvPr/>
        </p:nvSpPr>
        <p:spPr>
          <a:xfrm xmlns:a="http://schemas.openxmlformats.org/drawingml/2006/main">
            <a:off x="1256519" y="3659553"/>
            <a:ext cx="101982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i="0">
                <a:solidFill>
                  <a:srgbClr val="0B0B0B"/>
                </a:solidFill>
                <a:latin typeface="Arial"/>
                <a:ea typeface="Arial"/>
                <a:cs typeface="Arial"/>
              </a:defRPr>
            </a:defPPr>
          </a:lstStyle>
          <a:p xmlns:a="http://schemas.openxmlformats.org/drawingml/2006/main">
            <a:pPr>
              <a:defRPr sz="1350" b="1" i="0">
                <a:solidFill>
                  <a:srgbClr val="0B0B0B"/>
                </a:solidFill>
                <a:latin typeface="Arial"/>
                <a:ea typeface="Arial"/>
                <a:cs typeface="Arial"/>
              </a:defRPr>
            </a:pPr>
            <a:r>
              <a:rPr sz="1350" b="1" i="0">
                <a:solidFill>
                  <a:srgbClr val="0B0B0B"/>
                </a:solidFill>
                <a:latin typeface="Arial"/>
                <a:ea typeface="Arial"/>
                <a:cs typeface="Arial"/>
              </a:rPr>
              <a:t>S/1.400/mes</a:t>
            </a:r>
          </a:p>
        </p:txBody>
      </p:sp>
      <p:sp>
        <p:nvSpPr>
          <p:cNvPr id="7" name="text-22-5">
            <a:extLst xmlns:a="http://schemas.openxmlformats.org/drawingml/2006/main">
              <a:ext uri="{FF2B5EF4-FFF2-40B4-BE49-F238E27FC236}">
                <a16:creationId xmlns:a16="http://schemas.microsoft.com/office/drawing/2014/main" id="{EF12D773-2D10-4780-BD9D-C91E0B283992}"/>
              </a:ext>
            </a:extLst>
          </p:cNvPr>
          <p:cNvSpPr>
            <a:spLocks xmlns:a="http://schemas.openxmlformats.org/drawingml/2006/main" noGrp="1"/>
          </p:cNvSpPr>
          <p:nvPr/>
        </p:nvSpPr>
        <p:spPr>
          <a:xfrm xmlns:a="http://schemas.openxmlformats.org/drawingml/2006/main">
            <a:off x="2238338" y="3659553"/>
            <a:ext cx="270620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i="0">
                <a:solidFill>
                  <a:srgbClr val="0B0B0B"/>
                </a:solidFill>
                <a:latin typeface="Arial"/>
                <a:ea typeface="Arial"/>
                <a:cs typeface="Arial"/>
              </a:defRPr>
            </a:defPPr>
          </a:lstStyle>
          <a:p xmlns:a="http://schemas.openxmlformats.org/drawingml/2006/main">
            <a:pPr>
              <a:defRPr sz="1350" b="0" i="0">
                <a:solidFill>
                  <a:srgbClr val="0B0B0B"/>
                </a:solidFill>
                <a:latin typeface="Arial"/>
                <a:ea typeface="Arial"/>
                <a:cs typeface="Arial"/>
              </a:defRPr>
            </a:pPr>
            <a:r>
              <a:rPr sz="1350" b="0" i="0">
                <a:solidFill>
                  <a:srgbClr val="0B0B0B"/>
                </a:solidFill>
                <a:latin typeface="Arial"/>
                <a:ea typeface="Arial"/>
                <a:cs typeface="Arial"/>
              </a:rPr>
              <a:t>. Referencia sin optimizar: S/3.500.</a:t>
            </a:r>
          </a:p>
        </p:txBody>
      </p:sp>
      <p:sp>
        <p:nvSpPr>
          <p:cNvPr id="8" name="text-22-6">
            <a:extLst xmlns:a="http://schemas.openxmlformats.org/drawingml/2006/main">
              <a:ext uri="{FF2B5EF4-FFF2-40B4-BE49-F238E27FC236}">
                <a16:creationId xmlns:a16="http://schemas.microsoft.com/office/drawing/2014/main" id="{640DAE9A-E318-474F-ACD8-3C649396A635}"/>
              </a:ext>
            </a:extLst>
          </p:cNvPr>
          <p:cNvSpPr>
            <a:spLocks xmlns:a="http://schemas.openxmlformats.org/drawingml/2006/main" noGrp="1"/>
          </p:cNvSpPr>
          <p:nvPr/>
        </p:nvSpPr>
        <p:spPr>
          <a:xfrm xmlns:a="http://schemas.openxmlformats.org/drawingml/2006/main">
            <a:off x="7473925" y="347260"/>
            <a:ext cx="1354287"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0" i="0">
                <a:solidFill>
                  <a:srgbClr val="0B0B0B"/>
                </a:solidFill>
                <a:latin typeface="Arial"/>
                <a:ea typeface="Arial"/>
                <a:cs typeface="Arial"/>
              </a:defRPr>
            </a:defPPr>
          </a:lstStyle>
          <a:p xmlns:a="http://schemas.openxmlformats.org/drawingml/2006/main">
            <a:pPr>
              <a:defRPr sz="956" b="0" i="0">
                <a:solidFill>
                  <a:srgbClr val="0B0B0B"/>
                </a:solidFill>
                <a:latin typeface="Arial"/>
                <a:ea typeface="Arial"/>
                <a:cs typeface="Arial"/>
              </a:defRPr>
            </a:pPr>
            <a:r>
              <a:rPr sz="956" b="0" i="0">
                <a:solidFill>
                  <a:srgbClr val="0B0B0B"/>
                </a:solidFill>
                <a:latin typeface="Arial"/>
                <a:ea typeface="Arial"/>
                <a:cs typeface="Arial"/>
              </a:rPr>
              <a:t>Volver al costo-beneficio</a:t>
            </a:r>
          </a:p>
        </p:txBody>
      </p:sp>
      <p:sp>
        <p:nvSpPr>
          <p:cNvPr id="9" name="text-22-7">
            <a:extLst xmlns:a="http://schemas.openxmlformats.org/drawingml/2006/main">
              <a:ext uri="{FF2B5EF4-FFF2-40B4-BE49-F238E27FC236}">
                <a16:creationId xmlns:a16="http://schemas.microsoft.com/office/drawing/2014/main" id="{368BD729-BBAF-4A1C-BE14-DC73C1D612E6}"/>
              </a:ext>
            </a:extLst>
          </p:cNvPr>
          <p:cNvSpPr>
            <a:spLocks xmlns:a="http://schemas.openxmlformats.org/drawingml/2006/main" noGrp="1"/>
          </p:cNvSpPr>
          <p:nvPr/>
        </p:nvSpPr>
        <p:spPr>
          <a:xfrm xmlns:a="http://schemas.openxmlformats.org/drawingml/2006/main">
            <a:off x="532209" y="4502902"/>
            <a:ext cx="6943543" cy="125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88" b="0" i="0">
                <a:solidFill>
                  <a:srgbClr val="0B0B0B"/>
                </a:solidFill>
                <a:latin typeface="Arial"/>
                <a:ea typeface="Arial"/>
                <a:cs typeface="Arial"/>
              </a:defRPr>
            </a:defPPr>
          </a:lstStyle>
          <a:p xmlns:a="http://schemas.openxmlformats.org/drawingml/2006/main">
            <a:pPr>
              <a:defRPr sz="788" b="0" i="0">
                <a:solidFill>
                  <a:srgbClr val="0B0B0B"/>
                </a:solidFill>
                <a:latin typeface="Arial"/>
                <a:ea typeface="Arial"/>
                <a:cs typeface="Arial"/>
              </a:defRPr>
            </a:pPr>
            <a:r>
              <a:rPr sz="788" b="0" i="0">
                <a:solidFill>
                  <a:srgbClr val="0B0B0B"/>
                </a:solidFill>
                <a:latin typeface="Arial"/>
                <a:ea typeface="Arial"/>
                <a:cs typeface="Arial"/>
              </a:rPr>
              <a:t>Propuesta: 4.000 chats; 1 apertura + 1 confirmación; 10% con 2 apoyos. Tarifa Perú. Confirmaciones se cuentan pagadas por prudencia. No implementado.</a:t>
            </a:r>
          </a:p>
        </p:txBody>
      </p:sp>
      <p:sp>
        <p:nvSpPr>
          <p:cNvPr id="10" name="text-22-8">
            <a:extLst xmlns:a="http://schemas.openxmlformats.org/drawingml/2006/main">
              <a:ext uri="{FF2B5EF4-FFF2-40B4-BE49-F238E27FC236}">
                <a16:creationId xmlns:a16="http://schemas.microsoft.com/office/drawing/2014/main" id="{DAC6DB44-2E71-470F-9056-A7B93D8B526C}"/>
              </a:ext>
            </a:extLst>
          </p:cNvPr>
          <p:cNvSpPr>
            <a:spLocks xmlns:a="http://schemas.openxmlformats.org/drawingml/2006/main" noGrp="1"/>
          </p:cNvSpPr>
          <p:nvPr/>
        </p:nvSpPr>
        <p:spPr>
          <a:xfrm xmlns:a="http://schemas.openxmlformats.org/drawingml/2006/main">
            <a:off x="532209" y="4923697"/>
            <a:ext cx="1120674"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ANEXOS / OMNI by 5.5</a:t>
            </a:r>
          </a:p>
        </p:txBody>
      </p:sp>
      <p:sp>
        <p:nvSpPr>
          <p:cNvPr id="11" name="text-22-9">
            <a:extLst xmlns:a="http://schemas.openxmlformats.org/drawingml/2006/main">
              <a:ext uri="{FF2B5EF4-FFF2-40B4-BE49-F238E27FC236}">
                <a16:creationId xmlns:a16="http://schemas.microsoft.com/office/drawing/2014/main" id="{FED94B0C-C4A8-4E86-AC2F-54CE645A1AF4}"/>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0B0B0B"/>
                </a:solidFill>
                <a:latin typeface="Arial"/>
                <a:ea typeface="Arial"/>
                <a:cs typeface="Arial"/>
              </a:defRPr>
            </a:defPPr>
          </a:lstStyle>
          <a:p xmlns:a="http://schemas.openxmlformats.org/drawingml/2006/main">
            <a:pPr>
              <a:defRPr sz="731" b="1" i="0">
                <a:solidFill>
                  <a:srgbClr val="0B0B0B"/>
                </a:solidFill>
                <a:latin typeface="Arial"/>
                <a:ea typeface="Arial"/>
                <a:cs typeface="Arial"/>
              </a:defRPr>
            </a:pPr>
            <a:r>
              <a:rPr sz="731" b="1" i="0">
                <a:solidFill>
                  <a:srgbClr val="0B0B0B"/>
                </a:solidFill>
                <a:latin typeface="Arial"/>
                <a:ea typeface="Arial"/>
                <a:cs typeface="Arial"/>
              </a:rPr>
              <a:t>22 / 5.5</a:t>
            </a:r>
          </a:p>
        </p:txBody>
      </p:sp>
      <p:graphicFrame>
        <p:nvGraphicFramePr>
          <p:cNvPr id="12" name="">
            <a:extLst xmlns:a="http://schemas.openxmlformats.org/drawingml/2006/main">
              <a:ext uri="{FF2B5EF4-FFF2-40B4-BE49-F238E27FC236}">
                <a16:creationId xmlns:a16="http://schemas.microsoft.com/office/drawing/2014/main" id="{E9B3102F-629F-4729-9A9B-95645521F234}"/>
              </a:ext>
            </a:extLst>
          </p:cNvPr>
          <p:cNvGraphicFramePr/>
          <p:nvPr/>
        </p:nvGraphicFramePr>
        <p:xfrm>
          <a:off xmlns:a="http://schemas.openxmlformats.org/drawingml/2006/main" x="532209" y="1728034"/>
          <a:ext xmlns:a="http://schemas.openxmlformats.org/drawingml/2006/main" cx="8261747" cy="1772371"/>
        </p:xfrm>
        <a:graphic xmlns:a="http://schemas.openxmlformats.org/drawingml/2006/main">
          <a:graphicData uri="http://schemas.openxmlformats.org/drawingml/2006/table">
            <a:tbl>
              <a:tblPr/>
              <a:tblGrid>
                <a:gridCol w="5753323"/>
                <a:gridCol w="1586917"/>
                <a:gridCol w="921507"/>
              </a:tblGrid>
              <a:tr h="354474">
                <a:tc>
                  <a:txBody>
                    <a:bodyPr/>
                    <a:lstStyle/>
                    <a:p>
                      <a:r>
                        <a:rPr sz="1050" b="1">
                          <a:solidFill>
                            <a:srgbClr val="FFFFFF"/>
                          </a:solidFill>
                          <a:latin typeface="Arial"/>
                          <a:ea typeface="Arial"/>
                          <a:cs typeface="Arial"/>
                        </a:rPr>
                        <a:t>Recurso</a:t>
                      </a:r>
                    </a:p>
                  </a:txBody>
                  <a:tcPr marL="95250" marR="95250" marT="66675" marB="66675">
                    <a:lnL w="4763">
                      <a:solidFill>
                        <a:srgbClr val="D0CBC4"/>
                      </a:solidFill>
                      <a:prstDash val="solid"/>
                    </a:lnL>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1050" b="1">
                          <a:solidFill>
                            <a:srgbClr val="FFFFFF"/>
                          </a:solidFill>
                          <a:latin typeface="Arial"/>
                          <a:ea typeface="Arial"/>
                          <a:cs typeface="Arial"/>
                        </a:rPr>
                        <a:t>USD / mes</a:t>
                      </a:r>
                    </a:p>
                  </a:txBody>
                  <a:tcPr marL="95250" marR="95250" marT="66675" marB="66675">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c>
                  <a:txBody>
                    <a:bodyPr/>
                    <a:lstStyle/>
                    <a:p>
                      <a:r>
                        <a:rPr sz="1050" b="1">
                          <a:solidFill>
                            <a:srgbClr val="FFFFFF"/>
                          </a:solidFill>
                          <a:latin typeface="Arial"/>
                          <a:ea typeface="Arial"/>
                          <a:cs typeface="Arial"/>
                        </a:rPr>
                        <a:t>PEN / mes</a:t>
                      </a:r>
                    </a:p>
                  </a:txBody>
                  <a:tcPr marL="95250" marR="95250" marT="66675" marB="66675">
                    <a:lnR w="4763">
                      <a:solidFill>
                        <a:srgbClr val="D0CBC4"/>
                      </a:solidFill>
                      <a:prstDash val="solid"/>
                    </a:lnR>
                    <a:lnT w="4763">
                      <a:solidFill>
                        <a:srgbClr val="D0CBC4"/>
                      </a:solidFill>
                      <a:prstDash val="solid"/>
                    </a:lnT>
                    <a:lnB w="4763">
                      <a:solidFill>
                        <a:srgbClr val="D0CBC4"/>
                      </a:solidFill>
                      <a:prstDash val="solid"/>
                    </a:lnB>
                    <a:solidFill>
                      <a:srgbClr val="DC0A1E"/>
                    </a:solidFill>
                  </a:tcPr>
                </a:tc>
              </a:tr>
              <a:tr h="354474">
                <a:tc>
                  <a:txBody>
                    <a:bodyPr/>
                    <a:lstStyle/>
                    <a:p>
                      <a:r>
                        <a:rPr sz="1050">
                          <a:solidFill>
                            <a:srgbClr val="0B0B0B"/>
                          </a:solidFill>
                          <a:latin typeface="Arial"/>
                          <a:ea typeface="Arial"/>
                          <a:cs typeface="Arial"/>
                        </a:rPr>
                        <a:t>Infraestructura, web e IA</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64,08</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243,50</a:t>
                      </a:r>
                    </a:p>
                  </a:txBody>
                  <a:tcPr marL="95250" marR="95250" marT="66675" marB="66675">
                    <a:lnR w="4763">
                      <a:solidFill>
                        <a:srgbClr val="D0CBC4"/>
                      </a:solidFill>
                      <a:prstDash val="solid"/>
                    </a:lnR>
                    <a:lnB w="4763">
                      <a:solidFill>
                        <a:srgbClr val="D0CBC4"/>
                      </a:solidFill>
                      <a:prstDash val="solid"/>
                    </a:lnB>
                    <a:solidFill>
                      <a:srgbClr val="F5F0E8"/>
                    </a:solidFill>
                  </a:tcPr>
                </a:tc>
              </a:tr>
              <a:tr h="354474">
                <a:tc>
                  <a:txBody>
                    <a:bodyPr/>
                    <a:lstStyle/>
                    <a:p>
                      <a:r>
                        <a:rPr sz="1050">
                          <a:solidFill>
                            <a:srgbClr val="0B0B0B"/>
                          </a:solidFill>
                          <a:latin typeface="Arial"/>
                          <a:ea typeface="Arial"/>
                          <a:cs typeface="Arial"/>
                        </a:rPr>
                        <a:t>Meta · 3.800 servicios × US$0,03</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114,00</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433,20</a:t>
                      </a:r>
                    </a:p>
                  </a:txBody>
                  <a:tcPr marL="95250" marR="95250" marT="66675" marB="66675">
                    <a:lnR w="4763">
                      <a:solidFill>
                        <a:srgbClr val="D0CBC4"/>
                      </a:solidFill>
                      <a:prstDash val="solid"/>
                    </a:lnR>
                    <a:lnB w="4763">
                      <a:solidFill>
                        <a:srgbClr val="D0CBC4"/>
                      </a:solidFill>
                      <a:prstDash val="solid"/>
                    </a:lnB>
                    <a:solidFill>
                      <a:srgbClr val="F5F0E8"/>
                    </a:solidFill>
                  </a:tcPr>
                </a:tc>
              </a:tr>
              <a:tr h="354474">
                <a:tc>
                  <a:txBody>
                    <a:bodyPr/>
                    <a:lstStyle/>
                    <a:p>
                      <a:r>
                        <a:rPr sz="1050">
                          <a:solidFill>
                            <a:srgbClr val="0B0B0B"/>
                          </a:solidFill>
                          <a:latin typeface="Arial"/>
                          <a:ea typeface="Arial"/>
                          <a:cs typeface="Arial"/>
                        </a:rPr>
                        <a:t>Meta · 4.000 confirmaciones × US$0,03</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120,00</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456,00</a:t>
                      </a:r>
                    </a:p>
                  </a:txBody>
                  <a:tcPr marL="95250" marR="95250" marT="66675" marB="66675">
                    <a:lnR w="4763">
                      <a:solidFill>
                        <a:srgbClr val="D0CBC4"/>
                      </a:solidFill>
                      <a:prstDash val="solid"/>
                    </a:lnR>
                    <a:lnB w="4763">
                      <a:solidFill>
                        <a:srgbClr val="D0CBC4"/>
                      </a:solidFill>
                      <a:prstDash val="solid"/>
                    </a:lnB>
                    <a:solidFill>
                      <a:srgbClr val="F5F0E8"/>
                    </a:solidFill>
                  </a:tcPr>
                </a:tc>
              </a:tr>
              <a:tr h="354474">
                <a:tc>
                  <a:txBody>
                    <a:bodyPr/>
                    <a:lstStyle/>
                    <a:p>
                      <a:r>
                        <a:rPr sz="1050">
                          <a:solidFill>
                            <a:srgbClr val="0B0B0B"/>
                          </a:solidFill>
                          <a:latin typeface="Arial"/>
                          <a:ea typeface="Arial"/>
                          <a:cs typeface="Arial"/>
                        </a:rPr>
                        <a:t>Total con 20% de reserva</a:t>
                      </a:r>
                    </a:p>
                  </a:txBody>
                  <a:tcPr marL="95250" marR="95250" marT="66675" marB="66675">
                    <a:lnL w="4763">
                      <a:solidFill>
                        <a:srgbClr val="D0CBC4"/>
                      </a:solidFill>
                      <a:prstDash val="solid"/>
                    </a:lnL>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357,70</a:t>
                      </a:r>
                    </a:p>
                  </a:txBody>
                  <a:tcPr marL="95250" marR="95250" marT="66675" marB="66675">
                    <a:lnR w="4763">
                      <a:solidFill>
                        <a:srgbClr val="D0CBC4"/>
                      </a:solidFill>
                      <a:prstDash val="solid"/>
                    </a:lnR>
                    <a:lnB w="4763">
                      <a:solidFill>
                        <a:srgbClr val="D0CBC4"/>
                      </a:solidFill>
                      <a:prstDash val="solid"/>
                    </a:lnB>
                    <a:solidFill>
                      <a:srgbClr val="F5F0E8"/>
                    </a:solidFill>
                  </a:tcPr>
                </a:tc>
                <a:tc>
                  <a:txBody>
                    <a:bodyPr/>
                    <a:lstStyle/>
                    <a:p>
                      <a:r>
                        <a:rPr sz="1050">
                          <a:solidFill>
                            <a:srgbClr val="0B0B0B"/>
                          </a:solidFill>
                          <a:latin typeface="Arial"/>
                          <a:ea typeface="Arial"/>
                          <a:cs typeface="Arial"/>
                        </a:rPr>
                        <a:t>1.359,24</a:t>
                      </a:r>
                    </a:p>
                  </a:txBody>
                  <a:tcPr marL="95250" marR="95250" marT="66675" marB="66675">
                    <a:lnR w="4763">
                      <a:solidFill>
                        <a:srgbClr val="D0CBC4"/>
                      </a:solidFill>
                      <a:prstDash val="solid"/>
                    </a:lnR>
                    <a:lnB w="4763">
                      <a:solidFill>
                        <a:srgbClr val="D0CBC4"/>
                      </a:solidFill>
                      <a:prstDash val="solid"/>
                    </a:lnB>
                    <a:solidFill>
                      <a:srgbClr val="F5F0E8"/>
                    </a:solidFill>
                  </a:tcPr>
                </a:tc>
              </a:tr>
            </a:tbl>
          </a:graphicData>
        </a:graphic>
      </p:graphicFrame>
    </p:spTree>
    <p:extLst>
      <p:ext uri="{BB962C8B-B14F-4D97-AF65-F5344CB8AC3E}">
        <p14:creationId xmlns:p14="http://schemas.microsoft.com/office/powerpoint/2010/main" val="213513091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0F135D3D-2780-4FF6-AB6D-F8BAFD901414}"/>
              </a:ext>
            </a:extLst>
          </p:cNvPr>
          <p:cNvPicPr>
            <a:picLocks xmlns:a="http://schemas.openxmlformats.org/drawingml/2006/main" noChangeAspect="1"/>
          </p:cNvPicPr>
          <p:nvPr/>
        </p:nvPicPr>
        <p:blipFill>
          <a:blip xmlns:r="http://schemas.openxmlformats.org/officeDocument/2006/relationships" xmlns:a="http://schemas.openxmlformats.org/drawingml/2006/main" r:embed="R3934c5a126734e36"/>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23-0">
            <a:extLst xmlns:a="http://schemas.openxmlformats.org/drawingml/2006/main">
              <a:ext uri="{FF2B5EF4-FFF2-40B4-BE49-F238E27FC236}">
                <a16:creationId xmlns:a16="http://schemas.microsoft.com/office/drawing/2014/main" id="{37227D7F-6E43-404C-ACC6-EE3D43FE945B}"/>
              </a:ext>
            </a:extLst>
          </p:cNvPr>
          <p:cNvSpPr>
            <a:spLocks xmlns:a="http://schemas.openxmlformats.org/drawingml/2006/main" noGrp="1"/>
          </p:cNvSpPr>
          <p:nvPr/>
        </p:nvSpPr>
        <p:spPr>
          <a:xfrm xmlns:a="http://schemas.openxmlformats.org/drawingml/2006/main">
            <a:off x="532209" y="382979"/>
            <a:ext cx="2786289"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5F0E8"/>
                </a:solidFill>
                <a:latin typeface="Arial"/>
                <a:ea typeface="Arial"/>
                <a:cs typeface="Arial"/>
              </a:defRPr>
            </a:defPPr>
          </a:lstStyle>
          <a:p xmlns:a="http://schemas.openxmlformats.org/drawingml/2006/main">
            <a:pPr>
              <a:defRPr sz="956" b="1" i="0">
                <a:solidFill>
                  <a:srgbClr val="F5F0E8"/>
                </a:solidFill>
                <a:latin typeface="Arial"/>
                <a:ea typeface="Arial"/>
                <a:cs typeface="Arial"/>
              </a:defRPr>
            </a:pPr>
            <a:r>
              <a:rPr sz="956" b="1" i="0">
                <a:solidFill>
                  <a:srgbClr val="F5F0E8"/>
                </a:solidFill>
                <a:latin typeface="Arial"/>
                <a:ea typeface="Arial"/>
                <a:cs typeface="Arial"/>
              </a:rPr>
              <a:t>ANEXO F / OPTIMIZACIÓN PROPUESTA</a:t>
            </a:r>
          </a:p>
        </p:txBody>
      </p:sp>
      <p:sp>
        <p:nvSpPr>
          <p:cNvPr id="3" name="text-23-1">
            <a:extLst xmlns:a="http://schemas.openxmlformats.org/drawingml/2006/main">
              <a:ext uri="{FF2B5EF4-FFF2-40B4-BE49-F238E27FC236}">
                <a16:creationId xmlns:a16="http://schemas.microsoft.com/office/drawing/2014/main" id="{2C40ACBB-380D-4AD5-B0C5-5F866E6C9D46}"/>
              </a:ext>
            </a:extLst>
          </p:cNvPr>
          <p:cNvSpPr>
            <a:spLocks xmlns:a="http://schemas.openxmlformats.org/drawingml/2006/main" noGrp="1"/>
          </p:cNvSpPr>
          <p:nvPr/>
        </p:nvSpPr>
        <p:spPr>
          <a:xfrm xmlns:a="http://schemas.openxmlformats.org/drawingml/2006/main">
            <a:off x="532209" y="681719"/>
            <a:ext cx="4997106" cy="580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56" b="0" i="0">
                <a:solidFill>
                  <a:srgbClr val="F5F0E8"/>
                </a:solidFill>
                <a:latin typeface="Impact"/>
                <a:ea typeface="Impact"/>
                <a:cs typeface="Impact"/>
              </a:defRPr>
            </a:defPPr>
          </a:lstStyle>
          <a:p xmlns:a="http://schemas.openxmlformats.org/drawingml/2006/main">
            <a:pPr>
              <a:defRPr sz="3656" b="0" i="0">
                <a:solidFill>
                  <a:srgbClr val="F5F0E8"/>
                </a:solidFill>
                <a:latin typeface="Impact"/>
                <a:ea typeface="Impact"/>
                <a:cs typeface="Impact"/>
              </a:defRPr>
            </a:pPr>
            <a:r>
              <a:rPr sz="3656" b="0" i="0">
                <a:solidFill>
                  <a:srgbClr val="F5F0E8"/>
                </a:solidFill>
                <a:latin typeface="Impact"/>
                <a:ea typeface="Impact"/>
                <a:cs typeface="Impact"/>
              </a:rPr>
              <a:t>LOS DATOS EN EL FORMULARIO</a:t>
            </a:r>
          </a:p>
        </p:txBody>
      </p:sp>
      <p:sp>
        <p:nvSpPr>
          <p:cNvPr id="4" name="text-23-2">
            <a:extLst xmlns:a="http://schemas.openxmlformats.org/drawingml/2006/main">
              <a:ext uri="{FF2B5EF4-FFF2-40B4-BE49-F238E27FC236}">
                <a16:creationId xmlns:a16="http://schemas.microsoft.com/office/drawing/2014/main" id="{29D3AC27-3DFB-4092-A7D3-A9BE1AFB4EE9}"/>
              </a:ext>
            </a:extLst>
          </p:cNvPr>
          <p:cNvSpPr>
            <a:spLocks xmlns:a="http://schemas.openxmlformats.org/drawingml/2006/main" noGrp="1"/>
          </p:cNvSpPr>
          <p:nvPr/>
        </p:nvSpPr>
        <p:spPr>
          <a:xfrm xmlns:a="http://schemas.openxmlformats.org/drawingml/2006/main">
            <a:off x="532209" y="1153206"/>
            <a:ext cx="4509800" cy="580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56" b="0" i="0">
                <a:solidFill>
                  <a:srgbClr val="F5F0E8"/>
                </a:solidFill>
                <a:latin typeface="Impact"/>
                <a:ea typeface="Impact"/>
                <a:cs typeface="Impact"/>
              </a:defRPr>
            </a:defPPr>
          </a:lstStyle>
          <a:p xmlns:a="http://schemas.openxmlformats.org/drawingml/2006/main">
            <a:pPr>
              <a:defRPr sz="3656" b="0" i="0">
                <a:solidFill>
                  <a:srgbClr val="F5F0E8"/>
                </a:solidFill>
                <a:latin typeface="Impact"/>
                <a:ea typeface="Impact"/>
                <a:cs typeface="Impact"/>
              </a:defRPr>
            </a:pPr>
            <a:r>
              <a:rPr sz="3656" b="0" i="0">
                <a:solidFill>
                  <a:srgbClr val="F5F0E8"/>
                </a:solidFill>
                <a:latin typeface="Impact"/>
                <a:ea typeface="Impact"/>
                <a:cs typeface="Impact"/>
              </a:rPr>
              <a:t>EL CHAT PARA ACOMPAÑAR</a:t>
            </a:r>
          </a:p>
        </p:txBody>
      </p:sp>
      <p:sp>
        <p:nvSpPr>
          <p:cNvPr id="5" name="text-23-3">
            <a:extLst xmlns:a="http://schemas.openxmlformats.org/drawingml/2006/main">
              <a:ext uri="{FF2B5EF4-FFF2-40B4-BE49-F238E27FC236}">
                <a16:creationId xmlns:a16="http://schemas.microsoft.com/office/drawing/2014/main" id="{204BEE3E-6CFA-4AC9-988A-F83EC64AC6D8}"/>
              </a:ext>
            </a:extLst>
          </p:cNvPr>
          <p:cNvSpPr>
            <a:spLocks xmlns:a="http://schemas.openxmlformats.org/drawingml/2006/main" noGrp="1"/>
          </p:cNvSpPr>
          <p:nvPr/>
        </p:nvSpPr>
        <p:spPr>
          <a:xfrm xmlns:a="http://schemas.openxmlformats.org/drawingml/2006/main">
            <a:off x="532209" y="1971598"/>
            <a:ext cx="1780417"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1" i="0">
                <a:solidFill>
                  <a:srgbClr val="F5F0E8"/>
                </a:solidFill>
                <a:latin typeface="Arial"/>
                <a:ea typeface="Arial"/>
                <a:cs typeface="Arial"/>
              </a:defRPr>
            </a:defPPr>
          </a:lstStyle>
          <a:p xmlns:a="http://schemas.openxmlformats.org/drawingml/2006/main">
            <a:pPr>
              <a:defRPr sz="1181" b="1" i="0">
                <a:solidFill>
                  <a:srgbClr val="F5F0E8"/>
                </a:solidFill>
                <a:latin typeface="Arial"/>
                <a:ea typeface="Arial"/>
                <a:cs typeface="Arial"/>
              </a:defRPr>
            </a:pPr>
            <a:r>
              <a:rPr sz="1181" b="1" i="0">
                <a:solidFill>
                  <a:srgbClr val="F5F0E8"/>
                </a:solidFill>
                <a:latin typeface="Arial"/>
                <a:ea typeface="Arial"/>
                <a:cs typeface="Arial"/>
              </a:rPr>
              <a:t>01 / UN SOLO MENSAJE</a:t>
            </a:r>
          </a:p>
        </p:txBody>
      </p:sp>
      <p:sp>
        <p:nvSpPr>
          <p:cNvPr id="6" name="text-23-4">
            <a:extLst xmlns:a="http://schemas.openxmlformats.org/drawingml/2006/main">
              <a:ext uri="{FF2B5EF4-FFF2-40B4-BE49-F238E27FC236}">
                <a16:creationId xmlns:a16="http://schemas.microsoft.com/office/drawing/2014/main" id="{3691E21E-FD0E-48AC-B4A6-D80602401966}"/>
              </a:ext>
            </a:extLst>
          </p:cNvPr>
          <p:cNvSpPr>
            <a:spLocks xmlns:a="http://schemas.openxmlformats.org/drawingml/2006/main" noGrp="1"/>
          </p:cNvSpPr>
          <p:nvPr/>
        </p:nvSpPr>
        <p:spPr>
          <a:xfrm xmlns:a="http://schemas.openxmlformats.org/drawingml/2006/main">
            <a:off x="532209" y="2288630"/>
            <a:ext cx="2539305" cy="223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6" b="0" i="0">
                <a:solidFill>
                  <a:srgbClr val="F5F0E8"/>
                </a:solidFill>
                <a:latin typeface="Arial"/>
                <a:ea typeface="Arial"/>
                <a:cs typeface="Arial"/>
              </a:defRPr>
            </a:defPPr>
          </a:lstStyle>
          <a:p xmlns:a="http://schemas.openxmlformats.org/drawingml/2006/main">
            <a:pPr>
              <a:defRPr sz="1406" b="0" i="0">
                <a:solidFill>
                  <a:srgbClr val="F5F0E8"/>
                </a:solidFill>
                <a:latin typeface="Arial"/>
                <a:ea typeface="Arial"/>
                <a:cs typeface="Arial"/>
              </a:defRPr>
            </a:pPr>
            <a:r>
              <a:rPr sz="1406" b="0" i="0">
                <a:solidFill>
                  <a:srgbClr val="F5F0E8"/>
                </a:solidFill>
                <a:latin typeface="Arial"/>
                <a:ea typeface="Arial"/>
                <a:cs typeface="Arial"/>
              </a:rPr>
              <a:t>Cotización y botón al formulario</a:t>
            </a:r>
          </a:p>
        </p:txBody>
      </p:sp>
      <p:sp>
        <p:nvSpPr>
          <p:cNvPr id="7" name="text-23-5">
            <a:extLst xmlns:a="http://schemas.openxmlformats.org/drawingml/2006/main">
              <a:ext uri="{FF2B5EF4-FFF2-40B4-BE49-F238E27FC236}">
                <a16:creationId xmlns:a16="http://schemas.microsoft.com/office/drawing/2014/main" id="{C4DAF42B-C848-48AC-AEE2-5D3B5BC4C5CE}"/>
              </a:ext>
            </a:extLst>
          </p:cNvPr>
          <p:cNvSpPr>
            <a:spLocks xmlns:a="http://schemas.openxmlformats.org/drawingml/2006/main" noGrp="1"/>
          </p:cNvSpPr>
          <p:nvPr/>
        </p:nvSpPr>
        <p:spPr>
          <a:xfrm xmlns:a="http://schemas.openxmlformats.org/drawingml/2006/main">
            <a:off x="532209" y="2545805"/>
            <a:ext cx="981154" cy="223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6" b="0" i="0">
                <a:solidFill>
                  <a:srgbClr val="F5F0E8"/>
                </a:solidFill>
                <a:latin typeface="Arial"/>
                <a:ea typeface="Arial"/>
                <a:cs typeface="Arial"/>
              </a:defRPr>
            </a:defPPr>
          </a:lstStyle>
          <a:p xmlns:a="http://schemas.openxmlformats.org/drawingml/2006/main">
            <a:pPr>
              <a:defRPr sz="1406" b="0" i="0">
                <a:solidFill>
                  <a:srgbClr val="F5F0E8"/>
                </a:solidFill>
                <a:latin typeface="Arial"/>
                <a:ea typeface="Arial"/>
                <a:cs typeface="Arial"/>
              </a:defRPr>
            </a:pPr>
            <a:r>
              <a:rPr sz="1406" b="0" i="0">
                <a:solidFill>
                  <a:srgbClr val="F5F0E8"/>
                </a:solidFill>
                <a:latin typeface="Arial"/>
                <a:ea typeface="Arial"/>
                <a:cs typeface="Arial"/>
              </a:rPr>
              <a:t>web o Flow.</a:t>
            </a:r>
          </a:p>
        </p:txBody>
      </p:sp>
      <p:sp>
        <p:nvSpPr>
          <p:cNvPr id="8" name="text-23-6">
            <a:extLst xmlns:a="http://schemas.openxmlformats.org/drawingml/2006/main">
              <a:ext uri="{FF2B5EF4-FFF2-40B4-BE49-F238E27FC236}">
                <a16:creationId xmlns:a16="http://schemas.microsoft.com/office/drawing/2014/main" id="{FD67A939-3313-4709-BA14-A8203C9A04DC}"/>
              </a:ext>
            </a:extLst>
          </p:cNvPr>
          <p:cNvSpPr>
            <a:spLocks xmlns:a="http://schemas.openxmlformats.org/drawingml/2006/main" noGrp="1"/>
          </p:cNvSpPr>
          <p:nvPr/>
        </p:nvSpPr>
        <p:spPr>
          <a:xfrm xmlns:a="http://schemas.openxmlformats.org/drawingml/2006/main">
            <a:off x="3375422" y="1971598"/>
            <a:ext cx="1841377"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1" i="0">
                <a:solidFill>
                  <a:srgbClr val="F5F0E8"/>
                </a:solidFill>
                <a:latin typeface="Arial"/>
                <a:ea typeface="Arial"/>
                <a:cs typeface="Arial"/>
              </a:defRPr>
            </a:defPPr>
          </a:lstStyle>
          <a:p xmlns:a="http://schemas.openxmlformats.org/drawingml/2006/main">
            <a:pPr>
              <a:defRPr sz="1181" b="1" i="0">
                <a:solidFill>
                  <a:srgbClr val="F5F0E8"/>
                </a:solidFill>
                <a:latin typeface="Arial"/>
                <a:ea typeface="Arial"/>
                <a:cs typeface="Arial"/>
              </a:defRPr>
            </a:pPr>
            <a:r>
              <a:rPr sz="1181" b="1" i="0">
                <a:solidFill>
                  <a:srgbClr val="F5F0E8"/>
                </a:solidFill>
                <a:latin typeface="Arial"/>
                <a:ea typeface="Arial"/>
                <a:cs typeface="Arial"/>
              </a:rPr>
              <a:t>02 / DATOS AGRUPADOS</a:t>
            </a:r>
          </a:p>
        </p:txBody>
      </p:sp>
      <p:sp>
        <p:nvSpPr>
          <p:cNvPr id="9" name="text-23-7">
            <a:extLst xmlns:a="http://schemas.openxmlformats.org/drawingml/2006/main">
              <a:ext uri="{FF2B5EF4-FFF2-40B4-BE49-F238E27FC236}">
                <a16:creationId xmlns:a16="http://schemas.microsoft.com/office/drawing/2014/main" id="{7403D817-733B-49BA-8072-5CF6139AD7E1}"/>
              </a:ext>
            </a:extLst>
          </p:cNvPr>
          <p:cNvSpPr>
            <a:spLocks xmlns:a="http://schemas.openxmlformats.org/drawingml/2006/main" noGrp="1"/>
          </p:cNvSpPr>
          <p:nvPr/>
        </p:nvSpPr>
        <p:spPr>
          <a:xfrm xmlns:a="http://schemas.openxmlformats.org/drawingml/2006/main">
            <a:off x="3375422" y="2288630"/>
            <a:ext cx="1586867" cy="223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6" b="0" i="0">
                <a:solidFill>
                  <a:srgbClr val="F5F0E8"/>
                </a:solidFill>
                <a:latin typeface="Arial"/>
                <a:ea typeface="Arial"/>
                <a:cs typeface="Arial"/>
              </a:defRPr>
            </a:defPPr>
          </a:lstStyle>
          <a:p xmlns:a="http://schemas.openxmlformats.org/drawingml/2006/main">
            <a:pPr>
              <a:defRPr sz="1406" b="0" i="0">
                <a:solidFill>
                  <a:srgbClr val="F5F0E8"/>
                </a:solidFill>
                <a:latin typeface="Arial"/>
                <a:ea typeface="Arial"/>
                <a:cs typeface="Arial"/>
              </a:defRPr>
            </a:pPr>
            <a:r>
              <a:rPr sz="1406" b="0" i="0">
                <a:solidFill>
                  <a:srgbClr val="F5F0E8"/>
                </a:solidFill>
                <a:latin typeface="Arial"/>
                <a:ea typeface="Arial"/>
                <a:cs typeface="Arial"/>
              </a:rPr>
              <a:t>Identidad, destino y</a:t>
            </a:r>
          </a:p>
        </p:txBody>
      </p:sp>
      <p:sp>
        <p:nvSpPr>
          <p:cNvPr id="10" name="text-23-8">
            <a:extLst xmlns:a="http://schemas.openxmlformats.org/drawingml/2006/main">
              <a:ext uri="{FF2B5EF4-FFF2-40B4-BE49-F238E27FC236}">
                <a16:creationId xmlns:a16="http://schemas.microsoft.com/office/drawing/2014/main" id="{6FBFED3A-59D9-4672-8E09-08F10A8203E0}"/>
              </a:ext>
            </a:extLst>
          </p:cNvPr>
          <p:cNvSpPr>
            <a:spLocks xmlns:a="http://schemas.openxmlformats.org/drawingml/2006/main" noGrp="1"/>
          </p:cNvSpPr>
          <p:nvPr/>
        </p:nvSpPr>
        <p:spPr>
          <a:xfrm xmlns:a="http://schemas.openxmlformats.org/drawingml/2006/main">
            <a:off x="3375422" y="2545805"/>
            <a:ext cx="2410363" cy="223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6" b="0" i="0">
                <a:solidFill>
                  <a:srgbClr val="F5F0E8"/>
                </a:solidFill>
                <a:latin typeface="Arial"/>
                <a:ea typeface="Arial"/>
                <a:cs typeface="Arial"/>
              </a:defRPr>
            </a:defPPr>
          </a:lstStyle>
          <a:p xmlns:a="http://schemas.openxmlformats.org/drawingml/2006/main">
            <a:pPr>
              <a:defRPr sz="1406" b="0" i="0">
                <a:solidFill>
                  <a:srgbClr val="F5F0E8"/>
                </a:solidFill>
                <a:latin typeface="Arial"/>
                <a:ea typeface="Arial"/>
                <a:cs typeface="Arial"/>
              </a:defRPr>
            </a:pPr>
            <a:r>
              <a:rPr sz="1406" b="0" i="0">
                <a:solidFill>
                  <a:srgbClr val="F5F0E8"/>
                </a:solidFill>
                <a:latin typeface="Arial"/>
                <a:ea typeface="Arial"/>
                <a:cs typeface="Arial"/>
              </a:rPr>
              <a:t>comprobante en el formulario.</a:t>
            </a:r>
          </a:p>
        </p:txBody>
      </p:sp>
      <p:sp>
        <p:nvSpPr>
          <p:cNvPr id="11" name="text-23-9">
            <a:extLst xmlns:a="http://schemas.openxmlformats.org/drawingml/2006/main">
              <a:ext uri="{FF2B5EF4-FFF2-40B4-BE49-F238E27FC236}">
                <a16:creationId xmlns:a16="http://schemas.microsoft.com/office/drawing/2014/main" id="{3D19FC19-DB9B-4063-8E94-7EEAE7D2EC37}"/>
              </a:ext>
            </a:extLst>
          </p:cNvPr>
          <p:cNvSpPr>
            <a:spLocks xmlns:a="http://schemas.openxmlformats.org/drawingml/2006/main" noGrp="1"/>
          </p:cNvSpPr>
          <p:nvPr/>
        </p:nvSpPr>
        <p:spPr>
          <a:xfrm xmlns:a="http://schemas.openxmlformats.org/drawingml/2006/main">
            <a:off x="6218634" y="1971598"/>
            <a:ext cx="1874509" cy="187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81" b="1" i="0">
                <a:solidFill>
                  <a:srgbClr val="F5F0E8"/>
                </a:solidFill>
                <a:latin typeface="Arial"/>
                <a:ea typeface="Arial"/>
                <a:cs typeface="Arial"/>
              </a:defRPr>
            </a:defPPr>
          </a:lstStyle>
          <a:p xmlns:a="http://schemas.openxmlformats.org/drawingml/2006/main">
            <a:pPr>
              <a:defRPr sz="1181" b="1" i="0">
                <a:solidFill>
                  <a:srgbClr val="F5F0E8"/>
                </a:solidFill>
                <a:latin typeface="Arial"/>
                <a:ea typeface="Arial"/>
                <a:cs typeface="Arial"/>
              </a:defRPr>
            </a:pPr>
            <a:r>
              <a:rPr sz="1181" b="1" i="0">
                <a:solidFill>
                  <a:srgbClr val="F5F0E8"/>
                </a:solidFill>
                <a:latin typeface="Arial"/>
                <a:ea typeface="Arial"/>
                <a:cs typeface="Arial"/>
              </a:rPr>
              <a:t>03 / UNA CONFIRMACIÓN</a:t>
            </a:r>
          </a:p>
        </p:txBody>
      </p:sp>
      <p:sp>
        <p:nvSpPr>
          <p:cNvPr id="12" name="text-23-10">
            <a:extLst xmlns:a="http://schemas.openxmlformats.org/drawingml/2006/main">
              <a:ext uri="{FF2B5EF4-FFF2-40B4-BE49-F238E27FC236}">
                <a16:creationId xmlns:a16="http://schemas.microsoft.com/office/drawing/2014/main" id="{3C938B4B-DFC2-48CC-8E48-47B7F5C722D8}"/>
              </a:ext>
            </a:extLst>
          </p:cNvPr>
          <p:cNvSpPr>
            <a:spLocks xmlns:a="http://schemas.openxmlformats.org/drawingml/2006/main" noGrp="1"/>
          </p:cNvSpPr>
          <p:nvPr/>
        </p:nvSpPr>
        <p:spPr>
          <a:xfrm xmlns:a="http://schemas.openxmlformats.org/drawingml/2006/main">
            <a:off x="6218634" y="2288630"/>
            <a:ext cx="2072997" cy="223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6" b="0" i="0">
                <a:solidFill>
                  <a:srgbClr val="F5F0E8"/>
                </a:solidFill>
                <a:latin typeface="Arial"/>
                <a:ea typeface="Arial"/>
                <a:cs typeface="Arial"/>
              </a:defRPr>
            </a:defPPr>
          </a:lstStyle>
          <a:p xmlns:a="http://schemas.openxmlformats.org/drawingml/2006/main">
            <a:pPr>
              <a:defRPr sz="1406" b="0" i="0">
                <a:solidFill>
                  <a:srgbClr val="F5F0E8"/>
                </a:solidFill>
                <a:latin typeface="Arial"/>
                <a:ea typeface="Arial"/>
                <a:cs typeface="Arial"/>
              </a:defRPr>
            </a:pPr>
            <a:r>
              <a:rPr sz="1406" b="0" i="0">
                <a:solidFill>
                  <a:srgbClr val="F5F0E8"/>
                </a:solidFill>
                <a:latin typeface="Arial"/>
                <a:ea typeface="Arial"/>
                <a:cs typeface="Arial"/>
              </a:rPr>
              <a:t>Resultado y comprobante</a:t>
            </a:r>
          </a:p>
        </p:txBody>
      </p:sp>
      <p:sp>
        <p:nvSpPr>
          <p:cNvPr id="13" name="text-23-11">
            <a:extLst xmlns:a="http://schemas.openxmlformats.org/drawingml/2006/main">
              <a:ext uri="{FF2B5EF4-FFF2-40B4-BE49-F238E27FC236}">
                <a16:creationId xmlns:a16="http://schemas.microsoft.com/office/drawing/2014/main" id="{8D272F10-DFFF-4BA9-A4E8-EBB5B96FB19B}"/>
              </a:ext>
            </a:extLst>
          </p:cNvPr>
          <p:cNvSpPr>
            <a:spLocks xmlns:a="http://schemas.openxmlformats.org/drawingml/2006/main" noGrp="1"/>
          </p:cNvSpPr>
          <p:nvPr/>
        </p:nvSpPr>
        <p:spPr>
          <a:xfrm xmlns:a="http://schemas.openxmlformats.org/drawingml/2006/main">
            <a:off x="6218634" y="2545805"/>
            <a:ext cx="2288359" cy="223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6" b="0" i="0">
                <a:solidFill>
                  <a:srgbClr val="F5F0E8"/>
                </a:solidFill>
                <a:latin typeface="Arial"/>
                <a:ea typeface="Arial"/>
                <a:cs typeface="Arial"/>
              </a:defRPr>
            </a:defPPr>
          </a:lstStyle>
          <a:p xmlns:a="http://schemas.openxmlformats.org/drawingml/2006/main">
            <a:pPr>
              <a:defRPr sz="1406" b="0" i="0">
                <a:solidFill>
                  <a:srgbClr val="F5F0E8"/>
                </a:solidFill>
                <a:latin typeface="Arial"/>
                <a:ea typeface="Arial"/>
                <a:cs typeface="Arial"/>
              </a:defRPr>
            </a:pPr>
            <a:r>
              <a:rPr sz="1406" b="0" i="0">
                <a:solidFill>
                  <a:srgbClr val="F5F0E8"/>
                </a:solidFill>
                <a:latin typeface="Arial"/>
                <a:ea typeface="Arial"/>
                <a:cs typeface="Arial"/>
              </a:rPr>
              <a:t>juntos. Ayuda si se necesita.</a:t>
            </a:r>
          </a:p>
        </p:txBody>
      </p:sp>
      <p:sp>
        <p:nvSpPr>
          <p:cNvPr id="14" name="text-23-12">
            <a:extLst xmlns:a="http://schemas.openxmlformats.org/drawingml/2006/main">
              <a:ext uri="{FF2B5EF4-FFF2-40B4-BE49-F238E27FC236}">
                <a16:creationId xmlns:a16="http://schemas.microsoft.com/office/drawing/2014/main" id="{0AD72B5D-BCA6-4B89-8430-8BAE0D0C74F2}"/>
              </a:ext>
            </a:extLst>
          </p:cNvPr>
          <p:cNvSpPr>
            <a:spLocks xmlns:a="http://schemas.openxmlformats.org/drawingml/2006/main" noGrp="1"/>
          </p:cNvSpPr>
          <p:nvPr/>
        </p:nvSpPr>
        <p:spPr>
          <a:xfrm xmlns:a="http://schemas.openxmlformats.org/drawingml/2006/main">
            <a:off x="532209" y="3103199"/>
            <a:ext cx="1261975" cy="6161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81" b="0" i="0">
                <a:solidFill>
                  <a:srgbClr val="F5F0E8"/>
                </a:solidFill>
                <a:latin typeface="Impact"/>
                <a:ea typeface="Impact"/>
                <a:cs typeface="Impact"/>
              </a:defRPr>
            </a:defPPr>
          </a:lstStyle>
          <a:p xmlns:a="http://schemas.openxmlformats.org/drawingml/2006/main">
            <a:pPr>
              <a:defRPr sz="3881" b="0" i="0">
                <a:solidFill>
                  <a:srgbClr val="F5F0E8"/>
                </a:solidFill>
                <a:latin typeface="Impact"/>
                <a:ea typeface="Impact"/>
                <a:cs typeface="Impact"/>
              </a:defRPr>
            </a:pPr>
            <a:r>
              <a:rPr sz="3881" b="0" i="0">
                <a:solidFill>
                  <a:srgbClr val="F5F0E8"/>
                </a:solidFill>
                <a:latin typeface="Impact"/>
                <a:ea typeface="Impact"/>
                <a:cs typeface="Impact"/>
              </a:rPr>
              <a:t>6 a 2,2</a:t>
            </a:r>
          </a:p>
        </p:txBody>
      </p:sp>
      <p:sp>
        <p:nvSpPr>
          <p:cNvPr id="15" name="text-23-13">
            <a:extLst xmlns:a="http://schemas.openxmlformats.org/drawingml/2006/main">
              <a:ext uri="{FF2B5EF4-FFF2-40B4-BE49-F238E27FC236}">
                <a16:creationId xmlns:a16="http://schemas.microsoft.com/office/drawing/2014/main" id="{F9303805-A094-4377-8B52-998C65F5F036}"/>
              </a:ext>
            </a:extLst>
          </p:cNvPr>
          <p:cNvSpPr>
            <a:spLocks xmlns:a="http://schemas.openxmlformats.org/drawingml/2006/main" noGrp="1"/>
          </p:cNvSpPr>
          <p:nvPr/>
        </p:nvSpPr>
        <p:spPr>
          <a:xfrm xmlns:a="http://schemas.openxmlformats.org/drawingml/2006/main">
            <a:off x="532209" y="3701062"/>
            <a:ext cx="2597491" cy="1964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38" b="0" i="0">
                <a:solidFill>
                  <a:srgbClr val="F5F0E8"/>
                </a:solidFill>
                <a:latin typeface="Arial"/>
                <a:ea typeface="Arial"/>
                <a:cs typeface="Arial"/>
              </a:defRPr>
            </a:defPPr>
          </a:lstStyle>
          <a:p xmlns:a="http://schemas.openxmlformats.org/drawingml/2006/main">
            <a:pPr>
              <a:defRPr sz="1238" b="0" i="0">
                <a:solidFill>
                  <a:srgbClr val="F5F0E8"/>
                </a:solidFill>
                <a:latin typeface="Arial"/>
                <a:ea typeface="Arial"/>
                <a:cs typeface="Arial"/>
              </a:defRPr>
            </a:pPr>
            <a:r>
              <a:rPr sz="1238" b="0" i="0">
                <a:solidFill>
                  <a:srgbClr val="F5F0E8"/>
                </a:solidFill>
                <a:latin typeface="Arial"/>
                <a:ea typeface="Arial"/>
                <a:cs typeface="Arial"/>
              </a:rPr>
              <a:t>mensajes medios por chat, supuesto</a:t>
            </a:r>
          </a:p>
        </p:txBody>
      </p:sp>
      <p:sp>
        <p:nvSpPr>
          <p:cNvPr id="16" name="text-23-14">
            <a:extLst xmlns:a="http://schemas.openxmlformats.org/drawingml/2006/main">
              <a:ext uri="{FF2B5EF4-FFF2-40B4-BE49-F238E27FC236}">
                <a16:creationId xmlns:a16="http://schemas.microsoft.com/office/drawing/2014/main" id="{E606DF75-3E40-4171-87E3-419F2C33F2C9}"/>
              </a:ext>
            </a:extLst>
          </p:cNvPr>
          <p:cNvSpPr>
            <a:spLocks xmlns:a="http://schemas.openxmlformats.org/drawingml/2006/main" noGrp="1"/>
          </p:cNvSpPr>
          <p:nvPr/>
        </p:nvSpPr>
        <p:spPr>
          <a:xfrm xmlns:a="http://schemas.openxmlformats.org/drawingml/2006/main">
            <a:off x="4839891" y="3103199"/>
            <a:ext cx="1148183" cy="6161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81" b="0" i="0">
                <a:solidFill>
                  <a:srgbClr val="F5F0E8"/>
                </a:solidFill>
                <a:latin typeface="Impact"/>
                <a:ea typeface="Impact"/>
                <a:cs typeface="Impact"/>
              </a:defRPr>
            </a:defPPr>
          </a:lstStyle>
          <a:p xmlns:a="http://schemas.openxmlformats.org/drawingml/2006/main">
            <a:pPr>
              <a:defRPr sz="3881" b="0" i="0">
                <a:solidFill>
                  <a:srgbClr val="F5F0E8"/>
                </a:solidFill>
                <a:latin typeface="Impact"/>
                <a:ea typeface="Impact"/>
                <a:cs typeface="Impact"/>
              </a:defRPr>
            </a:pPr>
            <a:r>
              <a:rPr sz="3881" b="0" i="0">
                <a:solidFill>
                  <a:srgbClr val="F5F0E8"/>
                </a:solidFill>
                <a:latin typeface="Impact"/>
                <a:ea typeface="Impact"/>
                <a:cs typeface="Impact"/>
              </a:rPr>
              <a:t>≈60%</a:t>
            </a:r>
          </a:p>
        </p:txBody>
      </p:sp>
      <p:sp>
        <p:nvSpPr>
          <p:cNvPr id="17" name="text-23-15">
            <a:extLst xmlns:a="http://schemas.openxmlformats.org/drawingml/2006/main">
              <a:ext uri="{FF2B5EF4-FFF2-40B4-BE49-F238E27FC236}">
                <a16:creationId xmlns:a16="http://schemas.microsoft.com/office/drawing/2014/main" id="{E0DE3C90-EFBC-45B1-A3BF-3C159E70F05C}"/>
              </a:ext>
            </a:extLst>
          </p:cNvPr>
          <p:cNvSpPr>
            <a:spLocks xmlns:a="http://schemas.openxmlformats.org/drawingml/2006/main" noGrp="1"/>
          </p:cNvSpPr>
          <p:nvPr/>
        </p:nvSpPr>
        <p:spPr>
          <a:xfrm xmlns:a="http://schemas.openxmlformats.org/drawingml/2006/main">
            <a:off x="4839891" y="3701062"/>
            <a:ext cx="2763928" cy="1964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38" b="0" i="0">
                <a:solidFill>
                  <a:srgbClr val="F5F0E8"/>
                </a:solidFill>
                <a:latin typeface="Arial"/>
                <a:ea typeface="Arial"/>
                <a:cs typeface="Arial"/>
              </a:defRPr>
            </a:defPPr>
          </a:lstStyle>
          <a:p xmlns:a="http://schemas.openxmlformats.org/drawingml/2006/main">
            <a:pPr>
              <a:defRPr sz="1238" b="0" i="0">
                <a:solidFill>
                  <a:srgbClr val="F5F0E8"/>
                </a:solidFill>
                <a:latin typeface="Arial"/>
                <a:ea typeface="Arial"/>
                <a:cs typeface="Arial"/>
              </a:defRPr>
            </a:pPr>
            <a:r>
              <a:rPr sz="1238" b="0" i="0">
                <a:solidFill>
                  <a:srgbClr val="F5F0E8"/>
                </a:solidFill>
                <a:latin typeface="Arial"/>
                <a:ea typeface="Arial"/>
                <a:cs typeface="Arial"/>
              </a:rPr>
              <a:t>menos presupuesto: S/3.500 a S/1.400</a:t>
            </a:r>
          </a:p>
        </p:txBody>
      </p:sp>
      <p:sp>
        <p:nvSpPr>
          <p:cNvPr id="18" name="text-23-16">
            <a:extLst xmlns:a="http://schemas.openxmlformats.org/drawingml/2006/main">
              <a:ext uri="{FF2B5EF4-FFF2-40B4-BE49-F238E27FC236}">
                <a16:creationId xmlns:a16="http://schemas.microsoft.com/office/drawing/2014/main" id="{00F23EF1-CB20-44CF-A65C-71ACE4C1DFC1}"/>
              </a:ext>
            </a:extLst>
          </p:cNvPr>
          <p:cNvSpPr>
            <a:spLocks xmlns:a="http://schemas.openxmlformats.org/drawingml/2006/main" noGrp="1"/>
          </p:cNvSpPr>
          <p:nvPr/>
        </p:nvSpPr>
        <p:spPr>
          <a:xfrm xmlns:a="http://schemas.openxmlformats.org/drawingml/2006/main">
            <a:off x="532209" y="4026968"/>
            <a:ext cx="1431708" cy="1607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13" b="0" i="0">
                <a:solidFill>
                  <a:srgbClr val="F5F0E8"/>
                </a:solidFill>
                <a:latin typeface="Arial"/>
                <a:ea typeface="Arial"/>
                <a:cs typeface="Arial"/>
              </a:defRPr>
            </a:defPPr>
          </a:lstStyle>
          <a:p xmlns:a="http://schemas.openxmlformats.org/drawingml/2006/main">
            <a:pPr>
              <a:defRPr sz="1013" b="0" i="0">
                <a:solidFill>
                  <a:srgbClr val="F5F0E8"/>
                </a:solidFill>
                <a:latin typeface="Arial"/>
                <a:ea typeface="Arial"/>
                <a:cs typeface="Arial"/>
              </a:defRPr>
            </a:pPr>
            <a:r>
              <a:rPr sz="1013" b="0" i="0">
                <a:solidFill>
                  <a:srgbClr val="F5F0E8"/>
                </a:solidFill>
                <a:latin typeface="Arial"/>
                <a:ea typeface="Arial"/>
                <a:cs typeface="Arial"/>
              </a:rPr>
              <a:t>Volver al costo-beneficio</a:t>
            </a:r>
          </a:p>
        </p:txBody>
      </p:sp>
      <p:sp>
        <p:nvSpPr>
          <p:cNvPr id="19" name="text-23-17">
            <a:extLst xmlns:a="http://schemas.openxmlformats.org/drawingml/2006/main">
              <a:ext uri="{FF2B5EF4-FFF2-40B4-BE49-F238E27FC236}">
                <a16:creationId xmlns:a16="http://schemas.microsoft.com/office/drawing/2014/main" id="{AA043EB6-67DE-42FC-AA68-4B30AD7DE06E}"/>
              </a:ext>
            </a:extLst>
          </p:cNvPr>
          <p:cNvSpPr>
            <a:spLocks xmlns:a="http://schemas.openxmlformats.org/drawingml/2006/main" noGrp="1"/>
          </p:cNvSpPr>
          <p:nvPr/>
        </p:nvSpPr>
        <p:spPr>
          <a:xfrm xmlns:a="http://schemas.openxmlformats.org/drawingml/2006/main">
            <a:off x="532209" y="4502902"/>
            <a:ext cx="7823174" cy="125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88" b="0" i="0">
                <a:solidFill>
                  <a:srgbClr val="F5F0E8"/>
                </a:solidFill>
                <a:latin typeface="Arial"/>
                <a:ea typeface="Arial"/>
                <a:cs typeface="Arial"/>
              </a:defRPr>
            </a:defPPr>
          </a:lstStyle>
          <a:p xmlns:a="http://schemas.openxmlformats.org/drawingml/2006/main">
            <a:pPr>
              <a:defRPr sz="788" b="0" i="0">
                <a:solidFill>
                  <a:srgbClr val="F5F0E8"/>
                </a:solidFill>
                <a:latin typeface="Arial"/>
                <a:ea typeface="Arial"/>
                <a:cs typeface="Arial"/>
              </a:defRPr>
            </a:pPr>
            <a:r>
              <a:rPr sz="788" b="0" i="0">
                <a:solidFill>
                  <a:srgbClr val="F5F0E8"/>
                </a:solidFill>
                <a:latin typeface="Arial"/>
                <a:ea typeface="Arial"/>
                <a:cs typeface="Arial"/>
              </a:rPr>
              <a:t>Objetivo aún no implementado. Incluye soporte: 10% × 2 mensajes adicionales. Flow sujeto a Meta; plantilla no implica gratuidad. Preguntas y seguimientos extra elevan costo.</a:t>
            </a:r>
          </a:p>
        </p:txBody>
      </p:sp>
      <p:sp>
        <p:nvSpPr>
          <p:cNvPr id="20" name="text-23-18">
            <a:extLst xmlns:a="http://schemas.openxmlformats.org/drawingml/2006/main">
              <a:ext uri="{FF2B5EF4-FFF2-40B4-BE49-F238E27FC236}">
                <a16:creationId xmlns:a16="http://schemas.microsoft.com/office/drawing/2014/main" id="{95C1AFA2-A91E-4D37-9971-EEB6E4A4291F}"/>
              </a:ext>
            </a:extLst>
          </p:cNvPr>
          <p:cNvSpPr>
            <a:spLocks xmlns:a="http://schemas.openxmlformats.org/drawingml/2006/main" noGrp="1"/>
          </p:cNvSpPr>
          <p:nvPr/>
        </p:nvSpPr>
        <p:spPr>
          <a:xfrm xmlns:a="http://schemas.openxmlformats.org/drawingml/2006/main">
            <a:off x="532209" y="4923697"/>
            <a:ext cx="1120674"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ANEXOS / OMNI by 5.5</a:t>
            </a:r>
          </a:p>
        </p:txBody>
      </p:sp>
      <p:sp>
        <p:nvSpPr>
          <p:cNvPr id="21" name="text-23-19">
            <a:extLst xmlns:a="http://schemas.openxmlformats.org/drawingml/2006/main">
              <a:ext uri="{FF2B5EF4-FFF2-40B4-BE49-F238E27FC236}">
                <a16:creationId xmlns:a16="http://schemas.microsoft.com/office/drawing/2014/main" id="{F397B0AC-E0E0-4CAD-9343-4FA35479F682}"/>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23 / 5.5</a:t>
            </a:r>
          </a:p>
        </p:txBody>
      </p:sp>
    </p:spTree>
    <p:extLst>
      <p:ext uri="{BB962C8B-B14F-4D97-AF65-F5344CB8AC3E}">
        <p14:creationId xmlns:p14="http://schemas.microsoft.com/office/powerpoint/2010/main" val="107779092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3BCCEEC1-9BBD-4E69-80B3-7FB0B341C0FC}"/>
              </a:ext>
            </a:extLst>
          </p:cNvPr>
          <p:cNvPicPr>
            <a:picLocks xmlns:a="http://schemas.openxmlformats.org/drawingml/2006/main" noChangeAspect="1"/>
          </p:cNvPicPr>
          <p:nvPr/>
        </p:nvPicPr>
        <p:blipFill>
          <a:blip xmlns:r="http://schemas.openxmlformats.org/officeDocument/2006/relationships" xmlns:a="http://schemas.openxmlformats.org/drawingml/2006/main" r:embed="R97b9765b4b4f456c"/>
          <a:stretch xmlns:a="http://schemas.openxmlformats.org/drawingml/2006/main"/>
        </p:blipFill>
        <p:spPr>
          <a:xfrm xmlns:a="http://schemas.openxmlformats.org/drawingml/2006/main">
            <a:off x="0" y="0"/>
            <a:ext cx="9324594" cy="5248656"/>
          </a:xfrm>
          <a:prstGeom xmlns:a="http://schemas.openxmlformats.org/drawingml/2006/main" prst="rect">
            <a:avLst/>
          </a:prstGeom>
        </p:spPr>
      </p:pic>
      <p:sp>
        <p:nvSpPr>
          <p:cNvPr id="2" name="text-24-0">
            <a:extLst xmlns:a="http://schemas.openxmlformats.org/drawingml/2006/main">
              <a:ext uri="{FF2B5EF4-FFF2-40B4-BE49-F238E27FC236}">
                <a16:creationId xmlns:a16="http://schemas.microsoft.com/office/drawing/2014/main" id="{1BC42207-272D-4E73-8296-317FB2D59F4D}"/>
              </a:ext>
            </a:extLst>
          </p:cNvPr>
          <p:cNvSpPr>
            <a:spLocks xmlns:a="http://schemas.openxmlformats.org/drawingml/2006/main" noGrp="1"/>
          </p:cNvSpPr>
          <p:nvPr/>
        </p:nvSpPr>
        <p:spPr>
          <a:xfrm xmlns:a="http://schemas.openxmlformats.org/drawingml/2006/main">
            <a:off x="532209" y="382979"/>
            <a:ext cx="2103157"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5F0E8"/>
                </a:solidFill>
                <a:latin typeface="Arial"/>
                <a:ea typeface="Arial"/>
                <a:cs typeface="Arial"/>
              </a:defRPr>
            </a:defPPr>
          </a:lstStyle>
          <a:p xmlns:a="http://schemas.openxmlformats.org/drawingml/2006/main">
            <a:pPr>
              <a:defRPr sz="956" b="1" i="0">
                <a:solidFill>
                  <a:srgbClr val="F5F0E8"/>
                </a:solidFill>
                <a:latin typeface="Arial"/>
                <a:ea typeface="Arial"/>
                <a:cs typeface="Arial"/>
              </a:defRPr>
            </a:pPr>
            <a:r>
              <a:rPr sz="956" b="1" i="0">
                <a:solidFill>
                  <a:srgbClr val="F5F0E8"/>
                </a:solidFill>
                <a:latin typeface="Arial"/>
                <a:ea typeface="Arial"/>
                <a:cs typeface="Arial"/>
              </a:rPr>
              <a:t>ANEXO G / IA RESPONSABLE</a:t>
            </a:r>
          </a:p>
        </p:txBody>
      </p:sp>
      <p:sp>
        <p:nvSpPr>
          <p:cNvPr id="3" name="text-24-1">
            <a:extLst xmlns:a="http://schemas.openxmlformats.org/drawingml/2006/main">
              <a:ext uri="{FF2B5EF4-FFF2-40B4-BE49-F238E27FC236}">
                <a16:creationId xmlns:a16="http://schemas.microsoft.com/office/drawing/2014/main" id="{6712C51D-C68E-4606-BBD2-54C1E65AFA53}"/>
              </a:ext>
            </a:extLst>
          </p:cNvPr>
          <p:cNvSpPr>
            <a:spLocks xmlns:a="http://schemas.openxmlformats.org/drawingml/2006/main" noGrp="1"/>
          </p:cNvSpPr>
          <p:nvPr/>
        </p:nvSpPr>
        <p:spPr>
          <a:xfrm xmlns:a="http://schemas.openxmlformats.org/drawingml/2006/main">
            <a:off x="532209" y="674261"/>
            <a:ext cx="3002139" cy="625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38" b="0" i="0">
                <a:solidFill>
                  <a:srgbClr val="F5F0E8"/>
                </a:solidFill>
                <a:latin typeface="Impact"/>
                <a:ea typeface="Impact"/>
                <a:cs typeface="Impact"/>
              </a:defRPr>
            </a:defPPr>
          </a:lstStyle>
          <a:p xmlns:a="http://schemas.openxmlformats.org/drawingml/2006/main">
            <a:pPr>
              <a:defRPr sz="3938" b="0" i="0">
                <a:solidFill>
                  <a:srgbClr val="F5F0E8"/>
                </a:solidFill>
                <a:latin typeface="Impact"/>
                <a:ea typeface="Impact"/>
                <a:cs typeface="Impact"/>
              </a:defRPr>
            </a:pPr>
            <a:r>
              <a:rPr sz="3938" b="0" i="0">
                <a:solidFill>
                  <a:srgbClr val="F5F0E8"/>
                </a:solidFill>
                <a:latin typeface="Impact"/>
                <a:ea typeface="Impact"/>
                <a:cs typeface="Impact"/>
              </a:rPr>
              <a:t>IA IDENTIFICADA</a:t>
            </a:r>
          </a:p>
        </p:txBody>
      </p:sp>
      <p:sp>
        <p:nvSpPr>
          <p:cNvPr id="4" name="text-24-2">
            <a:extLst xmlns:a="http://schemas.openxmlformats.org/drawingml/2006/main">
              <a:ext uri="{FF2B5EF4-FFF2-40B4-BE49-F238E27FC236}">
                <a16:creationId xmlns:a16="http://schemas.microsoft.com/office/drawing/2014/main" id="{C2E80CE8-054C-4D88-933B-0A1750211FC0}"/>
              </a:ext>
            </a:extLst>
          </p:cNvPr>
          <p:cNvSpPr>
            <a:spLocks xmlns:a="http://schemas.openxmlformats.org/drawingml/2006/main" noGrp="1"/>
          </p:cNvSpPr>
          <p:nvPr/>
        </p:nvSpPr>
        <p:spPr>
          <a:xfrm xmlns:a="http://schemas.openxmlformats.org/drawingml/2006/main">
            <a:off x="532209" y="1181467"/>
            <a:ext cx="4451993" cy="625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38" b="0" i="0">
                <a:solidFill>
                  <a:srgbClr val="F5F0E8"/>
                </a:solidFill>
                <a:latin typeface="Impact"/>
                <a:ea typeface="Impact"/>
                <a:cs typeface="Impact"/>
              </a:defRPr>
            </a:defPPr>
          </a:lstStyle>
          <a:p xmlns:a="http://schemas.openxmlformats.org/drawingml/2006/main">
            <a:pPr>
              <a:defRPr sz="3938" b="0" i="0">
                <a:solidFill>
                  <a:srgbClr val="F5F0E8"/>
                </a:solidFill>
                <a:latin typeface="Impact"/>
                <a:ea typeface="Impact"/>
                <a:cs typeface="Impact"/>
              </a:defRPr>
            </a:pPr>
            <a:r>
              <a:rPr sz="3938" b="0" i="0">
                <a:solidFill>
                  <a:srgbClr val="F5F0E8"/>
                </a:solidFill>
                <a:latin typeface="Impact"/>
                <a:ea typeface="Impact"/>
                <a:cs typeface="Impact"/>
              </a:rPr>
              <a:t>OPERACIÓN CON REGLAS</a:t>
            </a:r>
          </a:p>
        </p:txBody>
      </p:sp>
      <p:sp>
        <p:nvSpPr>
          <p:cNvPr id="5" name="text-24-3">
            <a:extLst xmlns:a="http://schemas.openxmlformats.org/drawingml/2006/main">
              <a:ext uri="{FF2B5EF4-FFF2-40B4-BE49-F238E27FC236}">
                <a16:creationId xmlns:a16="http://schemas.microsoft.com/office/drawing/2014/main" id="{69EBF39C-7EA0-44CF-98B5-2875F7AA2B5E}"/>
              </a:ext>
            </a:extLst>
          </p:cNvPr>
          <p:cNvSpPr>
            <a:spLocks xmlns:a="http://schemas.openxmlformats.org/drawingml/2006/main" noGrp="1"/>
          </p:cNvSpPr>
          <p:nvPr/>
        </p:nvSpPr>
        <p:spPr>
          <a:xfrm xmlns:a="http://schemas.openxmlformats.org/drawingml/2006/main">
            <a:off x="739378" y="2040329"/>
            <a:ext cx="1875767" cy="15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56" b="1" i="0">
                <a:solidFill>
                  <a:srgbClr val="FF4053"/>
                </a:solidFill>
                <a:latin typeface="Arial"/>
                <a:ea typeface="Arial"/>
                <a:cs typeface="Arial"/>
              </a:defRPr>
            </a:defPPr>
          </a:lstStyle>
          <a:p xmlns:a="http://schemas.openxmlformats.org/drawingml/2006/main">
            <a:pPr>
              <a:defRPr sz="956" b="1" i="0">
                <a:solidFill>
                  <a:srgbClr val="FF4053"/>
                </a:solidFill>
                <a:latin typeface="Arial"/>
                <a:ea typeface="Arial"/>
                <a:cs typeface="Arial"/>
              </a:defRPr>
            </a:pPr>
            <a:r>
              <a:rPr sz="956" b="1" i="0">
                <a:solidFill>
                  <a:srgbClr val="FF4053"/>
                </a:solidFill>
                <a:latin typeface="Arial"/>
                <a:ea typeface="Arial"/>
                <a:cs typeface="Arial"/>
              </a:rPr>
              <a:t>AVISO PROPUESTO AL INICIAR</a:t>
            </a:r>
          </a:p>
        </p:txBody>
      </p:sp>
      <p:sp>
        <p:nvSpPr>
          <p:cNvPr id="6" name="text-24-4">
            <a:extLst xmlns:a="http://schemas.openxmlformats.org/drawingml/2006/main">
              <a:ext uri="{FF2B5EF4-FFF2-40B4-BE49-F238E27FC236}">
                <a16:creationId xmlns:a16="http://schemas.microsoft.com/office/drawing/2014/main" id="{BE476DF3-0F04-48D6-939D-ECA121B46B92}"/>
              </a:ext>
            </a:extLst>
          </p:cNvPr>
          <p:cNvSpPr>
            <a:spLocks xmlns:a="http://schemas.openxmlformats.org/drawingml/2006/main" noGrp="1"/>
          </p:cNvSpPr>
          <p:nvPr/>
        </p:nvSpPr>
        <p:spPr>
          <a:xfrm xmlns:a="http://schemas.openxmlformats.org/drawingml/2006/main">
            <a:off x="739378" y="2254265"/>
            <a:ext cx="6985347" cy="2411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19" b="0" i="0">
                <a:solidFill>
                  <a:srgbClr val="F5F0E8"/>
                </a:solidFill>
                <a:latin typeface="Arial"/>
                <a:ea typeface="Arial"/>
                <a:cs typeface="Arial"/>
              </a:defRPr>
            </a:defPPr>
          </a:lstStyle>
          <a:p xmlns:a="http://schemas.openxmlformats.org/drawingml/2006/main">
            <a:pPr>
              <a:defRPr sz="1519" b="0" i="0">
                <a:solidFill>
                  <a:srgbClr val="F5F0E8"/>
                </a:solidFill>
                <a:latin typeface="Arial"/>
                <a:ea typeface="Arial"/>
                <a:cs typeface="Arial"/>
              </a:defRPr>
            </a:pPr>
            <a:r>
              <a:rPr sz="1519" b="0" i="0">
                <a:solidFill>
                  <a:srgbClr val="F5F0E8"/>
                </a:solidFill>
                <a:latin typeface="Arial"/>
                <a:ea typeface="Arial"/>
                <a:cs typeface="Arial"/>
              </a:rPr>
              <a:t>«Soy el asistente virtual de Brasper y utilizo IA para orientarte. El equipo valida tu</a:t>
            </a:r>
          </a:p>
        </p:txBody>
      </p:sp>
      <p:sp>
        <p:nvSpPr>
          <p:cNvPr id="7" name="text-24-5">
            <a:extLst xmlns:a="http://schemas.openxmlformats.org/drawingml/2006/main">
              <a:ext uri="{FF2B5EF4-FFF2-40B4-BE49-F238E27FC236}">
                <a16:creationId xmlns:a16="http://schemas.microsoft.com/office/drawing/2014/main" id="{D4F52AD1-8C5C-44AE-8D47-E3E48DA65311}"/>
              </a:ext>
            </a:extLst>
          </p:cNvPr>
          <p:cNvSpPr>
            <a:spLocks xmlns:a="http://schemas.openxmlformats.org/drawingml/2006/main" noGrp="1"/>
          </p:cNvSpPr>
          <p:nvPr/>
        </p:nvSpPr>
        <p:spPr>
          <a:xfrm xmlns:a="http://schemas.openxmlformats.org/drawingml/2006/main">
            <a:off x="739378" y="2532871"/>
            <a:ext cx="1045905" cy="2411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19" b="0" i="0">
                <a:solidFill>
                  <a:srgbClr val="F5F0E8"/>
                </a:solidFill>
                <a:latin typeface="Arial"/>
                <a:ea typeface="Arial"/>
                <a:cs typeface="Arial"/>
              </a:defRPr>
            </a:defPPr>
          </a:lstStyle>
          <a:p xmlns:a="http://schemas.openxmlformats.org/drawingml/2006/main">
            <a:pPr>
              <a:defRPr sz="1519" b="0" i="0">
                <a:solidFill>
                  <a:srgbClr val="F5F0E8"/>
                </a:solidFill>
                <a:latin typeface="Arial"/>
                <a:ea typeface="Arial"/>
                <a:cs typeface="Arial"/>
              </a:defRPr>
            </a:pPr>
            <a:r>
              <a:rPr sz="1519" b="0" i="0">
                <a:solidFill>
                  <a:srgbClr val="F5F0E8"/>
                </a:solidFill>
                <a:latin typeface="Arial"/>
                <a:ea typeface="Arial"/>
                <a:cs typeface="Arial"/>
              </a:rPr>
              <a:t>operación».</a:t>
            </a:r>
          </a:p>
        </p:txBody>
      </p:sp>
      <p:sp>
        <p:nvSpPr>
          <p:cNvPr id="8" name="text-24-6">
            <a:extLst xmlns:a="http://schemas.openxmlformats.org/drawingml/2006/main">
              <a:ext uri="{FF2B5EF4-FFF2-40B4-BE49-F238E27FC236}">
                <a16:creationId xmlns:a16="http://schemas.microsoft.com/office/drawing/2014/main" id="{4BA3BDF8-9B14-4A87-8A8F-0D295404A068}"/>
              </a:ext>
            </a:extLst>
          </p:cNvPr>
          <p:cNvSpPr>
            <a:spLocks xmlns:a="http://schemas.openxmlformats.org/drawingml/2006/main" noGrp="1"/>
          </p:cNvSpPr>
          <p:nvPr/>
        </p:nvSpPr>
        <p:spPr>
          <a:xfrm xmlns:a="http://schemas.openxmlformats.org/drawingml/2006/main">
            <a:off x="532209" y="2991801"/>
            <a:ext cx="1710864" cy="16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69" b="1" i="0">
                <a:solidFill>
                  <a:srgbClr val="FF4053"/>
                </a:solidFill>
                <a:latin typeface="Arial"/>
                <a:ea typeface="Arial"/>
                <a:cs typeface="Arial"/>
              </a:defRPr>
            </a:defPPr>
          </a:lstStyle>
          <a:p xmlns:a="http://schemas.openxmlformats.org/drawingml/2006/main">
            <a:pPr>
              <a:defRPr sz="1069" b="1" i="0">
                <a:solidFill>
                  <a:srgbClr val="FF4053"/>
                </a:solidFill>
                <a:latin typeface="Arial"/>
                <a:ea typeface="Arial"/>
                <a:cs typeface="Arial"/>
              </a:defRPr>
            </a:pPr>
            <a:r>
              <a:rPr sz="1069" b="1" i="0">
                <a:solidFill>
                  <a:srgbClr val="FF4053"/>
                </a:solidFill>
                <a:latin typeface="Arial"/>
                <a:ea typeface="Arial"/>
                <a:cs typeface="Arial"/>
              </a:rPr>
              <a:t>CONVERSACIÓN CON IA</a:t>
            </a:r>
          </a:p>
        </p:txBody>
      </p:sp>
      <p:sp>
        <p:nvSpPr>
          <p:cNvPr id="9" name="text-24-7">
            <a:extLst xmlns:a="http://schemas.openxmlformats.org/drawingml/2006/main">
              <a:ext uri="{FF2B5EF4-FFF2-40B4-BE49-F238E27FC236}">
                <a16:creationId xmlns:a16="http://schemas.microsoft.com/office/drawing/2014/main" id="{E0620874-B087-401B-948F-511C2C97A475}"/>
              </a:ext>
            </a:extLst>
          </p:cNvPr>
          <p:cNvSpPr>
            <a:spLocks xmlns:a="http://schemas.openxmlformats.org/drawingml/2006/main" noGrp="1"/>
          </p:cNvSpPr>
          <p:nvPr/>
        </p:nvSpPr>
        <p:spPr>
          <a:xfrm xmlns:a="http://schemas.openxmlformats.org/drawingml/2006/main">
            <a:off x="532209" y="3244539"/>
            <a:ext cx="2394251"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Comprende preguntas y orienta.</a:t>
            </a:r>
          </a:p>
        </p:txBody>
      </p:sp>
      <p:sp>
        <p:nvSpPr>
          <p:cNvPr id="10" name="text-24-8">
            <a:extLst xmlns:a="http://schemas.openxmlformats.org/drawingml/2006/main">
              <a:ext uri="{FF2B5EF4-FFF2-40B4-BE49-F238E27FC236}">
                <a16:creationId xmlns:a16="http://schemas.microsoft.com/office/drawing/2014/main" id="{102D9965-33A9-4D23-B306-EEE3F7921939}"/>
              </a:ext>
            </a:extLst>
          </p:cNvPr>
          <p:cNvSpPr>
            <a:spLocks xmlns:a="http://schemas.openxmlformats.org/drawingml/2006/main" noGrp="1"/>
          </p:cNvSpPr>
          <p:nvPr/>
        </p:nvSpPr>
        <p:spPr>
          <a:xfrm xmlns:a="http://schemas.openxmlformats.org/drawingml/2006/main">
            <a:off x="532209" y="3487427"/>
            <a:ext cx="2394251"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Se informa al usuario cuando se</a:t>
            </a:r>
          </a:p>
        </p:txBody>
      </p:sp>
      <p:sp>
        <p:nvSpPr>
          <p:cNvPr id="11" name="text-24-9">
            <a:extLst xmlns:a="http://schemas.openxmlformats.org/drawingml/2006/main">
              <a:ext uri="{FF2B5EF4-FFF2-40B4-BE49-F238E27FC236}">
                <a16:creationId xmlns:a16="http://schemas.microsoft.com/office/drawing/2014/main" id="{8296C513-880D-45C7-AD8D-60C4B67D5B92}"/>
              </a:ext>
            </a:extLst>
          </p:cNvPr>
          <p:cNvSpPr>
            <a:spLocks xmlns:a="http://schemas.openxmlformats.org/drawingml/2006/main" noGrp="1"/>
          </p:cNvSpPr>
          <p:nvPr/>
        </p:nvSpPr>
        <p:spPr>
          <a:xfrm xmlns:a="http://schemas.openxmlformats.org/drawingml/2006/main">
            <a:off x="532209" y="3723170"/>
            <a:ext cx="503744"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utiliza.</a:t>
            </a:r>
          </a:p>
        </p:txBody>
      </p:sp>
      <p:sp>
        <p:nvSpPr>
          <p:cNvPr id="12" name="text-24-10">
            <a:extLst xmlns:a="http://schemas.openxmlformats.org/drawingml/2006/main">
              <a:ext uri="{FF2B5EF4-FFF2-40B4-BE49-F238E27FC236}">
                <a16:creationId xmlns:a16="http://schemas.microsoft.com/office/drawing/2014/main" id="{CCF15906-F6F1-42C3-B59A-84DB9521ABB9}"/>
              </a:ext>
            </a:extLst>
          </p:cNvPr>
          <p:cNvSpPr>
            <a:spLocks xmlns:a="http://schemas.openxmlformats.org/drawingml/2006/main" noGrp="1"/>
          </p:cNvSpPr>
          <p:nvPr/>
        </p:nvSpPr>
        <p:spPr>
          <a:xfrm xmlns:a="http://schemas.openxmlformats.org/drawingml/2006/main">
            <a:off x="3370622" y="2991801"/>
            <a:ext cx="1816782" cy="16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69" b="1" i="0">
                <a:solidFill>
                  <a:srgbClr val="FF4053"/>
                </a:solidFill>
                <a:latin typeface="Arial"/>
                <a:ea typeface="Arial"/>
                <a:cs typeface="Arial"/>
              </a:defRPr>
            </a:defPPr>
          </a:lstStyle>
          <a:p xmlns:a="http://schemas.openxmlformats.org/drawingml/2006/main">
            <a:pPr>
              <a:defRPr sz="1069" b="1" i="0">
                <a:solidFill>
                  <a:srgbClr val="FF4053"/>
                </a:solidFill>
                <a:latin typeface="Arial"/>
                <a:ea typeface="Arial"/>
                <a:cs typeface="Arial"/>
              </a:defRPr>
            </a:pPr>
            <a:r>
              <a:rPr sz="1069" b="1" i="0">
                <a:solidFill>
                  <a:srgbClr val="FF4053"/>
                </a:solidFill>
                <a:latin typeface="Arial"/>
                <a:ea typeface="Arial"/>
                <a:cs typeface="Arial"/>
              </a:rPr>
              <a:t>PROCESO DETERMINISTA</a:t>
            </a:r>
          </a:p>
        </p:txBody>
      </p:sp>
      <p:sp>
        <p:nvSpPr>
          <p:cNvPr id="13" name="text-24-11">
            <a:extLst xmlns:a="http://schemas.openxmlformats.org/drawingml/2006/main">
              <a:ext uri="{FF2B5EF4-FFF2-40B4-BE49-F238E27FC236}">
                <a16:creationId xmlns:a16="http://schemas.microsoft.com/office/drawing/2014/main" id="{5EEA936E-9CC3-448A-9E69-646452BB868E}"/>
              </a:ext>
            </a:extLst>
          </p:cNvPr>
          <p:cNvSpPr>
            <a:spLocks xmlns:a="http://schemas.openxmlformats.org/drawingml/2006/main" noGrp="1"/>
          </p:cNvSpPr>
          <p:nvPr/>
        </p:nvSpPr>
        <p:spPr>
          <a:xfrm xmlns:a="http://schemas.openxmlformats.org/drawingml/2006/main">
            <a:off x="3370622" y="3244539"/>
            <a:ext cx="2421528"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Importes, validaciones y estados</a:t>
            </a:r>
          </a:p>
        </p:txBody>
      </p:sp>
      <p:sp>
        <p:nvSpPr>
          <p:cNvPr id="14" name="text-24-12">
            <a:extLst xmlns:a="http://schemas.openxmlformats.org/drawingml/2006/main">
              <a:ext uri="{FF2B5EF4-FFF2-40B4-BE49-F238E27FC236}">
                <a16:creationId xmlns:a16="http://schemas.microsoft.com/office/drawing/2014/main" id="{A3FC2422-5D9A-4EDA-9D18-745950ECFF48}"/>
              </a:ext>
            </a:extLst>
          </p:cNvPr>
          <p:cNvSpPr>
            <a:spLocks xmlns:a="http://schemas.openxmlformats.org/drawingml/2006/main" noGrp="1"/>
          </p:cNvSpPr>
          <p:nvPr/>
        </p:nvSpPr>
        <p:spPr>
          <a:xfrm xmlns:a="http://schemas.openxmlformats.org/drawingml/2006/main">
            <a:off x="3370622" y="3487427"/>
            <a:ext cx="1937481"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siguen reglas del sistema.</a:t>
            </a:r>
          </a:p>
        </p:txBody>
      </p:sp>
      <p:sp>
        <p:nvSpPr>
          <p:cNvPr id="15" name="text-24-13">
            <a:extLst xmlns:a="http://schemas.openxmlformats.org/drawingml/2006/main">
              <a:ext uri="{FF2B5EF4-FFF2-40B4-BE49-F238E27FC236}">
                <a16:creationId xmlns:a16="http://schemas.microsoft.com/office/drawing/2014/main" id="{4C04D694-2CA9-4FFF-81A8-FE6835C80B7F}"/>
              </a:ext>
            </a:extLst>
          </p:cNvPr>
          <p:cNvSpPr>
            <a:spLocks xmlns:a="http://schemas.openxmlformats.org/drawingml/2006/main" noGrp="1"/>
          </p:cNvSpPr>
          <p:nvPr/>
        </p:nvSpPr>
        <p:spPr>
          <a:xfrm xmlns:a="http://schemas.openxmlformats.org/drawingml/2006/main">
            <a:off x="6209035" y="2991801"/>
            <a:ext cx="1392290" cy="16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69" b="1" i="0">
                <a:solidFill>
                  <a:srgbClr val="FF4053"/>
                </a:solidFill>
                <a:latin typeface="Arial"/>
                <a:ea typeface="Arial"/>
                <a:cs typeface="Arial"/>
              </a:defRPr>
            </a:defPPr>
          </a:lstStyle>
          <a:p xmlns:a="http://schemas.openxmlformats.org/drawingml/2006/main">
            <a:pPr>
              <a:defRPr sz="1069" b="1" i="0">
                <a:solidFill>
                  <a:srgbClr val="FF4053"/>
                </a:solidFill>
                <a:latin typeface="Arial"/>
                <a:ea typeface="Arial"/>
                <a:cs typeface="Arial"/>
              </a:defRPr>
            </a:pPr>
            <a:r>
              <a:rPr sz="1069" b="1" i="0">
                <a:solidFill>
                  <a:srgbClr val="FF4053"/>
                </a:solidFill>
                <a:latin typeface="Arial"/>
                <a:ea typeface="Arial"/>
                <a:cs typeface="Arial"/>
              </a:rPr>
              <a:t>CONTROL HUMANO</a:t>
            </a:r>
          </a:p>
        </p:txBody>
      </p:sp>
      <p:sp>
        <p:nvSpPr>
          <p:cNvPr id="16" name="text-24-14">
            <a:extLst xmlns:a="http://schemas.openxmlformats.org/drawingml/2006/main">
              <a:ext uri="{FF2B5EF4-FFF2-40B4-BE49-F238E27FC236}">
                <a16:creationId xmlns:a16="http://schemas.microsoft.com/office/drawing/2014/main" id="{A94CA722-CABE-4FB6-BA92-DFE878171D08}"/>
              </a:ext>
            </a:extLst>
          </p:cNvPr>
          <p:cNvSpPr>
            <a:spLocks xmlns:a="http://schemas.openxmlformats.org/drawingml/2006/main" noGrp="1"/>
          </p:cNvSpPr>
          <p:nvPr/>
        </p:nvSpPr>
        <p:spPr>
          <a:xfrm xmlns:a="http://schemas.openxmlformats.org/drawingml/2006/main">
            <a:off x="6209035" y="3244539"/>
            <a:ext cx="2092750"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El equipo verifica el ingreso.</a:t>
            </a:r>
          </a:p>
        </p:txBody>
      </p:sp>
      <p:sp>
        <p:nvSpPr>
          <p:cNvPr id="17" name="text-24-15">
            <a:extLst xmlns:a="http://schemas.openxmlformats.org/drawingml/2006/main">
              <a:ext uri="{FF2B5EF4-FFF2-40B4-BE49-F238E27FC236}">
                <a16:creationId xmlns:a16="http://schemas.microsoft.com/office/drawing/2014/main" id="{AF0F245F-7E56-427B-B610-029D08911388}"/>
              </a:ext>
            </a:extLst>
          </p:cNvPr>
          <p:cNvSpPr>
            <a:spLocks xmlns:a="http://schemas.openxmlformats.org/drawingml/2006/main" noGrp="1"/>
          </p:cNvSpPr>
          <p:nvPr/>
        </p:nvSpPr>
        <p:spPr>
          <a:xfrm xmlns:a="http://schemas.openxmlformats.org/drawingml/2006/main">
            <a:off x="6209035" y="3487427"/>
            <a:ext cx="1810107" cy="205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94" b="0" i="0">
                <a:solidFill>
                  <a:srgbClr val="F5F0E8"/>
                </a:solidFill>
                <a:latin typeface="Arial"/>
                <a:ea typeface="Arial"/>
                <a:cs typeface="Arial"/>
              </a:defRPr>
            </a:defPPr>
          </a:lstStyle>
          <a:p xmlns:a="http://schemas.openxmlformats.org/drawingml/2006/main">
            <a:pPr>
              <a:defRPr sz="1294" b="0" i="0">
                <a:solidFill>
                  <a:srgbClr val="F5F0E8"/>
                </a:solidFill>
                <a:latin typeface="Arial"/>
                <a:ea typeface="Arial"/>
                <a:cs typeface="Arial"/>
              </a:defRPr>
            </a:pPr>
            <a:r>
              <a:rPr sz="1294" b="0" i="0">
                <a:solidFill>
                  <a:srgbClr val="F5F0E8"/>
                </a:solidFill>
                <a:latin typeface="Arial"/>
                <a:ea typeface="Arial"/>
                <a:cs typeface="Arial"/>
              </a:rPr>
              <a:t>La IA no autoriza pagos.</a:t>
            </a:r>
          </a:p>
        </p:txBody>
      </p:sp>
      <p:sp>
        <p:nvSpPr>
          <p:cNvPr id="18" name="text-24-16">
            <a:extLst xmlns:a="http://schemas.openxmlformats.org/drawingml/2006/main">
              <a:ext uri="{FF2B5EF4-FFF2-40B4-BE49-F238E27FC236}">
                <a16:creationId xmlns:a16="http://schemas.microsoft.com/office/drawing/2014/main" id="{32B1540A-C823-4E3A-8EC8-EC333740B57E}"/>
              </a:ext>
            </a:extLst>
          </p:cNvPr>
          <p:cNvSpPr>
            <a:spLocks xmlns:a="http://schemas.openxmlformats.org/drawingml/2006/main" noGrp="1"/>
          </p:cNvSpPr>
          <p:nvPr/>
        </p:nvSpPr>
        <p:spPr>
          <a:xfrm xmlns:a="http://schemas.openxmlformats.org/drawingml/2006/main">
            <a:off x="532209" y="4367161"/>
            <a:ext cx="7711742" cy="125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88" b="0" i="0">
                <a:solidFill>
                  <a:srgbClr val="F5F0E8"/>
                </a:solidFill>
                <a:latin typeface="Arial"/>
                <a:ea typeface="Arial"/>
                <a:cs typeface="Arial"/>
              </a:defRPr>
            </a:defPPr>
          </a:lstStyle>
          <a:p xmlns:a="http://schemas.openxmlformats.org/drawingml/2006/main">
            <a:pPr>
              <a:defRPr sz="788" b="0" i="0">
                <a:solidFill>
                  <a:srgbClr val="F5F0E8"/>
                </a:solidFill>
                <a:latin typeface="Arial"/>
                <a:ea typeface="Arial"/>
                <a:cs typeface="Arial"/>
              </a:defRPr>
            </a:pPr>
            <a:r>
              <a:rPr sz="788" b="0" i="0">
                <a:solidFill>
                  <a:srgbClr val="F5F0E8"/>
                </a:solidFill>
                <a:latin typeface="Arial"/>
                <a:ea typeface="Arial"/>
                <a:cs typeface="Arial"/>
              </a:rPr>
              <a:t>Diseño alineado con transparencia y privacidad: Ley 31814 y D.S. 115-2025-PCM, arts. 25, 26 y 31.2. Aviso explícito de IA por incorporar y validar en cada canal; no acredita</a:t>
            </a:r>
          </a:p>
        </p:txBody>
      </p:sp>
      <p:sp>
        <p:nvSpPr>
          <p:cNvPr id="19" name="text-24-17">
            <a:extLst xmlns:a="http://schemas.openxmlformats.org/drawingml/2006/main">
              <a:ext uri="{FF2B5EF4-FFF2-40B4-BE49-F238E27FC236}">
                <a16:creationId xmlns:a16="http://schemas.microsoft.com/office/drawing/2014/main" id="{A58B386D-7494-4A67-8A3D-28383A939AD3}"/>
              </a:ext>
            </a:extLst>
          </p:cNvPr>
          <p:cNvSpPr>
            <a:spLocks xmlns:a="http://schemas.openxmlformats.org/drawingml/2006/main" noGrp="1"/>
          </p:cNvSpPr>
          <p:nvPr/>
        </p:nvSpPr>
        <p:spPr>
          <a:xfrm xmlns:a="http://schemas.openxmlformats.org/drawingml/2006/main">
            <a:off x="532209" y="4502893"/>
            <a:ext cx="1010722" cy="125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88" b="0" i="0">
                <a:solidFill>
                  <a:srgbClr val="F5F0E8"/>
                </a:solidFill>
                <a:latin typeface="Arial"/>
                <a:ea typeface="Arial"/>
                <a:cs typeface="Arial"/>
              </a:defRPr>
            </a:defPPr>
          </a:lstStyle>
          <a:p xmlns:a="http://schemas.openxmlformats.org/drawingml/2006/main">
            <a:pPr>
              <a:defRPr sz="788" b="0" i="0">
                <a:solidFill>
                  <a:srgbClr val="F5F0E8"/>
                </a:solidFill>
                <a:latin typeface="Arial"/>
                <a:ea typeface="Arial"/>
                <a:cs typeface="Arial"/>
              </a:defRPr>
            </a:pPr>
            <a:r>
              <a:rPr sz="788" b="0" i="0">
                <a:solidFill>
                  <a:srgbClr val="F5F0E8"/>
                </a:solidFill>
                <a:latin typeface="Arial"/>
                <a:ea typeface="Arial"/>
                <a:cs typeface="Arial"/>
              </a:rPr>
              <a:t>cumplimiento integral.</a:t>
            </a:r>
          </a:p>
        </p:txBody>
      </p:sp>
      <p:sp>
        <p:nvSpPr>
          <p:cNvPr id="20" name="text-24-18">
            <a:extLst xmlns:a="http://schemas.openxmlformats.org/drawingml/2006/main">
              <a:ext uri="{FF2B5EF4-FFF2-40B4-BE49-F238E27FC236}">
                <a16:creationId xmlns:a16="http://schemas.microsoft.com/office/drawing/2014/main" id="{59427B87-56A8-4DB6-966B-B7929748BFF5}"/>
              </a:ext>
            </a:extLst>
          </p:cNvPr>
          <p:cNvSpPr>
            <a:spLocks xmlns:a="http://schemas.openxmlformats.org/drawingml/2006/main" noGrp="1"/>
          </p:cNvSpPr>
          <p:nvPr/>
        </p:nvSpPr>
        <p:spPr>
          <a:xfrm xmlns:a="http://schemas.openxmlformats.org/drawingml/2006/main">
            <a:off x="532209" y="4106903"/>
            <a:ext cx="1253083" cy="178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0" i="0">
                <a:solidFill>
                  <a:srgbClr val="F5F0E8"/>
                </a:solidFill>
                <a:latin typeface="Arial"/>
                <a:ea typeface="Arial"/>
                <a:cs typeface="Arial"/>
              </a:defRPr>
            </a:defPPr>
          </a:lstStyle>
          <a:p xmlns:a="http://schemas.openxmlformats.org/drawingml/2006/main">
            <a:pPr>
              <a:defRPr sz="1125" b="0" i="0">
                <a:solidFill>
                  <a:srgbClr val="F5F0E8"/>
                </a:solidFill>
                <a:latin typeface="Arial"/>
                <a:ea typeface="Arial"/>
                <a:cs typeface="Arial"/>
              </a:defRPr>
            </a:pPr>
            <a:r>
              <a:rPr sz="1125" b="0" i="0">
                <a:solidFill>
                  <a:srgbClr val="F5F0E8"/>
                </a:solidFill>
                <a:latin typeface="Arial"/>
                <a:ea typeface="Arial"/>
                <a:cs typeface="Arial"/>
              </a:rPr>
              <a:t>Volver a WhatsApp</a:t>
            </a:r>
          </a:p>
        </p:txBody>
      </p:sp>
      <p:sp>
        <p:nvSpPr>
          <p:cNvPr id="21" name="text-24-19">
            <a:extLst xmlns:a="http://schemas.openxmlformats.org/drawingml/2006/main">
              <a:ext uri="{FF2B5EF4-FFF2-40B4-BE49-F238E27FC236}">
                <a16:creationId xmlns:a16="http://schemas.microsoft.com/office/drawing/2014/main" id="{18803F4D-67AB-496E-8AEC-C4A5FACD38EB}"/>
              </a:ext>
            </a:extLst>
          </p:cNvPr>
          <p:cNvSpPr>
            <a:spLocks xmlns:a="http://schemas.openxmlformats.org/drawingml/2006/main" noGrp="1"/>
          </p:cNvSpPr>
          <p:nvPr/>
        </p:nvSpPr>
        <p:spPr>
          <a:xfrm xmlns:a="http://schemas.openxmlformats.org/drawingml/2006/main">
            <a:off x="532209" y="4923697"/>
            <a:ext cx="1120674"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ANEXOS / OMNI by 5.5</a:t>
            </a:r>
          </a:p>
        </p:txBody>
      </p:sp>
      <p:sp>
        <p:nvSpPr>
          <p:cNvPr id="22" name="text-24-20">
            <a:extLst xmlns:a="http://schemas.openxmlformats.org/drawingml/2006/main">
              <a:ext uri="{FF2B5EF4-FFF2-40B4-BE49-F238E27FC236}">
                <a16:creationId xmlns:a16="http://schemas.microsoft.com/office/drawing/2014/main" id="{76B83DD6-9AD4-49EB-919D-2656E0425C3C}"/>
              </a:ext>
            </a:extLst>
          </p:cNvPr>
          <p:cNvSpPr>
            <a:spLocks xmlns:a="http://schemas.openxmlformats.org/drawingml/2006/main" noGrp="1"/>
          </p:cNvSpPr>
          <p:nvPr/>
        </p:nvSpPr>
        <p:spPr>
          <a:xfrm xmlns:a="http://schemas.openxmlformats.org/drawingml/2006/main">
            <a:off x="8446257" y="4923697"/>
            <a:ext cx="377893" cy="116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731" b="1" i="0">
                <a:solidFill>
                  <a:srgbClr val="F5F0E8"/>
                </a:solidFill>
                <a:latin typeface="Arial"/>
                <a:ea typeface="Arial"/>
                <a:cs typeface="Arial"/>
              </a:defRPr>
            </a:defPPr>
          </a:lstStyle>
          <a:p xmlns:a="http://schemas.openxmlformats.org/drawingml/2006/main">
            <a:pPr>
              <a:defRPr sz="731" b="1" i="0">
                <a:solidFill>
                  <a:srgbClr val="F5F0E8"/>
                </a:solidFill>
                <a:latin typeface="Arial"/>
                <a:ea typeface="Arial"/>
                <a:cs typeface="Arial"/>
              </a:defRPr>
            </a:pPr>
            <a:r>
              <a:rPr sz="731" b="1" i="0">
                <a:solidFill>
                  <a:srgbClr val="F5F0E8"/>
                </a:solidFill>
                <a:latin typeface="Arial"/>
                <a:ea typeface="Arial"/>
                <a:cs typeface="Arial"/>
              </a:rPr>
              <a:t>24 / 5.5</a:t>
            </a:r>
          </a:p>
        </p:txBody>
      </p:sp>
    </p:spTree>
    <p:extLst>
      <p:ext uri="{BB962C8B-B14F-4D97-AF65-F5344CB8AC3E}">
        <p14:creationId xmlns:p14="http://schemas.microsoft.com/office/powerpoint/2010/main" val="18906346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2026-10-15T21:14:38.6950000Z</dcterms:created>
  <dcterms:modified xsi:type="dcterms:W3CDTF">2026-10-15T21:14:38.6950000Z</dcterms:modified>
</coreProperties>
</file>
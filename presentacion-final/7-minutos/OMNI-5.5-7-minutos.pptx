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Default Extension="mp4" ContentType="video/mp4"/>
</Types>
</file>

<file path=_rels/.rels>&#65279;<?xml version="1.0" encoding="utf-8"?><Relationships xmlns="http://schemas.openxmlformats.org/package/2006/relationships"><Relationship Type="http://schemas.openxmlformats.org/package/2006/relationships/metadata/core-properties" Target="/docProps/core.xml" Id="R5b19cac1adc44b4a" /><Relationship Type="http://schemas.openxmlformats.org/officeDocument/2006/relationships/extended-properties" Target="/docProps/app.xml" Id="R93c70192c1494ece" /><Relationship Type="http://schemas.openxmlformats.org/officeDocument/2006/relationships/officeDocument" Target="/ppt/presentation.xml" Id="R12937c852998462d" /></Relationships>
</file>

<file path=ppt/presentation.xml><?xml version="1.0" encoding="utf-8"?>
<p:presentation xmlns:p="http://schemas.openxmlformats.org/presentationml/2006/main">
  <p:sldMasterIdLst>
    <p:sldMasterId xmlns:r="http://schemas.openxmlformats.org/officeDocument/2006/relationships" id="2147483648" r:id="Ra75e27a52aa74adc"/>
  </p:sldMasterIdLst>
  <p:notesMasterIdLst>
    <p:notesMasterId xmlns:r="http://schemas.openxmlformats.org/officeDocument/2006/relationships" r:id="R4f2e6ddabb084643"/>
  </p:notesMasterIdLst>
  <p:sldIdLst>
    <p:sldId xmlns:r="http://schemas.openxmlformats.org/officeDocument/2006/relationships" id="256" r:id="R25855fa54aa54d39"/>
    <p:sldId xmlns:r="http://schemas.openxmlformats.org/officeDocument/2006/relationships" id="257" r:id="Ra1d74d56407448a8"/>
    <p:sldId xmlns:r="http://schemas.openxmlformats.org/officeDocument/2006/relationships" id="258" r:id="R05463189b93c4589"/>
    <p:sldId xmlns:r="http://schemas.openxmlformats.org/officeDocument/2006/relationships" id="259" r:id="R97d1dac2b682426c"/>
    <p:sldId xmlns:r="http://schemas.openxmlformats.org/officeDocument/2006/relationships" id="260" r:id="R31aacc80bc274468"/>
    <p:sldId xmlns:r="http://schemas.openxmlformats.org/officeDocument/2006/relationships" id="261" r:id="R6de2d2f4b2c54a88"/>
    <p:sldId xmlns:r="http://schemas.openxmlformats.org/officeDocument/2006/relationships" id="262" r:id="Ra72291632c2443b5"/>
    <p:sldId xmlns:r="http://schemas.openxmlformats.org/officeDocument/2006/relationships" id="263" r:id="R5dd8cd6caa1541b7"/>
    <p:sldId xmlns:r="http://schemas.openxmlformats.org/officeDocument/2006/relationships" id="264" r:id="R96b51cf440fd4f67"/>
    <p:sldId xmlns:r="http://schemas.openxmlformats.org/officeDocument/2006/relationships" id="265" r:id="Rc80719ee910447f4"/>
    <p:sldId xmlns:r="http://schemas.openxmlformats.org/officeDocument/2006/relationships" id="266" r:id="R32e4580f14034ffc"/>
    <p:sldId xmlns:r="http://schemas.openxmlformats.org/officeDocument/2006/relationships" id="267" r:id="R5bdf5fed4b0b4d2b"/>
    <p:sldId xmlns:r="http://schemas.openxmlformats.org/officeDocument/2006/relationships" id="268" r:id="R6bbdb7c08c784e32"/>
    <p:sldId xmlns:r="http://schemas.openxmlformats.org/officeDocument/2006/relationships" id="269" r:id="R0e0c34ebaca047be"/>
    <p:sldId xmlns:r="http://schemas.openxmlformats.org/officeDocument/2006/relationships" id="270" r:id="Recadd88585774750"/>
    <p:sldId xmlns:r="http://schemas.openxmlformats.org/officeDocument/2006/relationships" id="271" r:id="Rbdb6d2e2a10f4efd"/>
    <p:sldId xmlns:r="http://schemas.openxmlformats.org/officeDocument/2006/relationships" id="272" r:id="Rd603e33097704feb"/>
    <p:sldId xmlns:r="http://schemas.openxmlformats.org/officeDocument/2006/relationships" id="273" r:id="Ra438b30e612847d8"/>
    <p:sldId xmlns:r="http://schemas.openxmlformats.org/officeDocument/2006/relationships" id="274" r:id="R0db5108d82e84bcf"/>
    <p:sldId xmlns:r="http://schemas.openxmlformats.org/officeDocument/2006/relationships" id="275" r:id="R8bbb4dd13a1f4bb8"/>
    <p:sldId xmlns:r="http://schemas.openxmlformats.org/officeDocument/2006/relationships" id="276" r:id="Rb3cd0a98b1024233"/>
    <p:sldId xmlns:r="http://schemas.openxmlformats.org/officeDocument/2006/relationships" id="277" r:id="Rd5437aa214e14d46"/>
    <p:sldId xmlns:r="http://schemas.openxmlformats.org/officeDocument/2006/relationships" id="278" r:id="Rd5b42fc283aa405d"/>
    <p:sldId xmlns:r="http://schemas.openxmlformats.org/officeDocument/2006/relationships" id="279" r:id="R306da6c84a764ec9"/>
  </p:sldIdLst>
  <p:sldSz cx="9324594" cy="5248656"/>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87299b2b6ec34231" /><Relationship Type="http://schemas.openxmlformats.org/officeDocument/2006/relationships/slideMaster" Target="/ppt/slideMasters/slideMaster1.xml" Id="Ra75e27a52aa74adc" /><Relationship Type="http://schemas.openxmlformats.org/officeDocument/2006/relationships/notesMaster" Target="/ppt/notesMasters/notesMaster1.xml" Id="R4f2e6ddabb084643" /><Relationship Type="http://schemas.openxmlformats.org/officeDocument/2006/relationships/presProps" Target="/ppt/presProps.xml" Id="R34fe5d30880e49b4" /><Relationship Type="http://schemas.openxmlformats.org/officeDocument/2006/relationships/tableStyles" Target="/ppt/tableStyles.xml" Id="R7ec12c15a1094564" /><Relationship Type="http://schemas.openxmlformats.org/officeDocument/2006/relationships/slide" Target="/ppt/slides/slide1.xml" Id="R25855fa54aa54d39" /><Relationship Type="http://schemas.openxmlformats.org/officeDocument/2006/relationships/slide" Target="/ppt/slides/slide2.xml" Id="Ra1d74d56407448a8" /><Relationship Type="http://schemas.openxmlformats.org/officeDocument/2006/relationships/slide" Target="/ppt/slides/slide3.xml" Id="R05463189b93c4589" /><Relationship Type="http://schemas.openxmlformats.org/officeDocument/2006/relationships/slide" Target="/ppt/slides/slide4.xml" Id="R97d1dac2b682426c" /><Relationship Type="http://schemas.openxmlformats.org/officeDocument/2006/relationships/slide" Target="/ppt/slides/slide5.xml" Id="R31aacc80bc274468" /><Relationship Type="http://schemas.openxmlformats.org/officeDocument/2006/relationships/slide" Target="/ppt/slides/slide6.xml" Id="R6de2d2f4b2c54a88" /><Relationship Type="http://schemas.openxmlformats.org/officeDocument/2006/relationships/slide" Target="/ppt/slides/slide7.xml" Id="Ra72291632c2443b5" /><Relationship Type="http://schemas.openxmlformats.org/officeDocument/2006/relationships/slide" Target="/ppt/slides/slide8.xml" Id="R5dd8cd6caa1541b7" /><Relationship Type="http://schemas.openxmlformats.org/officeDocument/2006/relationships/slide" Target="/ppt/slides/slide9.xml" Id="R96b51cf440fd4f67" /><Relationship Type="http://schemas.openxmlformats.org/officeDocument/2006/relationships/slide" Target="/ppt/slides/slide10.xml" Id="Rc80719ee910447f4" /><Relationship Type="http://schemas.openxmlformats.org/officeDocument/2006/relationships/slide" Target="/ppt/slides/slide11.xml" Id="R32e4580f14034ffc" /><Relationship Type="http://schemas.openxmlformats.org/officeDocument/2006/relationships/slide" Target="/ppt/slides/slide12.xml" Id="R5bdf5fed4b0b4d2b" /><Relationship Type="http://schemas.openxmlformats.org/officeDocument/2006/relationships/slide" Target="/ppt/slides/slide13.xml" Id="R6bbdb7c08c784e32" /><Relationship Type="http://schemas.openxmlformats.org/officeDocument/2006/relationships/slide" Target="/ppt/slides/slide14.xml" Id="R0e0c34ebaca047be" /><Relationship Type="http://schemas.openxmlformats.org/officeDocument/2006/relationships/slide" Target="/ppt/slides/slide15.xml" Id="Recadd88585774750" /><Relationship Type="http://schemas.openxmlformats.org/officeDocument/2006/relationships/slide" Target="/ppt/slides/slide16.xml" Id="Rbdb6d2e2a10f4efd" /><Relationship Type="http://schemas.openxmlformats.org/officeDocument/2006/relationships/slide" Target="/ppt/slides/slide17.xml" Id="Rd603e33097704feb" /><Relationship Type="http://schemas.openxmlformats.org/officeDocument/2006/relationships/slide" Target="/ppt/slides/slide18.xml" Id="Ra438b30e612847d8" /><Relationship Type="http://schemas.openxmlformats.org/officeDocument/2006/relationships/slide" Target="/ppt/slides/slide19.xml" Id="R0db5108d82e84bcf" /><Relationship Type="http://schemas.openxmlformats.org/officeDocument/2006/relationships/slide" Target="/ppt/slides/slide20.xml" Id="R8bbb4dd13a1f4bb8" /><Relationship Type="http://schemas.openxmlformats.org/officeDocument/2006/relationships/slide" Target="/ppt/slides/slide21.xml" Id="Rb3cd0a98b1024233" /><Relationship Type="http://schemas.openxmlformats.org/officeDocument/2006/relationships/slide" Target="/ppt/slides/slide22.xml" Id="Rd5437aa214e14d46" /><Relationship Type="http://schemas.openxmlformats.org/officeDocument/2006/relationships/slide" Target="/ppt/slides/slide23.xml" Id="Rd5b42fc283aa405d" /><Relationship Type="http://schemas.openxmlformats.org/officeDocument/2006/relationships/slide" Target="/ppt/slides/slide24.xml" Id="R306da6c84a764ec9"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00f9ae9e81a345fc"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76115218b8cd473a" /><Relationship Type="http://schemas.openxmlformats.org/officeDocument/2006/relationships/notesMaster" Target="/ppt/notesMasters/notesMaster1.xml" Id="R4b36a26836374828" /></Relationships>
</file>

<file path=ppt/notesSlides/_rels/notesSlide2.xml.rels>&#65279;<?xml version="1.0" encoding="utf-8"?><Relationships xmlns="http://schemas.openxmlformats.org/package/2006/relationships"><Relationship Type="http://schemas.openxmlformats.org/officeDocument/2006/relationships/slide" Target="/ppt/slides/slide2.xml" Id="Ra358df8dbfdd4bbd" /><Relationship Type="http://schemas.openxmlformats.org/officeDocument/2006/relationships/notesMaster" Target="/ppt/notesMasters/notesMaster1.xml" Id="Rda11a5266ba74619" /></Relationships>
</file>

<file path=ppt/notesSlides/_rels/notesSlide3.xml.rels>&#65279;<?xml version="1.0" encoding="utf-8"?><Relationships xmlns="http://schemas.openxmlformats.org/package/2006/relationships"><Relationship Type="http://schemas.openxmlformats.org/officeDocument/2006/relationships/slide" Target="/ppt/slides/slide3.xml" Id="Ref052f1bbd29463f" /><Relationship Type="http://schemas.openxmlformats.org/officeDocument/2006/relationships/notesMaster" Target="/ppt/notesMasters/notesMaster1.xml" Id="R6668703a13294531" /></Relationships>
</file>

<file path=ppt/notesSlides/_rels/notesSlide4.xml.rels>&#65279;<?xml version="1.0" encoding="utf-8"?><Relationships xmlns="http://schemas.openxmlformats.org/package/2006/relationships"><Relationship Type="http://schemas.openxmlformats.org/officeDocument/2006/relationships/slide" Target="/ppt/slides/slide4.xml" Id="Re8710ce6974343bc" /><Relationship Type="http://schemas.openxmlformats.org/officeDocument/2006/relationships/notesMaster" Target="/ppt/notesMasters/notesMaster1.xml" Id="R50da42a308414991" /></Relationships>
</file>

<file path=ppt/notesSlides/_rels/notesSlide5.xml.rels>&#65279;<?xml version="1.0" encoding="utf-8"?><Relationships xmlns="http://schemas.openxmlformats.org/package/2006/relationships"><Relationship Type="http://schemas.openxmlformats.org/officeDocument/2006/relationships/slide" Target="/ppt/slides/slide5.xml" Id="R53fb2117480a4916" /><Relationship Type="http://schemas.openxmlformats.org/officeDocument/2006/relationships/notesMaster" Target="/ppt/notesMasters/notesMaster1.xml" Id="R937b0b75f5aa4078" /></Relationships>
</file>

<file path=ppt/notesSlides/_rels/notesSlide6.xml.rels>&#65279;<?xml version="1.0" encoding="utf-8"?><Relationships xmlns="http://schemas.openxmlformats.org/package/2006/relationships"><Relationship Type="http://schemas.openxmlformats.org/officeDocument/2006/relationships/slide" Target="/ppt/slides/slide6.xml" Id="Rae8a3c9407c14036" /><Relationship Type="http://schemas.openxmlformats.org/officeDocument/2006/relationships/notesMaster" Target="/ppt/notesMasters/notesMaster1.xml" Id="R14909b5cef704a95" /></Relationships>
</file>

<file path=ppt/notesSlides/_rels/notesSlide7.xml.rels>&#65279;<?xml version="1.0" encoding="utf-8"?><Relationships xmlns="http://schemas.openxmlformats.org/package/2006/relationships"><Relationship Type="http://schemas.openxmlformats.org/officeDocument/2006/relationships/slide" Target="/ppt/slides/slide7.xml" Id="R518cf04dad634041" /><Relationship Type="http://schemas.openxmlformats.org/officeDocument/2006/relationships/notesMaster" Target="/ppt/notesMasters/notesMaster1.xml" Id="R32bf84804ed64628" /></Relationships>
</file>

<file path=ppt/notesSlides/_rels/notesSlide8.xml.rels>&#65279;<?xml version="1.0" encoding="utf-8"?><Relationships xmlns="http://schemas.openxmlformats.org/package/2006/relationships"><Relationship Type="http://schemas.openxmlformats.org/officeDocument/2006/relationships/slide" Target="/ppt/slides/slide8.xml" Id="Re81ba748574f48a0" /><Relationship Type="http://schemas.openxmlformats.org/officeDocument/2006/relationships/notesMaster" Target="/ppt/notesMasters/notesMaster1.xml" Id="R804ada3e5d5d460d" /></Relationships>
</file>

<file path=ppt/notesSlides/_rels/notesSlide9.xml.rels>&#65279;<?xml version="1.0" encoding="utf-8"?><Relationships xmlns="http://schemas.openxmlformats.org/package/2006/relationships"><Relationship Type="http://schemas.openxmlformats.org/officeDocument/2006/relationships/slide" Target="/ppt/slides/slide9.xml" Id="Ra0efa97c490d445e" /><Relationship Type="http://schemas.openxmlformats.org/officeDocument/2006/relationships/notesMaster" Target="/ppt/notesMasters/notesMaster1.xml" Id="Ra32f7f43da9a44df"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bb1f7d7cce1e4c06" /><Relationship Type="http://schemas.openxmlformats.org/officeDocument/2006/relationships/notesMaster" Target="/ppt/notesMasters/notesMaster1.xml" Id="Rae64114d5f9843cd"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e115040d9ff94a39" /><Relationship Type="http://schemas.openxmlformats.org/officeDocument/2006/relationships/notesMaster" Target="/ppt/notesMasters/notesMaster1.xml" Id="R0344a3b55876496e"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9f456479423241bd" /><Relationship Type="http://schemas.openxmlformats.org/officeDocument/2006/relationships/notesMaster" Target="/ppt/notesMasters/notesMaster1.xml" Id="R340cbca89e8f44ca"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6a6775776c2f4bc9" /><Relationship Type="http://schemas.openxmlformats.org/officeDocument/2006/relationships/notesMaster" Target="/ppt/notesMasters/notesMaster1.xml" Id="Re32612211f57494a"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8df105ae65334251" /><Relationship Type="http://schemas.openxmlformats.org/officeDocument/2006/relationships/notesMaster" Target="/ppt/notesMasters/notesMaster1.xml" Id="Rf9544339293f4dca"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79aa1c63751d496e" /><Relationship Type="http://schemas.openxmlformats.org/officeDocument/2006/relationships/notesMaster" Target="/ppt/notesMasters/notesMaster1.xml" Id="R885c3e6644574c7f"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069c13c7015341ca" /><Relationship Type="http://schemas.openxmlformats.org/officeDocument/2006/relationships/notesMaster" Target="/ppt/notesMasters/notesMaster1.xml" Id="R2ebbb49c3f514bf6"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5bb229da9750470c" /><Relationship Type="http://schemas.openxmlformats.org/officeDocument/2006/relationships/notesMaster" Target="/ppt/notesMasters/notesMaster1.xml" Id="Rd93bd27bb89f4e15"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0ee4f7f0fc604c20" /><Relationship Type="http://schemas.openxmlformats.org/officeDocument/2006/relationships/notesMaster" Target="/ppt/notesMasters/notesMaster1.xml" Id="Rc95bfb528476402a"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28d5a7bf50b6408b" /><Relationship Type="http://schemas.openxmlformats.org/officeDocument/2006/relationships/notesMaster" Target="/ppt/notesMasters/notesMaster1.xml" Id="R9a4b8eda0ecc43f3"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2611cc2aa90d475b" /><Relationship Type="http://schemas.openxmlformats.org/officeDocument/2006/relationships/notesMaster" Target="/ppt/notesMasters/notesMaster1.xml" Id="Ra3112e18b62d49c6"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4cf97ce4fea24a2a" /><Relationship Type="http://schemas.openxmlformats.org/officeDocument/2006/relationships/notesMaster" Target="/ppt/notesMasters/notesMaster1.xml" Id="R69aff86c7893491d"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5a9da503f9d748fa" /><Relationship Type="http://schemas.openxmlformats.org/officeDocument/2006/relationships/notesMaster" Target="/ppt/notesMasters/notesMaster1.xml" Id="R8680ed41afc44882"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ed029943c6614de5" /><Relationship Type="http://schemas.openxmlformats.org/officeDocument/2006/relationships/notesMaster" Target="/ppt/notesMasters/notesMaster1.xml" Id="Rf222cb53beea4f49"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c6bcbecde8bd4120" /><Relationship Type="http://schemas.openxmlformats.org/officeDocument/2006/relationships/notesMaster" Target="/ppt/notesMasters/notesMaster1.xml" Id="R560e2fb860894adb"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10 s. Somos 5.5. Con OMNI ayudamos a Brasper a conectar su atención comercial con cada operación de cambio entre Perú y Brasil.</a:t>
            </a:r>
          </a:p>
          <a:p xmlns:a="http://schemas.openxmlformats.org/drawingml/2006/main">
            <a:r>
              <a:t/>
            </a:r>
          </a:p>
          <a:p xmlns:a="http://schemas.openxmlformats.org/drawingml/2006/main">
            <a:r>
              <a:t>Fuentes y metodología: FUENTES_Y_ALCANCE.md, COSTOS_TECNOLOGICOS.md y RESUMEN_CALCULOS.md, junto a la versión web en https://github.com/jordyalania/brasper-global-connect/tree/main/presentacion-final/7-minutos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15 s. David desarrolló WhatsApp; Binni, la app y el backend; Jordy, la web; y Melani, el backoffice. Trabajamos por módulos, sobre un mismo recorrido: que el cliente avance y el equipo pueda acompañarlo.</a:t>
            </a:r>
          </a:p>
          <a:p xmlns:a="http://schemas.openxmlformats.org/drawingml/2006/main">
            <a:r>
              <a:t/>
            </a:r>
          </a:p>
          <a:p xmlns:a="http://schemas.openxmlformats.org/drawingml/2006/main">
            <a:r>
              <a:t>Fuentes y metodología: FUENTES_Y_ALCANCE.md, COSTOS_TECNOLOGICOS.md y RESUMEN_CALCULOS.md, junto a la versión web en https://github.com/jordyalania/brasper-global-connect/tree/main/presentacion-final/7-minutos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30 s. El pedido inicial era automatizar facturación. Nuestra experiencia en consultoría nos llevó a preguntar por todo el proceso: cómo llega el cliente, dónde espera y qué información vuelve a digitarse. TI ya tenía encaminada una solución para facturación. Al revisar chats y datos encontramos una oportunidad de mayor alcance: potenciar ventas y mejorar la experiencia desde la primera consulta.</a:t>
            </a:r>
          </a:p>
          <a:p xmlns:a="http://schemas.openxmlformats.org/drawingml/2006/main">
            <a:r>
              <a:t/>
            </a:r>
          </a:p>
          <a:p xmlns:a="http://schemas.openxmlformats.org/drawingml/2006/main">
            <a:r>
              <a:t>Fuentes y metodología: FUENTES_Y_ALCANCE.md, COSTOS_TECNOLOGICOS.md y RESUMEN_CALCULOS.md, junto a la versión web en https://github.com/jordyalania/brasper-global-connect/tree/main/presentacion-final/7-minutos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30 s. Brasper recibe, en promedio, ciento treinta y un chats al día. Sesenta y siete terminan en transferencia y sesenta y cuatro se quedan en cotización. La conversión ronda el cincuenta y uno por ciento. Con datos disponibles y autorización, el equipo puede investigar qué los desmotivó, retomar el contacto y sugerir una alternativa. La oportunidad es aprender y acompañar, no dar por perdida cada consulta.</a:t>
            </a:r>
          </a:p>
          <a:p xmlns:a="http://schemas.openxmlformats.org/drawingml/2006/main">
            <a:r>
              <a:t/>
            </a:r>
          </a:p>
          <a:p xmlns:a="http://schemas.openxmlformats.org/drawingml/2006/main">
            <a:r>
              <a:t>Fuentes y metodología: FUENTES_Y_ALCANCE.md, COSTOS_TECNOLOGICOS.md y RESUMEN_CALCULOS.md, junto a la versión web en https://github.com/jordyalania/brasper-global-connect/tree/main/presentacion-final/7-minutos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25 s. OMNI by 5.5 propone cuatro puntos de acceso: WhatsApp, web, app para iOS y app para Android. Cada cliente elige su pantalla y la operación sigue un proceso común sobre Firebase con revisión interna. Las dos apps comparten el módulo móvil; no duplican el backend. La integración de identidad y la publicación en tiendas deben validarse.</a:t>
            </a:r>
          </a:p>
          <a:p xmlns:a="http://schemas.openxmlformats.org/drawingml/2006/main">
            <a:r>
              <a:t/>
            </a:r>
          </a:p>
          <a:p xmlns:a="http://schemas.openxmlformats.org/drawingml/2006/main">
            <a:r>
              <a:t>Fuentes y metodología: FUENTES_Y_ALCANCE.md, COSTOS_TECNOLOGICOS.md y RESUMEN_CALCULOS.md, junto a la versión web en https://github.com/jordyalania/brasper-global-connect/tree/main/presentacion-final/7-minutos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30 s. En WhatsApp, el cliente escribe como habla: quiero enviar quinientos reales a Perú. El agente interpreta la intención y presenta los siguientes pasos. La IA orienta la conversación; las reglas controlan importes y estados. El equipo sigue validando el ingreso. En la siguiente iteración, el cliente también podrá pedir un asesor y transferirle el contexto del caso.</a:t>
            </a:r>
          </a:p>
          <a:p xmlns:a="http://schemas.openxmlformats.org/drawingml/2006/main">
            <a:r>
              <a:t/>
            </a:r>
          </a:p>
          <a:p xmlns:a="http://schemas.openxmlformats.org/drawingml/2006/main">
            <a:r>
              <a:t>Fuentes y metodología: FUENTES_Y_ALCANCE.md, COSTOS_TECNOLOGICOS.md y RESUMEN_CALCULOS.md, junto a la versión web en https://github.com/jordyalania/brasper-global-connect/tree/main/presentacion-final/7-minutos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25 s. La web abre otro camino para el cliente. Cotiza, registra al destinatario, adjunta el comprobante y consulta el estado desde su pantalla. La solicitud puede entrar fuera de horario. El cliente distingue un pago en revisión de un envío registrado, y la asesora recibe información ordenada en lugar de volver a copiar toda la conversación.</a:t>
            </a:r>
          </a:p>
          <a:p xmlns:a="http://schemas.openxmlformats.org/drawingml/2006/main">
            <a:r>
              <a:t/>
            </a:r>
          </a:p>
          <a:p xmlns:a="http://schemas.openxmlformats.org/drawingml/2006/main">
            <a:r>
              <a:t>Fuentes y metodología: FUENTES_Y_ALCANCE.md, COSTOS_TECNOLOGICOS.md y RESUMEN_CALCULOS.md, junto a la versión web en https://github.com/jordyalania/brasper-global-connect/tree/main/presentacion-final/7-minutos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20 s. El backoffice conserva la decisión humana. Reúne operaciones para revisar el ingreso y resolver excepciones. Buscamos reducir digitación repetida y ganar control del caso. Registrar un estado no equivale a ejecutar automáticamente un pago bancario.</a:t>
            </a:r>
          </a:p>
          <a:p xmlns:a="http://schemas.openxmlformats.org/drawingml/2006/main">
            <a:r>
              <a:t/>
            </a:r>
          </a:p>
          <a:p xmlns:a="http://schemas.openxmlformats.org/drawingml/2006/main">
            <a:r>
              <a:t>Fuentes y metodología: FUENTES_Y_ALCANCE.md, COSTOS_TECNOLOGICOS.md y RESUMEN_CALCULOS.md, junto a la versión web en https://github.com/jordyalania/brasper-global-connect/tree/main/presentacion-final/7-minutos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35 s. El impacto se tiene que medir. Primero, conversión de chats a transferencias. Segundo, tiempo por etapa: registro, validación y envío. Tercero, errores y retrabajo por operación. Y cuarto, operaciones por hora del equipo. Ya tenemos una referencia de conversión. Para tiempos y errores necesitamos la línea base del piloto. Eso permitirá demostrar la mejora sin confundir la última actualización de un registro con el tiempo real de una venta.</a:t>
            </a:r>
          </a:p>
          <a:p xmlns:a="http://schemas.openxmlformats.org/drawingml/2006/main">
            <a:r>
              <a:t/>
            </a:r>
          </a:p>
          <a:p xmlns:a="http://schemas.openxmlformats.org/drawingml/2006/main">
            <a:r>
              <a:t>Fuentes y metodología: FUENTES_Y_ALCANCE.md, COSTOS_TECNOLOGICOS.md y RESUMEN_CALCULOS.md, junto a la versión web en https://github.com/jordyalania/brasper-global-connect/tree/main/presentacion-final/7-minutos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25 s. El potencial de crecimiento viene de varias fuentes: recibir intención de compra a cualquier hora, abrir cuatro puntos de acceso y dar una experiencia más clara. Además, el tiempo liberado permite al equipo seguir las cotizaciones pendientes. Queremos entender por qué alguien no compró y probar campañas o cupones que dejen margen. Ese crecimiento se medirá en el piloto.</a:t>
            </a:r>
          </a:p>
          <a:p xmlns:a="http://schemas.openxmlformats.org/drawingml/2006/main">
            <a:r>
              <a:t/>
            </a:r>
          </a:p>
          <a:p xmlns:a="http://schemas.openxmlformats.org/drawingml/2006/main">
            <a:r>
              <a:t>Fuentes y metodología: FUENTES_Y_ALCANCE.md, COSTOS_TECNOLOGICOS.md y RESUMEN_CALCULOS.md, junto a la versión web en https://github.com/jordyalania/brasper-global-connect/tree/main/presentacion-final/7-minutos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25 s. Bien implementada, la automatización puede liberar tiempo equivalente a ciento nueve mil doscientos soles al año, bajo el escenario salarial. El equipo puede capacitarse y dedicar esa capacidad a captar clientes, acompañar consultas y mejorar la conversión. El ahorro es de trabajo operativo y capacidad disponible; no estamos planteando despidos ni afirmando que ese importe ya quedó libre en caja.</a:t>
            </a:r>
          </a:p>
          <a:p xmlns:a="http://schemas.openxmlformats.org/drawingml/2006/main">
            <a:r>
              <a:t/>
            </a:r>
          </a:p>
          <a:p xmlns:a="http://schemas.openxmlformats.org/drawingml/2006/main">
            <a:r>
              <a:t>Fuentes y metodología: FUENTES_Y_ALCANCE.md, COSTOS_TECNOLOGICOS.md y RESUMEN_CALCULOS.md, junto a la versión web en https://github.com/jordyalania/brasper-global-connect/tree/main/presentacion-final/7-minutos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35 s. La puesta en marcha está incluida. Proponemos optimizar WhatsApp agrupando los datos en un formulario: un mensaje de entrada y una confirmación, con apoyo adicional en algunos casos. Aún no está implementado. Con tarifas conservadoras de Meta y reserva, el objetivo baja de tres mil quinientos a mil cuatrocientos soles mensuales. El escenario comercial dejaría dos mil trescientos ochenta antes de otros costos. Noventa y cuatro operaciones nuevas cubrirían esa tecnología. Validaremos costo y experiencia juntos.</a:t>
            </a:r>
          </a:p>
          <a:p xmlns:a="http://schemas.openxmlformats.org/drawingml/2006/main">
            <a:r>
              <a:t/>
            </a:r>
          </a:p>
          <a:p xmlns:a="http://schemas.openxmlformats.org/drawingml/2006/main">
            <a:r>
              <a:t>Fuentes y metodología: FUENTES_Y_ALCANCE.md, COSTOS_TECNOLOGICOS.md y RESUMEN_CALCULOS.md, junto a la versión web en https://github.com/jordyalania/brasper-global-connect/tree/main/presentacion-final/7-minutos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65 s de video, sin voz original. Reproducir manualmente con el botón o la barra espaciadora. Es el video de 64,5 s recuperado del PDF aportado, con datos de presentación y composiciones de arquitectura. No presentarlo como prueba bancaria, fiscal ni certificación de identidad entre canales. Incluye una fila de prueba en USD que no amplía el alcance PEN/BRL de la web. En PDF se conserva un fotograma, sin video incrustado. Si se explica por encima, respetar el tiempo total.</a:t>
            </a:r>
          </a:p>
          <a:p xmlns:a="http://schemas.openxmlformats.org/drawingml/2006/main">
            <a:r>
              <a:t/>
            </a:r>
          </a:p>
          <a:p xmlns:a="http://schemas.openxmlformats.org/drawingml/2006/main">
            <a:r>
              <a:t>Fuentes y metodología: FUENTES_Y_ALCANCE.md, COSTOS_TECNOLOGICOS.md y RESUMEN_CALCULOS.md, junto a la versión web en https://github.com/jordyalania/brasper-global-connect/tree/main/presentacion-final/7-minutos</a:t>
            </a:r>
          </a:p>
          <a:p xmlns:a="http://schemas.openxmlformats.org/drawingml/2006/main">
            <a:r>
              <a:t>Video original: video/proceso.mp4 (duración aproximada de 1 minuto).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30 s. La próxima fase combina personas e inteligencia artificial. Primero, pasar del bot a un asesor con contexto. Después, usar información centralizada para registrar motivos, priorizar consultas y hacer seguimiento. El equipo puede probar campañas y cupones, comparando ventas y margen. Un CRM con IA ayudará a escalar ese trabajo. Más adelante, evaluar un banco o fintech para ampliar la automatización con controles. Cada paso se valida antes de expandirse.</a:t>
            </a:r>
          </a:p>
          <a:p xmlns:a="http://schemas.openxmlformats.org/drawingml/2006/main">
            <a:r>
              <a:t/>
            </a:r>
          </a:p>
          <a:p xmlns:a="http://schemas.openxmlformats.org/drawingml/2006/main">
            <a:r>
              <a:t>Fuentes y metodología: FUENTES_Y_ALCANCE.md, COSTOS_TECNOLOGICOS.md y RESUMEN_CALCULOS.md, junto a la versión web en https://github.com/jordyalania/brasper-global-connect/tree/main/presentacion-final/7-minutos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10 s. OMNI by 5.5: que lleguen, que avancen y que vuelvan. Una experiencia que acompaña el crecimiento de Brasper. El cambio está abierto.</a:t>
            </a:r>
          </a:p>
          <a:p xmlns:a="http://schemas.openxmlformats.org/drawingml/2006/main">
            <a:r>
              <a:t/>
            </a:r>
          </a:p>
          <a:p xmlns:a="http://schemas.openxmlformats.org/drawingml/2006/main">
            <a:r>
              <a:t>Fuentes y metodología: FUENTES_Y_ALCANCE.md, COSTOS_TECNOLOGICOS.md y RESUMEN_CALCULOS.md, junto a la versión web en https://github.com/jordyalania/brasper-global-connect/tree/main/presentacion-final/7-minutos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10 s. Gracias. Somos 5.5. Quedamos atentos a sus preguntas.</a:t>
            </a:r>
          </a:p>
          <a:p xmlns:a="http://schemas.openxmlformats.org/drawingml/2006/main">
            <a:r>
              <a:t/>
            </a:r>
          </a:p>
          <a:p xmlns:a="http://schemas.openxmlformats.org/drawingml/2006/main">
            <a:r>
              <a:t>Fuentes y metodología: FUENTES_Y_ALCANCE.md, COSTOS_TECNOLOGICOS.md y RESUMEN_CALCULOS.md, junto a la versión web en https://github.com/jordyalania/brasper-global-connect/tree/main/presentacion-final/7-minutos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Anexo fuera de tiempo. Recuperación aún por implementar. 192*15=2880. Con 60 operaciones nocturnas distintas, serían 252 y S/3780 antes de costos, solo si no se solapan. No tratar como ROI ni sumar salarios brutos como caja disponible.</a:t>
            </a:r>
          </a:p>
          <a:p xmlns:a="http://schemas.openxmlformats.org/drawingml/2006/main">
            <a:r>
              <a:t/>
            </a:r>
          </a:p>
          <a:p xmlns:a="http://schemas.openxmlformats.org/drawingml/2006/main">
            <a:r>
              <a:t>Fuentes y metodología: FUENTES_Y_ALCANCE.md, COSTOS_TECNOLOGICOS.md y RESUMEN_CALCULOS.md, junto a la versión web en https://github.com/jordyalania/brasper-global-connect/tree/main/presentacion-final/7-minutos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El presupuesto de S/1.400 usa la propuesta de formulario/Flow y dos mensajes más soporte en 10% de los casos; no está implementado. Mantener S/3.500 como referencia sin optimizar. WAHA es alternativa, no costo adicional.</a:t>
            </a:r>
          </a:p>
          <a:p xmlns:a="http://schemas.openxmlformats.org/drawingml/2006/main">
            <a:r>
              <a:t/>
            </a:r>
          </a:p>
          <a:p xmlns:a="http://schemas.openxmlformats.org/drawingml/2006/main">
            <a:r>
              <a:t>Fuentes y metodología: FUENTES_Y_ALCANCE.md, COSTOS_TECNOLOGICOS.md y RESUMEN_CALCULOS.md, junto a la versión web en https://github.com/jordyalania/brasper-global-connect/tree/main/presentacion-final/7-minutos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Anexo fuera de tiempo. Web revisada en f9ae0aa. No reactivar dashboard Supabase para representar el módulo interno de Firebase. La captura de backoffice y WhatsApp procede del material del equipo, no de una prueba externa realizada para esta entrega.</a:t>
            </a:r>
          </a:p>
          <a:p xmlns:a="http://schemas.openxmlformats.org/drawingml/2006/main">
            <a:r>
              <a:t/>
            </a:r>
          </a:p>
          <a:p xmlns:a="http://schemas.openxmlformats.org/drawingml/2006/main">
            <a:r>
              <a:t>Fuentes y metodología: FUENTES_Y_ALCANCE.md, COSTOS_TECNOLOGICOS.md y RESUMEN_CALCULOS.md, junto a la versión web en https://github.com/jordyalania/brasper-global-connect/tree/main/presentacion-final/7-minutos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Anexo fuera de tiempo. Fuentes en ../fuentes/. El PDF de referencia contiene otra dotación y comparaciones de tiempos y costos que no se usan como hechos en esta versión. La mediana de última actualización no se presenta como duración de venta. No se reproduce la proyección 2027 como expectativa oficial.</a:t>
            </a:r>
          </a:p>
          <a:p xmlns:a="http://schemas.openxmlformats.org/drawingml/2006/main">
            <a:r>
              <a:t/>
            </a:r>
          </a:p>
          <a:p xmlns:a="http://schemas.openxmlformats.org/drawingml/2006/main">
            <a:r>
              <a:t>Fuentes y metodología: FUENTES_Y_ALCANCE.md, COSTOS_TECNOLOGICOS.md y RESUMEN_CALCULOS.md, junto a la versión web en https://github.com/jordyalania/brasper-global-connect/tree/main/presentacion-final/7-minutos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Anexo fuera del tiempo de exposición. Los próximos pasos se priorizan con el negocio y no equivalen a funcionalidades implementadas. La atención híbrida mantiene los mismos tres canales: el humano es una modalidad de atención, no un cuarto canal.</a:t>
            </a:r>
          </a:p>
          <a:p xmlns:a="http://schemas.openxmlformats.org/drawingml/2006/main">
            <a:r>
              <a:t/>
            </a:r>
          </a:p>
          <a:p xmlns:a="http://schemas.openxmlformats.org/drawingml/2006/main">
            <a:r>
              <a:t>Fuentes y metodología: FUENTES_Y_ALCANCE.md, COSTOS_TECNOLOGICOS.md y RESUMEN_CALCULOS.md, junto a la versión web en https://github.com/jordyalania/brasper-global-connect/tree/main/presentacion-final/7-minutos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Fuentes oficiales y supuestos detallados en COSTOS_TECNOLOGICOS.md. La base usa WAHA en VPS, no Cloud API oficial. No incluye honorarios, impuestos ni pagos bancarios. Los S/300 del primer mes no se duplican como costo de instalación.</a:t>
            </a:r>
          </a:p>
          <a:p xmlns:a="http://schemas.openxmlformats.org/drawingml/2006/main">
            <a:r>
              <a:t/>
            </a:r>
          </a:p>
          <a:p xmlns:a="http://schemas.openxmlformats.org/drawingml/2006/main">
            <a:r>
              <a:t>Fuentes y metodología: FUENTES_Y_ALCANCE.md, COSTOS_TECNOLOGICOS.md y RESUMEN_CALCULOS.md, junto a la versión web en https://github.com/jordyalania/brasper-global-connect/tree/main/presentacion-final/7-minutos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Diseño propuesto: un CTA de apertura, captura y validación en formulario con backend, y una confirmación final combinada. No enviar una respuesta de WhatsApp por cada campo. Reservar dos apoyos en 10% de casos. Servicio inicial y ayuda dentro de ventana; si la confirmación llega fuera de ventana, plantilla de utilidad aprobada. No tratar cupones ni campañas como utilidad. Validar entrega, carga de adjuntos, accesibilidad, finalización y necesidad real de ayuda.</a:t>
            </a:r>
          </a:p>
          <a:p xmlns:a="http://schemas.openxmlformats.org/drawingml/2006/main">
            <a:r>
              <a:t/>
            </a:r>
          </a:p>
          <a:p xmlns:a="http://schemas.openxmlformats.org/drawingml/2006/main">
            <a:r>
              <a:t>Fuentes y metodología: FUENTES_Y_ALCANCE.md, COSTOS_TECNOLOGICOS.md y RESUMEN_CALCULOS.md, junto a la versión web en https://github.com/jordyalania/brasper-global-connect/tree/main/presentacion-final/7-minutos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La automatización es híbrida: el modelo interpreta y redacta; las reglas y los estados controlan el proceso financiero, con revisión humana. El saludo revisado en el código dice asistente virtual, pero todavía no explicita IA. El aviso de esta lámina es una propuesta, no evidencia de despliegue. El D.S. 115-2025-PCM desarrolla la Ley 31814: el art. 25.1 trata la transparencia para sistemas de riesgo alto; el 25.2 contempla etiquetado visible cuando sea relevante; el 26 exige protección de datos; el 31.2 prevé políticas y protocolos de transparencia del sector privado. No se clasifica automáticamente este chatbot como riesgo alto. Los plazos de la primera disposición final dependen del sector y de la condición MYPE. No afirmar cumplimiento total ni certificación sin verificar alcance, datos y despliegue. Fuente oficial consultada 15/10/2026: https://busquedas.elperuano.pe/dispositivo/NL/2436426-1</a:t>
            </a:r>
          </a:p>
          <a:p xmlns:a="http://schemas.openxmlformats.org/drawingml/2006/main">
            <a:r>
              <a:t/>
            </a:r>
          </a:p>
          <a:p xmlns:a="http://schemas.openxmlformats.org/drawingml/2006/main">
            <a:r>
              <a:t>Fuentes y metodología: FUENTES_Y_ALCANCE.md, COSTOS_TECNOLOGICOS.md y RESUMEN_CALCULOS.md, junto a la versión web en https://github.com/jordyalania/brasper-global-connect/tree/main/presentacion-final/7-minutos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26d682cb2bda41b9"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0956f944722d4aa7"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3b59957c0c454326"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1ae96bfcaa394f20"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05d0919fe07a4f0d"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85fda415c81f4da1"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0FE881E9-F371-47CC-B75E-FA872D46F9F5}"/>
              </a:ext>
            </a:extLst>
          </p:cNvPr>
          <p:cNvSpPr>
            <a:spLocks xmlns:a="http://schemas.openxmlformats.org/drawingml/2006/main" noGrp="1"/>
          </p:cNvSpPr>
          <p:nvPr>
            <p:ph type="title" idx="0"/>
          </p:nvPr>
        </p:nvSpPr>
        <p:spPr>
          <a:xfrm xmlns:a="http://schemas.openxmlformats.org/drawingml/2006/main">
            <a:off x="932459" y="1982826"/>
            <a:ext cx="7459675" cy="758139"/>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3671"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C9466274-0101-4E69-B1E9-0064DCEAB5A1}"/>
              </a:ext>
            </a:extLst>
          </p:cNvPr>
          <p:cNvSpPr>
            <a:spLocks xmlns:a="http://schemas.openxmlformats.org/drawingml/2006/main" noGrp="1"/>
          </p:cNvSpPr>
          <p:nvPr>
            <p:ph type="subTitle" idx="1"/>
          </p:nvPr>
        </p:nvSpPr>
        <p:spPr>
          <a:xfrm xmlns:a="http://schemas.openxmlformats.org/drawingml/2006/main">
            <a:off x="1398689" y="2886761"/>
            <a:ext cx="6527216" cy="583184"/>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1606"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26C6896F-B6F0-43BF-9D4A-F384C357C766}"/>
              </a:ext>
            </a:extLst>
          </p:cNvPr>
          <p:cNvSpPr>
            <a:spLocks xmlns:a="http://schemas.openxmlformats.org/drawingml/2006/main" noGrp="1"/>
          </p:cNvSpPr>
          <p:nvPr>
            <p:ph type="title" idx="0"/>
          </p:nvPr>
        </p:nvSpPr>
        <p:spPr>
          <a:xfrm xmlns:a="http://schemas.openxmlformats.org/drawingml/2006/main">
            <a:off x="932459" y="2186940"/>
            <a:ext cx="7459675" cy="874776"/>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3212"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ACA0B082-1255-4FF1-8339-9AA6C0E89011}"/>
              </a:ext>
            </a:extLst>
          </p:cNvPr>
          <p:cNvSpPr>
            <a:spLocks xmlns:a="http://schemas.openxmlformats.org/drawingml/2006/main" noGrp="1"/>
          </p:cNvSpPr>
          <p:nvPr>
            <p:ph type="title" idx="0"/>
          </p:nvPr>
        </p:nvSpPr>
        <p:spPr>
          <a:xfrm xmlns:a="http://schemas.openxmlformats.org/drawingml/2006/main">
            <a:off x="524508" y="408229"/>
            <a:ext cx="8275577" cy="641502"/>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524"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A553D561-FBAF-4CC6-93D8-275FB2BE76EC}"/>
              </a:ext>
            </a:extLst>
          </p:cNvPr>
          <p:cNvSpPr>
            <a:spLocks xmlns:a="http://schemas.openxmlformats.org/drawingml/2006/main" noGrp="1"/>
          </p:cNvSpPr>
          <p:nvPr>
            <p:ph type="body" idx="1"/>
          </p:nvPr>
        </p:nvSpPr>
        <p:spPr>
          <a:xfrm xmlns:a="http://schemas.openxmlformats.org/drawingml/2006/main">
            <a:off x="524508" y="1457960"/>
            <a:ext cx="8275577" cy="326583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1721" b="0">
                <a:solidFill>
                  <a:schemeClr val="tx1"/>
                </a:solidFill>
                <a:latin typeface="+mn-lt"/>
                <a:ea typeface="+mn-lt"/>
                <a:cs typeface="+mn-lt"/>
              </a:defRPr>
            </a:defPPr>
            <a:lvl1pPr marL="174836" indent="-174836">
              <a:lnSpc>
                <a:spcPct val="110000"/>
              </a:lnSpc>
              <a:spcBef>
                <a:spcPts val="0"/>
              </a:spcBef>
              <a:spcAft>
                <a:spcPts val="918"/>
              </a:spcAft>
              <a:buChar char="•"/>
            </a:lvl1pPr>
            <a:lvl2pPr marL="407951" indent="-174836">
              <a:lnSpc>
                <a:spcPct val="110000"/>
              </a:lnSpc>
              <a:spcBef>
                <a:spcPts val="0"/>
              </a:spcBef>
              <a:spcAft>
                <a:spcPts val="918"/>
              </a:spcAft>
              <a:buChar char="•"/>
            </a:lvl2pPr>
            <a:lvl3pPr marL="641066" indent="-174836">
              <a:lnSpc>
                <a:spcPct val="110000"/>
              </a:lnSpc>
              <a:spcBef>
                <a:spcPts val="0"/>
              </a:spcBef>
              <a:spcAft>
                <a:spcPts val="918"/>
              </a:spcAft>
              <a:buChar char="•"/>
            </a:lvl3pPr>
            <a:lvl4pPr marL="874181" indent="-174836">
              <a:lnSpc>
                <a:spcPct val="110000"/>
              </a:lnSpc>
              <a:spcBef>
                <a:spcPts val="0"/>
              </a:spcBef>
              <a:spcAft>
                <a:spcPts val="918"/>
              </a:spcAft>
              <a:buChar char="•"/>
            </a:lvl4pPr>
            <a:lvl5pPr marL="1107296" indent="-174836">
              <a:lnSpc>
                <a:spcPct val="110000"/>
              </a:lnSpc>
              <a:spcBef>
                <a:spcPts val="0"/>
              </a:spcBef>
              <a:spcAft>
                <a:spcPts val="918"/>
              </a:spcAft>
              <a:buChar char="•"/>
            </a:lvl5pPr>
            <a:lvl6pPr marL="1340410" indent="-174836">
              <a:lnSpc>
                <a:spcPct val="110000"/>
              </a:lnSpc>
              <a:spcBef>
                <a:spcPts val="0"/>
              </a:spcBef>
              <a:spcAft>
                <a:spcPts val="918"/>
              </a:spcAft>
              <a:buChar char="•"/>
            </a:lvl6pPr>
            <a:lvl7pPr marL="1573525" indent="-174836">
              <a:lnSpc>
                <a:spcPct val="110000"/>
              </a:lnSpc>
              <a:spcBef>
                <a:spcPts val="0"/>
              </a:spcBef>
              <a:spcAft>
                <a:spcPts val="918"/>
              </a:spcAft>
              <a:buChar char="•"/>
            </a:lvl7pPr>
            <a:lvl8pPr marL="1806640" indent="-174836">
              <a:lnSpc>
                <a:spcPct val="110000"/>
              </a:lnSpc>
              <a:spcBef>
                <a:spcPts val="0"/>
              </a:spcBef>
              <a:spcAft>
                <a:spcPts val="918"/>
              </a:spcAft>
              <a:buChar char="•"/>
            </a:lvl8pPr>
            <a:lvl9pPr marL="2039755" indent="-174836">
              <a:lnSpc>
                <a:spcPct val="110000"/>
              </a:lnSpc>
              <a:spcBef>
                <a:spcPts val="0"/>
              </a:spcBef>
              <a:spcAft>
                <a:spcPts val="918"/>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1B965A9F-F359-48A5-972E-CFC2F3958DB7}"/>
              </a:ext>
            </a:extLst>
          </p:cNvPr>
          <p:cNvSpPr>
            <a:spLocks xmlns:a="http://schemas.openxmlformats.org/drawingml/2006/main" noGrp="1"/>
          </p:cNvSpPr>
          <p:nvPr>
            <p:ph type="title" idx="0"/>
          </p:nvPr>
        </p:nvSpPr>
        <p:spPr>
          <a:xfrm xmlns:a="http://schemas.openxmlformats.org/drawingml/2006/main">
            <a:off x="524508" y="408229"/>
            <a:ext cx="8275577" cy="641502"/>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524"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5CF3F9AF-152F-4B5E-AE7A-8079A9F9653C}"/>
              </a:ext>
            </a:extLst>
          </p:cNvPr>
          <p:cNvSpPr>
            <a:spLocks xmlns:a="http://schemas.openxmlformats.org/drawingml/2006/main" noGrp="1"/>
          </p:cNvSpPr>
          <p:nvPr>
            <p:ph type="body" idx="1"/>
          </p:nvPr>
        </p:nvSpPr>
        <p:spPr>
          <a:xfrm xmlns:a="http://schemas.openxmlformats.org/drawingml/2006/main">
            <a:off x="524508" y="1457960"/>
            <a:ext cx="3846395" cy="326583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1606" b="0">
                <a:solidFill>
                  <a:schemeClr val="tx1"/>
                </a:solidFill>
                <a:latin typeface="+mn-lt"/>
                <a:ea typeface="+mn-lt"/>
                <a:cs typeface="+mn-lt"/>
              </a:defRPr>
            </a:defPPr>
            <a:lvl1pPr marL="174836" indent="-174836">
              <a:lnSpc>
                <a:spcPct val="110000"/>
              </a:lnSpc>
              <a:spcBef>
                <a:spcPts val="0"/>
              </a:spcBef>
              <a:spcAft>
                <a:spcPts val="918"/>
              </a:spcAft>
              <a:buChar char="•"/>
            </a:lvl1pPr>
            <a:lvl2pPr marL="407951" indent="-174836">
              <a:lnSpc>
                <a:spcPct val="110000"/>
              </a:lnSpc>
              <a:spcBef>
                <a:spcPts val="0"/>
              </a:spcBef>
              <a:spcAft>
                <a:spcPts val="918"/>
              </a:spcAft>
              <a:buChar char="•"/>
            </a:lvl2pPr>
            <a:lvl3pPr marL="641066" indent="-174836">
              <a:lnSpc>
                <a:spcPct val="110000"/>
              </a:lnSpc>
              <a:spcBef>
                <a:spcPts val="0"/>
              </a:spcBef>
              <a:spcAft>
                <a:spcPts val="918"/>
              </a:spcAft>
              <a:buChar char="•"/>
            </a:lvl3pPr>
            <a:lvl4pPr marL="874181" indent="-174836">
              <a:lnSpc>
                <a:spcPct val="110000"/>
              </a:lnSpc>
              <a:spcBef>
                <a:spcPts val="0"/>
              </a:spcBef>
              <a:spcAft>
                <a:spcPts val="918"/>
              </a:spcAft>
              <a:buChar char="•"/>
            </a:lvl4pPr>
            <a:lvl5pPr marL="1107296" indent="-174836">
              <a:lnSpc>
                <a:spcPct val="110000"/>
              </a:lnSpc>
              <a:spcBef>
                <a:spcPts val="0"/>
              </a:spcBef>
              <a:spcAft>
                <a:spcPts val="918"/>
              </a:spcAft>
              <a:buChar char="•"/>
            </a:lvl5pPr>
            <a:lvl6pPr marL="1340410" indent="-174836">
              <a:lnSpc>
                <a:spcPct val="110000"/>
              </a:lnSpc>
              <a:spcBef>
                <a:spcPts val="0"/>
              </a:spcBef>
              <a:spcAft>
                <a:spcPts val="918"/>
              </a:spcAft>
              <a:buChar char="•"/>
            </a:lvl6pPr>
            <a:lvl7pPr marL="1573525" indent="-174836">
              <a:lnSpc>
                <a:spcPct val="110000"/>
              </a:lnSpc>
              <a:spcBef>
                <a:spcPts val="0"/>
              </a:spcBef>
              <a:spcAft>
                <a:spcPts val="918"/>
              </a:spcAft>
              <a:buChar char="•"/>
            </a:lvl7pPr>
            <a:lvl8pPr marL="1806640" indent="-174836">
              <a:lnSpc>
                <a:spcPct val="110000"/>
              </a:lnSpc>
              <a:spcBef>
                <a:spcPts val="0"/>
              </a:spcBef>
              <a:spcAft>
                <a:spcPts val="918"/>
              </a:spcAft>
              <a:buChar char="•"/>
            </a:lvl8pPr>
            <a:lvl9pPr marL="2039755" indent="-174836">
              <a:lnSpc>
                <a:spcPct val="110000"/>
              </a:lnSpc>
              <a:spcBef>
                <a:spcPts val="0"/>
              </a:spcBef>
              <a:spcAft>
                <a:spcPts val="918"/>
              </a:spcAft>
              <a:buChar cha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6023C04E-A89B-4B62-BF21-F464045E713B}"/>
              </a:ext>
            </a:extLst>
          </p:cNvPr>
          <p:cNvSpPr>
            <a:spLocks xmlns:a="http://schemas.openxmlformats.org/drawingml/2006/main" noGrp="1"/>
          </p:cNvSpPr>
          <p:nvPr>
            <p:ph type="body" idx="2"/>
          </p:nvPr>
        </p:nvSpPr>
        <p:spPr>
          <a:xfrm xmlns:a="http://schemas.openxmlformats.org/drawingml/2006/main">
            <a:off x="4953691" y="1457960"/>
            <a:ext cx="3846395" cy="326583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1606" b="0">
                <a:solidFill>
                  <a:schemeClr val="tx1"/>
                </a:solidFill>
                <a:latin typeface="+mn-lt"/>
                <a:ea typeface="+mn-lt"/>
                <a:cs typeface="+mn-lt"/>
              </a:defRPr>
            </a:defPPr>
            <a:lvl1pPr marL="174836" indent="-174836">
              <a:lnSpc>
                <a:spcPct val="110000"/>
              </a:lnSpc>
              <a:spcBef>
                <a:spcPts val="0"/>
              </a:spcBef>
              <a:spcAft>
                <a:spcPts val="918"/>
              </a:spcAft>
              <a:buChar char="•"/>
            </a:lvl1pPr>
            <a:lvl2pPr marL="407951" indent="-174836">
              <a:lnSpc>
                <a:spcPct val="110000"/>
              </a:lnSpc>
              <a:spcBef>
                <a:spcPts val="0"/>
              </a:spcBef>
              <a:spcAft>
                <a:spcPts val="918"/>
              </a:spcAft>
              <a:buChar char="•"/>
            </a:lvl2pPr>
            <a:lvl3pPr marL="641066" indent="-174836">
              <a:lnSpc>
                <a:spcPct val="110000"/>
              </a:lnSpc>
              <a:spcBef>
                <a:spcPts val="0"/>
              </a:spcBef>
              <a:spcAft>
                <a:spcPts val="918"/>
              </a:spcAft>
              <a:buChar char="•"/>
            </a:lvl3pPr>
            <a:lvl4pPr marL="874181" indent="-174836">
              <a:lnSpc>
                <a:spcPct val="110000"/>
              </a:lnSpc>
              <a:spcBef>
                <a:spcPts val="0"/>
              </a:spcBef>
              <a:spcAft>
                <a:spcPts val="918"/>
              </a:spcAft>
              <a:buChar char="•"/>
            </a:lvl4pPr>
            <a:lvl5pPr marL="1107296" indent="-174836">
              <a:lnSpc>
                <a:spcPct val="110000"/>
              </a:lnSpc>
              <a:spcBef>
                <a:spcPts val="0"/>
              </a:spcBef>
              <a:spcAft>
                <a:spcPts val="918"/>
              </a:spcAft>
              <a:buChar char="•"/>
            </a:lvl5pPr>
            <a:lvl6pPr marL="1340410" indent="-174836">
              <a:lnSpc>
                <a:spcPct val="110000"/>
              </a:lnSpc>
              <a:spcBef>
                <a:spcPts val="0"/>
              </a:spcBef>
              <a:spcAft>
                <a:spcPts val="918"/>
              </a:spcAft>
              <a:buChar char="•"/>
            </a:lvl6pPr>
            <a:lvl7pPr marL="1573525" indent="-174836">
              <a:lnSpc>
                <a:spcPct val="110000"/>
              </a:lnSpc>
              <a:spcBef>
                <a:spcPts val="0"/>
              </a:spcBef>
              <a:spcAft>
                <a:spcPts val="918"/>
              </a:spcAft>
              <a:buChar char="•"/>
            </a:lvl7pPr>
            <a:lvl8pPr marL="1806640" indent="-174836">
              <a:lnSpc>
                <a:spcPct val="110000"/>
              </a:lnSpc>
              <a:spcBef>
                <a:spcPts val="0"/>
              </a:spcBef>
              <a:spcAft>
                <a:spcPts val="918"/>
              </a:spcAft>
              <a:buChar char="•"/>
            </a:lvl8pPr>
            <a:lvl9pPr marL="2039755" indent="-174836">
              <a:lnSpc>
                <a:spcPct val="110000"/>
              </a:lnSpc>
              <a:spcBef>
                <a:spcPts val="0"/>
              </a:spcBef>
              <a:spcAft>
                <a:spcPts val="918"/>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90776FF1-F37E-4FD9-8F99-DD6BD6E9B3B1}"/>
              </a:ext>
            </a:extLst>
          </p:cNvPr>
          <p:cNvSpPr>
            <a:spLocks xmlns:a="http://schemas.openxmlformats.org/drawingml/2006/main" noGrp="1"/>
          </p:cNvSpPr>
          <p:nvPr>
            <p:ph type="title" idx="0"/>
          </p:nvPr>
        </p:nvSpPr>
        <p:spPr>
          <a:xfrm xmlns:a="http://schemas.openxmlformats.org/drawingml/2006/main">
            <a:off x="524508" y="408229"/>
            <a:ext cx="8275577" cy="641502"/>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524"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43815FAA-3E0C-4667-AFAE-2C1106BE089F}"/>
              </a:ext>
            </a:extLst>
          </p:cNvPr>
          <p:cNvSpPr>
            <a:spLocks xmlns:a="http://schemas.openxmlformats.org/drawingml/2006/main" noGrp="1"/>
          </p:cNvSpPr>
          <p:nvPr>
            <p:ph type="body" idx="1"/>
          </p:nvPr>
        </p:nvSpPr>
        <p:spPr>
          <a:xfrm xmlns:a="http://schemas.openxmlformats.org/drawingml/2006/main">
            <a:off x="524508" y="1457960"/>
            <a:ext cx="3846395" cy="326583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1721" b="0">
                <a:solidFill>
                  <a:schemeClr val="tx1"/>
                </a:solidFill>
                <a:latin typeface="+mn-lt"/>
                <a:ea typeface="+mn-lt"/>
                <a:cs typeface="+mn-lt"/>
              </a:defRPr>
            </a:defPPr>
            <a:lvl1pPr marL="174836" indent="-174836">
              <a:lnSpc>
                <a:spcPct val="110000"/>
              </a:lnSpc>
              <a:spcBef>
                <a:spcPts val="0"/>
              </a:spcBef>
              <a:spcAft>
                <a:spcPts val="918"/>
              </a:spcAft>
              <a:buChar char="•"/>
            </a:lvl1pPr>
            <a:lvl2pPr marL="407951" indent="-174836">
              <a:lnSpc>
                <a:spcPct val="110000"/>
              </a:lnSpc>
              <a:spcBef>
                <a:spcPts val="0"/>
              </a:spcBef>
              <a:spcAft>
                <a:spcPts val="918"/>
              </a:spcAft>
              <a:buChar char="•"/>
            </a:lvl2pPr>
            <a:lvl3pPr marL="641066" indent="-174836">
              <a:lnSpc>
                <a:spcPct val="110000"/>
              </a:lnSpc>
              <a:spcBef>
                <a:spcPts val="0"/>
              </a:spcBef>
              <a:spcAft>
                <a:spcPts val="918"/>
              </a:spcAft>
              <a:buChar char="•"/>
            </a:lvl3pPr>
            <a:lvl4pPr marL="874181" indent="-174836">
              <a:lnSpc>
                <a:spcPct val="110000"/>
              </a:lnSpc>
              <a:spcBef>
                <a:spcPts val="0"/>
              </a:spcBef>
              <a:spcAft>
                <a:spcPts val="918"/>
              </a:spcAft>
              <a:buChar char="•"/>
            </a:lvl4pPr>
            <a:lvl5pPr marL="1107296" indent="-174836">
              <a:lnSpc>
                <a:spcPct val="110000"/>
              </a:lnSpc>
              <a:spcBef>
                <a:spcPts val="0"/>
              </a:spcBef>
              <a:spcAft>
                <a:spcPts val="918"/>
              </a:spcAft>
              <a:buChar char="•"/>
            </a:lvl5pPr>
            <a:lvl6pPr marL="1340410" indent="-174836">
              <a:lnSpc>
                <a:spcPct val="110000"/>
              </a:lnSpc>
              <a:spcBef>
                <a:spcPts val="0"/>
              </a:spcBef>
              <a:spcAft>
                <a:spcPts val="918"/>
              </a:spcAft>
              <a:buChar char="•"/>
            </a:lvl6pPr>
            <a:lvl7pPr marL="1573525" indent="-174836">
              <a:lnSpc>
                <a:spcPct val="110000"/>
              </a:lnSpc>
              <a:spcBef>
                <a:spcPts val="0"/>
              </a:spcBef>
              <a:spcAft>
                <a:spcPts val="918"/>
              </a:spcAft>
              <a:buChar char="•"/>
            </a:lvl7pPr>
            <a:lvl8pPr marL="1806640" indent="-174836">
              <a:lnSpc>
                <a:spcPct val="110000"/>
              </a:lnSpc>
              <a:spcBef>
                <a:spcPts val="0"/>
              </a:spcBef>
              <a:spcAft>
                <a:spcPts val="918"/>
              </a:spcAft>
              <a:buChar char="•"/>
            </a:lvl8pPr>
            <a:lvl9pPr marL="2039755" indent="-174836">
              <a:lnSpc>
                <a:spcPct val="110000"/>
              </a:lnSpc>
              <a:spcBef>
                <a:spcPts val="0"/>
              </a:spcBef>
              <a:spcAft>
                <a:spcPts val="918"/>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95cc5ee54a9f4674" /><Relationship Type="http://schemas.openxmlformats.org/officeDocument/2006/relationships/slideLayout" Target="/ppt/slideLayouts/slideLayout1.xml" Id="R76df99cf41cd433c" /><Relationship Type="http://schemas.openxmlformats.org/officeDocument/2006/relationships/slideLayout" Target="/ppt/slideLayouts/slideLayout2.xml" Id="R37bbb7399d5a41e1" /><Relationship Type="http://schemas.openxmlformats.org/officeDocument/2006/relationships/slideLayout" Target="/ppt/slideLayouts/slideLayout3.xml" Id="R533f6b268fc74c0f" /><Relationship Type="http://schemas.openxmlformats.org/officeDocument/2006/relationships/slideLayout" Target="/ppt/slideLayouts/slideLayout4.xml" Id="Rf8eb21f601534a7a" /><Relationship Type="http://schemas.openxmlformats.org/officeDocument/2006/relationships/slideLayout" Target="/ppt/slideLayouts/slideLayout5.xml" Id="Rbb4dea54c88a4b02" /><Relationship Type="http://schemas.openxmlformats.org/officeDocument/2006/relationships/slideLayout" Target="/ppt/slideLayouts/slideLayout6.xml" Id="R4448e13a814d406e"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76df99cf41cd433c"/>
    <p:sldLayoutId xmlns:r="http://schemas.openxmlformats.org/officeDocument/2006/relationships" id="2147483650" r:id="R37bbb7399d5a41e1"/>
    <p:sldLayoutId xmlns:r="http://schemas.openxmlformats.org/officeDocument/2006/relationships" id="2147483651" r:id="R533f6b268fc74c0f"/>
    <p:sldLayoutId xmlns:r="http://schemas.openxmlformats.org/officeDocument/2006/relationships" id="2147483652" r:id="Rf8eb21f601534a7a"/>
    <p:sldLayoutId xmlns:r="http://schemas.openxmlformats.org/officeDocument/2006/relationships" id="2147483653" r:id="Rbb4dea54c88a4b02"/>
    <p:sldLayoutId xmlns:r="http://schemas.openxmlformats.org/officeDocument/2006/relationships" id="2147483654" r:id="R4448e13a814d406e"/>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e171a8549a804b94" /><Relationship Type="http://schemas.openxmlformats.org/officeDocument/2006/relationships/image" Target="/ppt/media/image.png" Id="Rd1f54358c22b43d5" /><Relationship Type="http://schemas.openxmlformats.org/officeDocument/2006/relationships/notesSlide" Target="/ppt/notesSlides/notesSlide1.xml" Id="R58dc9cfda4fe4264"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68ba61e7f2ce4f2d" /><Relationship Type="http://schemas.openxmlformats.org/officeDocument/2006/relationships/image" Target="/ppt/media/image2.png" Id="R5a547c78dfe14521" /><Relationship Type="http://schemas.openxmlformats.org/officeDocument/2006/relationships/notesSlide" Target="/ppt/notesSlides/notesSlide2.xml" Id="R72ca6fe852474933"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5dc8d7a4a8454f8c" /><Relationship Type="http://schemas.openxmlformats.org/officeDocument/2006/relationships/image" Target="/ppt/media/image3.png" Id="R662ec19908ba48b6" /><Relationship Type="http://schemas.openxmlformats.org/officeDocument/2006/relationships/notesSlide" Target="/ppt/notesSlides/notesSlide3.xml" Id="R331aee5065a642e2"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66fbae1880d3426e" /><Relationship Type="http://schemas.openxmlformats.org/officeDocument/2006/relationships/image" Target="/ppt/media/image4.png" Id="R5723733cddcf4f06" /><Relationship Type="http://schemas.openxmlformats.org/officeDocument/2006/relationships/notesSlide" Target="/ppt/notesSlides/notesSlide4.xml" Id="R3cdf71ab17924b8e"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2a1c0d51626949d1" /><Relationship Type="http://schemas.openxmlformats.org/officeDocument/2006/relationships/image" Target="/ppt/media/image5.png" Id="Rca097b9e7a2a4836" /><Relationship Type="http://schemas.openxmlformats.org/officeDocument/2006/relationships/notesSlide" Target="/ppt/notesSlides/notesSlide5.xml" Id="R89108345ca0a47ab"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428c2a4945a34f66" /><Relationship Type="http://schemas.openxmlformats.org/officeDocument/2006/relationships/image" Target="/ppt/media/image6.png" Id="Rffe51acc50a04d92" /><Relationship Type="http://schemas.openxmlformats.org/officeDocument/2006/relationships/notesSlide" Target="/ppt/notesSlides/notesSlide6.xml" Id="R291ed61454de468e"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299f289de334431d" /><Relationship Type="http://schemas.openxmlformats.org/officeDocument/2006/relationships/image" Target="/ppt/media/image7.png" Id="Rc6b56aacc5894532" /><Relationship Type="http://schemas.openxmlformats.org/officeDocument/2006/relationships/notesSlide" Target="/ppt/notesSlides/notesSlide7.xml" Id="R0fdf99d708234526"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f15010339f5f4234" /><Relationship Type="http://schemas.openxmlformats.org/officeDocument/2006/relationships/image" Target="/ppt/media/image8.png" Id="Rabe76610832e49ee" /><Relationship Type="http://schemas.openxmlformats.org/officeDocument/2006/relationships/notesSlide" Target="/ppt/notesSlides/notesSlide8.xml" Id="Rc6202ab0c72a4902"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25313b37f31c47c4" /><Relationship Type="http://schemas.openxmlformats.org/officeDocument/2006/relationships/image" Target="/ppt/media/image9.png" Id="R7be01654c673498e" /><Relationship Type="http://schemas.openxmlformats.org/officeDocument/2006/relationships/notesSlide" Target="/ppt/notesSlides/notesSlide9.xml" Id="R76d2b9e5918f40b3"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a922cf7181f04d5a" /><Relationship Type="http://schemas.openxmlformats.org/officeDocument/2006/relationships/image" Target="/ppt/media/image10.png" Id="Rcaaff093e69c4d62" /><Relationship Type="http://schemas.openxmlformats.org/officeDocument/2006/relationships/notesSlide" Target="/ppt/notesSlides/notesSlide10.xml" Id="Rbe0d035fbd874d6f"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fb1723c594d1481f" /><Relationship Type="http://schemas.openxmlformats.org/officeDocument/2006/relationships/image" Target="/ppt/media/image11.png" Id="R79875f5917774b4c" /><Relationship Type="http://schemas.openxmlformats.org/officeDocument/2006/relationships/notesSlide" Target="/ppt/notesSlides/notesSlide11.xml" Id="R50cf4c40573f4ddf"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c4f89c34e6c44fdc" /><Relationship Type="http://schemas.openxmlformats.org/officeDocument/2006/relationships/image" Target="/ppt/media/image12.png" Id="R9d2298e05f3e4182" /><Relationship Type="http://schemas.openxmlformats.org/officeDocument/2006/relationships/notesSlide" Target="/ppt/notesSlides/notesSlide12.xml" Id="Rd918abf9927d4e18" /></Relationships>
</file>

<file path=ppt/slides/_rels/slide13.xml.rels><Relationships xmlns="http://schemas.openxmlformats.org/package/2006/relationships"><Relationship Type="http://schemas.openxmlformats.org/officeDocument/2006/relationships/slideLayout" Target="/ppt/slideLayouts/slideLayout6.xml" Id="R4ca1d219985e4867"/><Relationship Type="http://schemas.openxmlformats.org/officeDocument/2006/relationships/image" Target="/ppt/media/image13.png" Id="Rdb3f13ad23fc4401"/><Relationship Type="http://schemas.openxmlformats.org/officeDocument/2006/relationships/notesSlide" Target="/ppt/notesSlides/notesSlide13.xml" Id="R96589b156fcf4f1c"/><Relationship Id="rIdOmniVideo" Type="http://schemas.openxmlformats.org/officeDocument/2006/relationships/video" Target="../media/omni-proceso.mp4"/><Relationship Id="rIdOmniMedia" Type="http://schemas.microsoft.com/office/2007/relationships/media" Target="../media/omni-proceso.mp4"/><Relationship Id="rIdOmniPoster" Type="http://schemas.openxmlformats.org/officeDocument/2006/relationships/image" Target="../media/omni-video-poster.png"/></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ec186ac3dd0c4008" /><Relationship Type="http://schemas.openxmlformats.org/officeDocument/2006/relationships/image" Target="/ppt/media/image14.png" Id="R0ac649dbdb544b65" /><Relationship Type="http://schemas.openxmlformats.org/officeDocument/2006/relationships/notesSlide" Target="/ppt/notesSlides/notesSlide14.xml" Id="R2ae25416220f44d3"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c1e4e00dc24b4ecd" /><Relationship Type="http://schemas.openxmlformats.org/officeDocument/2006/relationships/image" Target="/ppt/media/image15.png" Id="R30fcc4388bd74c9a" /><Relationship Type="http://schemas.openxmlformats.org/officeDocument/2006/relationships/notesSlide" Target="/ppt/notesSlides/notesSlide15.xml" Id="Rdcddcf8cd11c4ea8"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d5f018bb35f74c9f" /><Relationship Type="http://schemas.openxmlformats.org/officeDocument/2006/relationships/image" Target="/ppt/media/image16.png" Id="Re926bd60d846400c" /><Relationship Type="http://schemas.openxmlformats.org/officeDocument/2006/relationships/notesSlide" Target="/ppt/notesSlides/notesSlide16.xml" Id="Rd312ac64d3484584"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40aef150d8354b9f" /><Relationship Type="http://schemas.openxmlformats.org/officeDocument/2006/relationships/image" Target="/ppt/media/image17.png" Id="Radca9c67890a497b" /><Relationship Type="http://schemas.openxmlformats.org/officeDocument/2006/relationships/notesSlide" Target="/ppt/notesSlides/notesSlide17.xml" Id="Rda512d6f5fec401c"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281ea992db4549d9" /><Relationship Type="http://schemas.openxmlformats.org/officeDocument/2006/relationships/image" Target="/ppt/media/image18.png" Id="R6218098fa56e40d4" /><Relationship Type="http://schemas.openxmlformats.org/officeDocument/2006/relationships/notesSlide" Target="/ppt/notesSlides/notesSlide18.xml" Id="R868a0d0449204baa"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293f438b13b4466b" /><Relationship Type="http://schemas.openxmlformats.org/officeDocument/2006/relationships/image" Target="/ppt/media/image19.png" Id="R6037097473d34684" /><Relationship Type="http://schemas.openxmlformats.org/officeDocument/2006/relationships/notesSlide" Target="/ppt/notesSlides/notesSlide19.xml" Id="R0fbdcf494a17465c"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0b519b70e91b4679" /><Relationship Type="http://schemas.openxmlformats.org/officeDocument/2006/relationships/image" Target="/ppt/media/image20.png" Id="Rcbc4f388f0054248" /><Relationship Type="http://schemas.openxmlformats.org/officeDocument/2006/relationships/notesSlide" Target="/ppt/notesSlides/notesSlide20.xml" Id="Rac04e0278daf45f1"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304bcc5dfc464294" /><Relationship Type="http://schemas.openxmlformats.org/officeDocument/2006/relationships/image" Target="/ppt/media/image21.png" Id="R3dfb70eb44e64926" /><Relationship Type="http://schemas.openxmlformats.org/officeDocument/2006/relationships/notesSlide" Target="/ppt/notesSlides/notesSlide21.xml" Id="R0552683d96fa4970"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87a1146c558f4260" /><Relationship Type="http://schemas.openxmlformats.org/officeDocument/2006/relationships/image" Target="/ppt/media/image22.png" Id="R11039da465ce4224" /><Relationship Type="http://schemas.openxmlformats.org/officeDocument/2006/relationships/notesSlide" Target="/ppt/notesSlides/notesSlide22.xml" Id="Ra369e74e1dcf45df"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54c05e469ad3422f" /><Relationship Type="http://schemas.openxmlformats.org/officeDocument/2006/relationships/image" Target="/ppt/media/image23.png" Id="Rd0084da732a044d8" /><Relationship Type="http://schemas.openxmlformats.org/officeDocument/2006/relationships/notesSlide" Target="/ppt/notesSlides/notesSlide23.xml" Id="R7dfa8e7043154085"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5dece3560c784dcc" /><Relationship Type="http://schemas.openxmlformats.org/officeDocument/2006/relationships/image" Target="/ppt/media/image24.png" Id="Rfa8f4f574f2648aa" /><Relationship Type="http://schemas.openxmlformats.org/officeDocument/2006/relationships/notesSlide" Target="/ppt/notesSlides/notesSlide24.xml" Id="R66e046362ef9443d"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pic>
        <p:nvPicPr>
          <p:cNvPr id="8" name="">
            <a:extLst xmlns:a="http://schemas.openxmlformats.org/drawingml/2006/main">
              <a:ext uri="{FF2B5EF4-FFF2-40B4-BE49-F238E27FC236}">
                <a16:creationId xmlns:a16="http://schemas.microsoft.com/office/drawing/2014/main" id="{C23BAA64-B36E-4E51-AB1D-82F8DCC246EB}"/>
              </a:ext>
            </a:extLst>
          </p:cNvPr>
          <p:cNvPicPr>
            <a:picLocks xmlns:a="http://schemas.openxmlformats.org/drawingml/2006/main" noChangeAspect="1"/>
          </p:cNvPicPr>
          <p:nvPr/>
        </p:nvPicPr>
        <p:blipFill>
          <a:blip xmlns:r="http://schemas.openxmlformats.org/officeDocument/2006/relationships" xmlns:a="http://schemas.openxmlformats.org/drawingml/2006/main" r:embed="Rd1f54358c22b43d5"/>
          <a:stretch xmlns:a="http://schemas.openxmlformats.org/drawingml/2006/main"/>
        </p:blipFill>
        <p:spPr>
          <a:xfrm xmlns:a="http://schemas.openxmlformats.org/drawingml/2006/main">
            <a:off x="0" y="0"/>
            <a:ext cx="9324594" cy="5248656"/>
          </a:xfrm>
          <a:prstGeom xmlns:a="http://schemas.openxmlformats.org/drawingml/2006/main" prst="rect">
            <a:avLst/>
          </a:prstGeom>
        </p:spPr>
      </p:pic>
    </p:spTree>
    <p:extLst>
      <p:ext uri="{BB962C8B-B14F-4D97-AF65-F5344CB8AC3E}">
        <p14:creationId xmlns:p14="http://schemas.microsoft.com/office/powerpoint/2010/main" val="724641406"/>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pic>
        <p:nvPicPr>
          <p:cNvPr id="20" name="">
            <a:extLst xmlns:a="http://schemas.openxmlformats.org/drawingml/2006/main">
              <a:ext uri="{FF2B5EF4-FFF2-40B4-BE49-F238E27FC236}">
                <a16:creationId xmlns:a16="http://schemas.microsoft.com/office/drawing/2014/main" id="{A3B03504-39A1-4845-A47E-A11E1E5C7B98}"/>
              </a:ext>
            </a:extLst>
          </p:cNvPr>
          <p:cNvPicPr>
            <a:picLocks xmlns:a="http://schemas.openxmlformats.org/drawingml/2006/main" noChangeAspect="1"/>
          </p:cNvPicPr>
          <p:nvPr/>
        </p:nvPicPr>
        <p:blipFill>
          <a:blip xmlns:r="http://schemas.openxmlformats.org/officeDocument/2006/relationships" xmlns:a="http://schemas.openxmlformats.org/drawingml/2006/main" r:embed="R5a547c78dfe14521"/>
          <a:stretch xmlns:a="http://schemas.openxmlformats.org/drawingml/2006/main"/>
        </p:blipFill>
        <p:spPr>
          <a:xfrm xmlns:a="http://schemas.openxmlformats.org/drawingml/2006/main">
            <a:off x="0" y="0"/>
            <a:ext cx="9324594" cy="5248656"/>
          </a:xfrm>
          <a:prstGeom xmlns:a="http://schemas.openxmlformats.org/drawingml/2006/main" prst="rect">
            <a:avLst/>
          </a:prstGeom>
        </p:spPr>
      </p:pic>
      <p:sp>
        <p:nvSpPr>
          <p:cNvPr id="2" name="text-2-0">
            <a:extLst xmlns:a="http://schemas.openxmlformats.org/drawingml/2006/main">
              <a:ext uri="{FF2B5EF4-FFF2-40B4-BE49-F238E27FC236}">
                <a16:creationId xmlns:a16="http://schemas.microsoft.com/office/drawing/2014/main" id="{18AC074D-7AC8-4CA3-8761-A2D25F20EE09}"/>
              </a:ext>
            </a:extLst>
          </p:cNvPr>
          <p:cNvSpPr>
            <a:spLocks xmlns:a="http://schemas.openxmlformats.org/drawingml/2006/main" noGrp="1"/>
          </p:cNvSpPr>
          <p:nvPr/>
        </p:nvSpPr>
        <p:spPr>
          <a:xfrm xmlns:a="http://schemas.openxmlformats.org/drawingml/2006/main">
            <a:off x="532209" y="382979"/>
            <a:ext cx="581931" cy="1518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956" b="1" i="0">
                <a:solidFill>
                  <a:srgbClr val="0B0B0B"/>
                </a:solidFill>
                <a:latin typeface="Arial"/>
                <a:ea typeface="Arial"/>
                <a:cs typeface="Arial"/>
              </a:defRPr>
            </a:defPPr>
          </a:lstStyle>
          <a:p xmlns:a="http://schemas.openxmlformats.org/drawingml/2006/main">
            <a:pPr>
              <a:defRPr sz="956" b="1" i="0">
                <a:solidFill>
                  <a:srgbClr val="0B0B0B"/>
                </a:solidFill>
                <a:latin typeface="Arial"/>
                <a:ea typeface="Arial"/>
                <a:cs typeface="Arial"/>
              </a:defRPr>
            </a:pPr>
            <a:r>
              <a:rPr sz="956" b="1" i="0">
                <a:solidFill>
                  <a:srgbClr val="0B0B0B"/>
                </a:solidFill>
                <a:latin typeface="Arial"/>
                <a:ea typeface="Arial"/>
                <a:cs typeface="Arial"/>
              </a:rPr>
              <a:t>EQUIPO</a:t>
            </a:r>
          </a:p>
        </p:txBody>
      </p:sp>
      <p:sp>
        <p:nvSpPr>
          <p:cNvPr id="3" name="text-2-1">
            <a:extLst xmlns:a="http://schemas.openxmlformats.org/drawingml/2006/main">
              <a:ext uri="{FF2B5EF4-FFF2-40B4-BE49-F238E27FC236}">
                <a16:creationId xmlns:a16="http://schemas.microsoft.com/office/drawing/2014/main" id="{395062C8-3880-4B38-A22E-622F3B9E032C}"/>
              </a:ext>
            </a:extLst>
          </p:cNvPr>
          <p:cNvSpPr>
            <a:spLocks xmlns:a="http://schemas.openxmlformats.org/drawingml/2006/main" noGrp="1"/>
          </p:cNvSpPr>
          <p:nvPr/>
        </p:nvSpPr>
        <p:spPr>
          <a:xfrm xmlns:a="http://schemas.openxmlformats.org/drawingml/2006/main">
            <a:off x="532209" y="681530"/>
            <a:ext cx="3413981" cy="6072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3825" b="0" i="0">
                <a:solidFill>
                  <a:srgbClr val="0B0B0B"/>
                </a:solidFill>
                <a:latin typeface="Impact"/>
                <a:ea typeface="Impact"/>
                <a:cs typeface="Impact"/>
              </a:defRPr>
            </a:defPPr>
          </a:lstStyle>
          <a:p xmlns:a="http://schemas.openxmlformats.org/drawingml/2006/main">
            <a:pPr>
              <a:defRPr sz="3825" b="0" i="0">
                <a:solidFill>
                  <a:srgbClr val="0B0B0B"/>
                </a:solidFill>
                <a:latin typeface="Impact"/>
                <a:ea typeface="Impact"/>
                <a:cs typeface="Impact"/>
              </a:defRPr>
            </a:pPr>
            <a:r>
              <a:rPr sz="3825" b="0" i="0">
                <a:solidFill>
                  <a:srgbClr val="0B0B0B"/>
                </a:solidFill>
                <a:latin typeface="Impact"/>
                <a:ea typeface="Impact"/>
                <a:cs typeface="Impact"/>
              </a:rPr>
              <a:t>CUATRO PERSONAS</a:t>
            </a:r>
          </a:p>
        </p:txBody>
      </p:sp>
      <p:sp>
        <p:nvSpPr>
          <p:cNvPr id="4" name="text-2-2">
            <a:extLst xmlns:a="http://schemas.openxmlformats.org/drawingml/2006/main">
              <a:ext uri="{FF2B5EF4-FFF2-40B4-BE49-F238E27FC236}">
                <a16:creationId xmlns:a16="http://schemas.microsoft.com/office/drawing/2014/main" id="{2664CDC1-777A-4FAD-8735-458DD8810E3F}"/>
              </a:ext>
            </a:extLst>
          </p:cNvPr>
          <p:cNvSpPr>
            <a:spLocks xmlns:a="http://schemas.openxmlformats.org/drawingml/2006/main" noGrp="1"/>
          </p:cNvSpPr>
          <p:nvPr/>
        </p:nvSpPr>
        <p:spPr>
          <a:xfrm xmlns:a="http://schemas.openxmlformats.org/drawingml/2006/main">
            <a:off x="532209" y="1174449"/>
            <a:ext cx="2865791" cy="6072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3825" b="0" i="0">
                <a:solidFill>
                  <a:srgbClr val="0B0B0B"/>
                </a:solidFill>
                <a:latin typeface="Impact"/>
                <a:ea typeface="Impact"/>
                <a:cs typeface="Impact"/>
              </a:defRPr>
            </a:defPPr>
          </a:lstStyle>
          <a:p xmlns:a="http://schemas.openxmlformats.org/drawingml/2006/main">
            <a:pPr>
              <a:defRPr sz="3825" b="0" i="0">
                <a:solidFill>
                  <a:srgbClr val="0B0B0B"/>
                </a:solidFill>
                <a:latin typeface="Impact"/>
                <a:ea typeface="Impact"/>
                <a:cs typeface="Impact"/>
              </a:defRPr>
            </a:pPr>
            <a:r>
              <a:rPr sz="3825" b="0" i="0">
                <a:solidFill>
                  <a:srgbClr val="0B0B0B"/>
                </a:solidFill>
                <a:latin typeface="Impact"/>
                <a:ea typeface="Impact"/>
                <a:cs typeface="Impact"/>
              </a:rPr>
              <a:t>UN MISMO RETO</a:t>
            </a:r>
          </a:p>
        </p:txBody>
      </p:sp>
      <p:sp>
        <p:nvSpPr>
          <p:cNvPr id="5" name="text-2-3">
            <a:extLst xmlns:a="http://schemas.openxmlformats.org/drawingml/2006/main">
              <a:ext uri="{FF2B5EF4-FFF2-40B4-BE49-F238E27FC236}">
                <a16:creationId xmlns:a16="http://schemas.microsoft.com/office/drawing/2014/main" id="{9DE03C22-35A5-4365-A3A6-AD41E7A06777}"/>
              </a:ext>
            </a:extLst>
          </p:cNvPr>
          <p:cNvSpPr>
            <a:spLocks xmlns:a="http://schemas.openxmlformats.org/drawingml/2006/main" noGrp="1"/>
          </p:cNvSpPr>
          <p:nvPr/>
        </p:nvSpPr>
        <p:spPr>
          <a:xfrm xmlns:a="http://schemas.openxmlformats.org/drawingml/2006/main">
            <a:off x="532209" y="3669627"/>
            <a:ext cx="638972" cy="32146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025" b="0" i="0">
                <a:solidFill>
                  <a:srgbClr val="0B0B0B"/>
                </a:solidFill>
                <a:latin typeface="Impact"/>
                <a:ea typeface="Impact"/>
                <a:cs typeface="Impact"/>
              </a:defRPr>
            </a:defPPr>
          </a:lstStyle>
          <a:p xmlns:a="http://schemas.openxmlformats.org/drawingml/2006/main">
            <a:pPr>
              <a:defRPr sz="2025" b="0" i="0">
                <a:solidFill>
                  <a:srgbClr val="0B0B0B"/>
                </a:solidFill>
                <a:latin typeface="Impact"/>
                <a:ea typeface="Impact"/>
                <a:cs typeface="Impact"/>
              </a:defRPr>
            </a:pPr>
            <a:r>
              <a:rPr sz="2025" b="0" i="0">
                <a:solidFill>
                  <a:srgbClr val="0B0B0B"/>
                </a:solidFill>
                <a:latin typeface="Impact"/>
                <a:ea typeface="Impact"/>
                <a:cs typeface="Impact"/>
              </a:rPr>
              <a:t>DAVID</a:t>
            </a:r>
          </a:p>
        </p:txBody>
      </p:sp>
      <p:sp>
        <p:nvSpPr>
          <p:cNvPr id="6" name="text-2-4">
            <a:extLst xmlns:a="http://schemas.openxmlformats.org/drawingml/2006/main">
              <a:ext uri="{FF2B5EF4-FFF2-40B4-BE49-F238E27FC236}">
                <a16:creationId xmlns:a16="http://schemas.microsoft.com/office/drawing/2014/main" id="{EBB29357-4095-4EB5-B1E3-2134C6EFCBD2}"/>
              </a:ext>
            </a:extLst>
          </p:cNvPr>
          <p:cNvSpPr>
            <a:spLocks xmlns:a="http://schemas.openxmlformats.org/drawingml/2006/main" noGrp="1"/>
          </p:cNvSpPr>
          <p:nvPr/>
        </p:nvSpPr>
        <p:spPr>
          <a:xfrm xmlns:a="http://schemas.openxmlformats.org/drawingml/2006/main">
            <a:off x="532209" y="4001100"/>
            <a:ext cx="815111" cy="19645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38" b="1" i="0">
                <a:solidFill>
                  <a:srgbClr val="DC0A1E"/>
                </a:solidFill>
                <a:latin typeface="Arial"/>
                <a:ea typeface="Arial"/>
                <a:cs typeface="Arial"/>
              </a:defRPr>
            </a:defPPr>
          </a:lstStyle>
          <a:p xmlns:a="http://schemas.openxmlformats.org/drawingml/2006/main">
            <a:pPr>
              <a:defRPr sz="1238" b="1" i="0">
                <a:solidFill>
                  <a:srgbClr val="DC0A1E"/>
                </a:solidFill>
                <a:latin typeface="Arial"/>
                <a:ea typeface="Arial"/>
                <a:cs typeface="Arial"/>
              </a:defRPr>
            </a:pPr>
            <a:r>
              <a:rPr sz="1238" b="1" i="0">
                <a:solidFill>
                  <a:srgbClr val="DC0A1E"/>
                </a:solidFill>
                <a:latin typeface="Arial"/>
                <a:ea typeface="Arial"/>
                <a:cs typeface="Arial"/>
              </a:rPr>
              <a:t>WhatsApp</a:t>
            </a:r>
          </a:p>
        </p:txBody>
      </p:sp>
      <p:sp>
        <p:nvSpPr>
          <p:cNvPr id="7" name="text-2-5">
            <a:extLst xmlns:a="http://schemas.openxmlformats.org/drawingml/2006/main">
              <a:ext uri="{FF2B5EF4-FFF2-40B4-BE49-F238E27FC236}">
                <a16:creationId xmlns:a16="http://schemas.microsoft.com/office/drawing/2014/main" id="{AEA2185F-7D38-4A95-9622-0F77C03D9C83}"/>
              </a:ext>
            </a:extLst>
          </p:cNvPr>
          <p:cNvSpPr>
            <a:spLocks xmlns:a="http://schemas.openxmlformats.org/drawingml/2006/main" noGrp="1"/>
          </p:cNvSpPr>
          <p:nvPr/>
        </p:nvSpPr>
        <p:spPr>
          <a:xfrm xmlns:a="http://schemas.openxmlformats.org/drawingml/2006/main">
            <a:off x="532209" y="4226993"/>
            <a:ext cx="1338891" cy="16073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013" b="0" i="0">
                <a:solidFill>
                  <a:srgbClr val="0B0B0B"/>
                </a:solidFill>
                <a:latin typeface="Arial"/>
                <a:ea typeface="Arial"/>
                <a:cs typeface="Arial"/>
              </a:defRPr>
            </a:defPPr>
          </a:lstStyle>
          <a:p xmlns:a="http://schemas.openxmlformats.org/drawingml/2006/main">
            <a:pPr>
              <a:defRPr sz="1013" b="0" i="0">
                <a:solidFill>
                  <a:srgbClr val="0B0B0B"/>
                </a:solidFill>
                <a:latin typeface="Arial"/>
                <a:ea typeface="Arial"/>
                <a:cs typeface="Arial"/>
              </a:defRPr>
            </a:pPr>
            <a:r>
              <a:rPr sz="1013" b="0" i="0">
                <a:solidFill>
                  <a:srgbClr val="0B0B0B"/>
                </a:solidFill>
                <a:latin typeface="Arial"/>
                <a:ea typeface="Arial"/>
                <a:cs typeface="Arial"/>
              </a:rPr>
              <a:t>Agente conversacional</a:t>
            </a:r>
          </a:p>
        </p:txBody>
      </p:sp>
      <p:sp>
        <p:nvSpPr>
          <p:cNvPr id="8" name="text-2-6">
            <a:extLst xmlns:a="http://schemas.openxmlformats.org/drawingml/2006/main">
              <a:ext uri="{FF2B5EF4-FFF2-40B4-BE49-F238E27FC236}">
                <a16:creationId xmlns:a16="http://schemas.microsoft.com/office/drawing/2014/main" id="{6DD096F1-968B-4F7F-9425-5B02FA923CBC}"/>
              </a:ext>
            </a:extLst>
          </p:cNvPr>
          <p:cNvSpPr>
            <a:spLocks xmlns:a="http://schemas.openxmlformats.org/drawingml/2006/main" noGrp="1"/>
          </p:cNvSpPr>
          <p:nvPr/>
        </p:nvSpPr>
        <p:spPr>
          <a:xfrm xmlns:a="http://schemas.openxmlformats.org/drawingml/2006/main">
            <a:off x="2646759" y="3669627"/>
            <a:ext cx="589657" cy="32146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025" b="0" i="0">
                <a:solidFill>
                  <a:srgbClr val="0B0B0B"/>
                </a:solidFill>
                <a:latin typeface="Impact"/>
                <a:ea typeface="Impact"/>
                <a:cs typeface="Impact"/>
              </a:defRPr>
            </a:defPPr>
          </a:lstStyle>
          <a:p xmlns:a="http://schemas.openxmlformats.org/drawingml/2006/main">
            <a:pPr>
              <a:defRPr sz="2025" b="0" i="0">
                <a:solidFill>
                  <a:srgbClr val="0B0B0B"/>
                </a:solidFill>
                <a:latin typeface="Impact"/>
                <a:ea typeface="Impact"/>
                <a:cs typeface="Impact"/>
              </a:defRPr>
            </a:pPr>
            <a:r>
              <a:rPr sz="2025" b="0" i="0">
                <a:solidFill>
                  <a:srgbClr val="0B0B0B"/>
                </a:solidFill>
                <a:latin typeface="Impact"/>
                <a:ea typeface="Impact"/>
                <a:cs typeface="Impact"/>
              </a:rPr>
              <a:t>BINNI</a:t>
            </a:r>
          </a:p>
        </p:txBody>
      </p:sp>
      <p:sp>
        <p:nvSpPr>
          <p:cNvPr id="9" name="text-2-7">
            <a:extLst xmlns:a="http://schemas.openxmlformats.org/drawingml/2006/main">
              <a:ext uri="{FF2B5EF4-FFF2-40B4-BE49-F238E27FC236}">
                <a16:creationId xmlns:a16="http://schemas.microsoft.com/office/drawing/2014/main" id="{EF20AEC3-520B-4C6E-AD0F-5BF1CE37D83C}"/>
              </a:ext>
            </a:extLst>
          </p:cNvPr>
          <p:cNvSpPr>
            <a:spLocks xmlns:a="http://schemas.openxmlformats.org/drawingml/2006/main" noGrp="1"/>
          </p:cNvSpPr>
          <p:nvPr/>
        </p:nvSpPr>
        <p:spPr>
          <a:xfrm xmlns:a="http://schemas.openxmlformats.org/drawingml/2006/main">
            <a:off x="2646759" y="4001100"/>
            <a:ext cx="797823" cy="19645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38" b="1" i="0">
                <a:solidFill>
                  <a:srgbClr val="DC0A1E"/>
                </a:solidFill>
                <a:latin typeface="Arial"/>
                <a:ea typeface="Arial"/>
                <a:cs typeface="Arial"/>
              </a:defRPr>
            </a:defPPr>
          </a:lstStyle>
          <a:p xmlns:a="http://schemas.openxmlformats.org/drawingml/2006/main">
            <a:pPr>
              <a:defRPr sz="1238" b="1" i="0">
                <a:solidFill>
                  <a:srgbClr val="DC0A1E"/>
                </a:solidFill>
                <a:latin typeface="Arial"/>
                <a:ea typeface="Arial"/>
                <a:cs typeface="Arial"/>
              </a:defRPr>
            </a:pPr>
            <a:r>
              <a:rPr sz="1238" b="1" i="0">
                <a:solidFill>
                  <a:srgbClr val="DC0A1E"/>
                </a:solidFill>
                <a:latin typeface="Arial"/>
                <a:ea typeface="Arial"/>
                <a:cs typeface="Arial"/>
              </a:rPr>
              <a:t>App móvil</a:t>
            </a:r>
          </a:p>
        </p:txBody>
      </p:sp>
      <p:sp>
        <p:nvSpPr>
          <p:cNvPr id="10" name="text-2-8">
            <a:extLst xmlns:a="http://schemas.openxmlformats.org/drawingml/2006/main">
              <a:ext uri="{FF2B5EF4-FFF2-40B4-BE49-F238E27FC236}">
                <a16:creationId xmlns:a16="http://schemas.microsoft.com/office/drawing/2014/main" id="{50914FA2-B08A-4862-85AF-F9FF150BB909}"/>
              </a:ext>
            </a:extLst>
          </p:cNvPr>
          <p:cNvSpPr>
            <a:spLocks xmlns:a="http://schemas.openxmlformats.org/drawingml/2006/main" noGrp="1"/>
          </p:cNvSpPr>
          <p:nvPr/>
        </p:nvSpPr>
        <p:spPr>
          <a:xfrm xmlns:a="http://schemas.openxmlformats.org/drawingml/2006/main">
            <a:off x="2646759" y="4226993"/>
            <a:ext cx="1188829" cy="16073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013" b="0" i="0">
                <a:solidFill>
                  <a:srgbClr val="0B0B0B"/>
                </a:solidFill>
                <a:latin typeface="Arial"/>
                <a:ea typeface="Arial"/>
                <a:cs typeface="Arial"/>
              </a:defRPr>
            </a:defPPr>
          </a:lstStyle>
          <a:p xmlns:a="http://schemas.openxmlformats.org/drawingml/2006/main">
            <a:pPr>
              <a:defRPr sz="1013" b="0" i="0">
                <a:solidFill>
                  <a:srgbClr val="0B0B0B"/>
                </a:solidFill>
                <a:latin typeface="Arial"/>
                <a:ea typeface="Arial"/>
                <a:cs typeface="Arial"/>
              </a:defRPr>
            </a:pPr>
            <a:r>
              <a:rPr sz="1013" b="0" i="0">
                <a:solidFill>
                  <a:srgbClr val="0B0B0B"/>
                </a:solidFill>
                <a:latin typeface="Arial"/>
                <a:ea typeface="Arial"/>
                <a:cs typeface="Arial"/>
              </a:rPr>
              <a:t>Asistente y backend</a:t>
            </a:r>
          </a:p>
        </p:txBody>
      </p:sp>
      <p:sp>
        <p:nvSpPr>
          <p:cNvPr id="11" name="text-2-9">
            <a:extLst xmlns:a="http://schemas.openxmlformats.org/drawingml/2006/main">
              <a:ext uri="{FF2B5EF4-FFF2-40B4-BE49-F238E27FC236}">
                <a16:creationId xmlns:a16="http://schemas.microsoft.com/office/drawing/2014/main" id="{18B86B05-D322-4F76-807D-34529E6FF8CA}"/>
              </a:ext>
            </a:extLst>
          </p:cNvPr>
          <p:cNvSpPr>
            <a:spLocks xmlns:a="http://schemas.openxmlformats.org/drawingml/2006/main" noGrp="1"/>
          </p:cNvSpPr>
          <p:nvPr/>
        </p:nvSpPr>
        <p:spPr>
          <a:xfrm xmlns:a="http://schemas.openxmlformats.org/drawingml/2006/main">
            <a:off x="4761309" y="3669627"/>
            <a:ext cx="648913" cy="32146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025" b="0" i="0">
                <a:solidFill>
                  <a:srgbClr val="0B0B0B"/>
                </a:solidFill>
                <a:latin typeface="Impact"/>
                <a:ea typeface="Impact"/>
                <a:cs typeface="Impact"/>
              </a:defRPr>
            </a:defPPr>
          </a:lstStyle>
          <a:p xmlns:a="http://schemas.openxmlformats.org/drawingml/2006/main">
            <a:pPr>
              <a:defRPr sz="2025" b="0" i="0">
                <a:solidFill>
                  <a:srgbClr val="0B0B0B"/>
                </a:solidFill>
                <a:latin typeface="Impact"/>
                <a:ea typeface="Impact"/>
                <a:cs typeface="Impact"/>
              </a:defRPr>
            </a:pPr>
            <a:r>
              <a:rPr sz="2025" b="0" i="0">
                <a:solidFill>
                  <a:srgbClr val="0B0B0B"/>
                </a:solidFill>
                <a:latin typeface="Impact"/>
                <a:ea typeface="Impact"/>
                <a:cs typeface="Impact"/>
              </a:rPr>
              <a:t>JORDY</a:t>
            </a:r>
          </a:p>
        </p:txBody>
      </p:sp>
      <p:sp>
        <p:nvSpPr>
          <p:cNvPr id="12" name="text-2-10">
            <a:extLst xmlns:a="http://schemas.openxmlformats.org/drawingml/2006/main">
              <a:ext uri="{FF2B5EF4-FFF2-40B4-BE49-F238E27FC236}">
                <a16:creationId xmlns:a16="http://schemas.microsoft.com/office/drawing/2014/main" id="{E92226CA-4591-4BEF-B4D8-38F09BD6DB3F}"/>
              </a:ext>
            </a:extLst>
          </p:cNvPr>
          <p:cNvSpPr>
            <a:spLocks xmlns:a="http://schemas.openxmlformats.org/drawingml/2006/main" noGrp="1"/>
          </p:cNvSpPr>
          <p:nvPr/>
        </p:nvSpPr>
        <p:spPr>
          <a:xfrm xmlns:a="http://schemas.openxmlformats.org/drawingml/2006/main">
            <a:off x="4761309" y="4001100"/>
            <a:ext cx="367007" cy="19645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38" b="1" i="0">
                <a:solidFill>
                  <a:srgbClr val="DC0A1E"/>
                </a:solidFill>
                <a:latin typeface="Arial"/>
                <a:ea typeface="Arial"/>
                <a:cs typeface="Arial"/>
              </a:defRPr>
            </a:defPPr>
          </a:lstStyle>
          <a:p xmlns:a="http://schemas.openxmlformats.org/drawingml/2006/main">
            <a:pPr>
              <a:defRPr sz="1238" b="1" i="0">
                <a:solidFill>
                  <a:srgbClr val="DC0A1E"/>
                </a:solidFill>
                <a:latin typeface="Arial"/>
                <a:ea typeface="Arial"/>
                <a:cs typeface="Arial"/>
              </a:defRPr>
            </a:pPr>
            <a:r>
              <a:rPr sz="1238" b="1" i="0">
                <a:solidFill>
                  <a:srgbClr val="DC0A1E"/>
                </a:solidFill>
                <a:latin typeface="Arial"/>
                <a:ea typeface="Arial"/>
                <a:cs typeface="Arial"/>
              </a:rPr>
              <a:t>Web</a:t>
            </a:r>
          </a:p>
        </p:txBody>
      </p:sp>
      <p:sp>
        <p:nvSpPr>
          <p:cNvPr id="13" name="text-2-11">
            <a:extLst xmlns:a="http://schemas.openxmlformats.org/drawingml/2006/main">
              <a:ext uri="{FF2B5EF4-FFF2-40B4-BE49-F238E27FC236}">
                <a16:creationId xmlns:a16="http://schemas.microsoft.com/office/drawing/2014/main" id="{22B8D9F0-ACF6-4ED0-9FE1-5A67663E442E}"/>
              </a:ext>
            </a:extLst>
          </p:cNvPr>
          <p:cNvSpPr>
            <a:spLocks xmlns:a="http://schemas.openxmlformats.org/drawingml/2006/main" noGrp="1"/>
          </p:cNvSpPr>
          <p:nvPr/>
        </p:nvSpPr>
        <p:spPr>
          <a:xfrm xmlns:a="http://schemas.openxmlformats.org/drawingml/2006/main">
            <a:off x="4761309" y="4226993"/>
            <a:ext cx="1109877" cy="16073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013" b="0" i="0">
                <a:solidFill>
                  <a:srgbClr val="0B0B0B"/>
                </a:solidFill>
                <a:latin typeface="Arial"/>
                <a:ea typeface="Arial"/>
                <a:cs typeface="Arial"/>
              </a:defRPr>
            </a:defPPr>
          </a:lstStyle>
          <a:p xmlns:a="http://schemas.openxmlformats.org/drawingml/2006/main">
            <a:pPr>
              <a:defRPr sz="1013" b="0" i="0">
                <a:solidFill>
                  <a:srgbClr val="0B0B0B"/>
                </a:solidFill>
                <a:latin typeface="Arial"/>
                <a:ea typeface="Arial"/>
                <a:cs typeface="Arial"/>
              </a:defRPr>
            </a:pPr>
            <a:r>
              <a:rPr sz="1013" b="0" i="0">
                <a:solidFill>
                  <a:srgbClr val="0B0B0B"/>
                </a:solidFill>
                <a:latin typeface="Arial"/>
                <a:ea typeface="Arial"/>
                <a:cs typeface="Arial"/>
              </a:rPr>
              <a:t>Formulario y portal</a:t>
            </a:r>
          </a:p>
        </p:txBody>
      </p:sp>
      <p:sp>
        <p:nvSpPr>
          <p:cNvPr id="14" name="text-2-12">
            <a:extLst xmlns:a="http://schemas.openxmlformats.org/drawingml/2006/main">
              <a:ext uri="{FF2B5EF4-FFF2-40B4-BE49-F238E27FC236}">
                <a16:creationId xmlns:a16="http://schemas.microsoft.com/office/drawing/2014/main" id="{097A9C04-AD1D-4037-9B06-E59A199AE815}"/>
              </a:ext>
            </a:extLst>
          </p:cNvPr>
          <p:cNvSpPr>
            <a:spLocks xmlns:a="http://schemas.openxmlformats.org/drawingml/2006/main" noGrp="1"/>
          </p:cNvSpPr>
          <p:nvPr/>
        </p:nvSpPr>
        <p:spPr>
          <a:xfrm xmlns:a="http://schemas.openxmlformats.org/drawingml/2006/main">
            <a:off x="6875859" y="3669627"/>
            <a:ext cx="756026" cy="32146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025" b="0" i="0">
                <a:solidFill>
                  <a:srgbClr val="0B0B0B"/>
                </a:solidFill>
                <a:latin typeface="Impact"/>
                <a:ea typeface="Impact"/>
                <a:cs typeface="Impact"/>
              </a:defRPr>
            </a:defPPr>
          </a:lstStyle>
          <a:p xmlns:a="http://schemas.openxmlformats.org/drawingml/2006/main">
            <a:pPr>
              <a:defRPr sz="2025" b="0" i="0">
                <a:solidFill>
                  <a:srgbClr val="0B0B0B"/>
                </a:solidFill>
                <a:latin typeface="Impact"/>
                <a:ea typeface="Impact"/>
                <a:cs typeface="Impact"/>
              </a:defRPr>
            </a:pPr>
            <a:r>
              <a:rPr sz="2025" b="0" i="0">
                <a:solidFill>
                  <a:srgbClr val="0B0B0B"/>
                </a:solidFill>
                <a:latin typeface="Impact"/>
                <a:ea typeface="Impact"/>
                <a:cs typeface="Impact"/>
              </a:rPr>
              <a:t>MELANI</a:t>
            </a:r>
          </a:p>
        </p:txBody>
      </p:sp>
      <p:sp>
        <p:nvSpPr>
          <p:cNvPr id="15" name="text-2-13">
            <a:extLst xmlns:a="http://schemas.openxmlformats.org/drawingml/2006/main">
              <a:ext uri="{FF2B5EF4-FFF2-40B4-BE49-F238E27FC236}">
                <a16:creationId xmlns:a16="http://schemas.microsoft.com/office/drawing/2014/main" id="{6E4FC6B5-DED6-452A-BF48-FB660A39253F}"/>
              </a:ext>
            </a:extLst>
          </p:cNvPr>
          <p:cNvSpPr>
            <a:spLocks xmlns:a="http://schemas.openxmlformats.org/drawingml/2006/main" noGrp="1"/>
          </p:cNvSpPr>
          <p:nvPr/>
        </p:nvSpPr>
        <p:spPr>
          <a:xfrm xmlns:a="http://schemas.openxmlformats.org/drawingml/2006/main">
            <a:off x="6875859" y="4001100"/>
            <a:ext cx="832872" cy="19645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38" b="1" i="0">
                <a:solidFill>
                  <a:srgbClr val="DC0A1E"/>
                </a:solidFill>
                <a:latin typeface="Arial"/>
                <a:ea typeface="Arial"/>
                <a:cs typeface="Arial"/>
              </a:defRPr>
            </a:defPPr>
          </a:lstStyle>
          <a:p xmlns:a="http://schemas.openxmlformats.org/drawingml/2006/main">
            <a:pPr>
              <a:defRPr sz="1238" b="1" i="0">
                <a:solidFill>
                  <a:srgbClr val="DC0A1E"/>
                </a:solidFill>
                <a:latin typeface="Arial"/>
                <a:ea typeface="Arial"/>
                <a:cs typeface="Arial"/>
              </a:defRPr>
            </a:pPr>
            <a:r>
              <a:rPr sz="1238" b="1" i="0">
                <a:solidFill>
                  <a:srgbClr val="DC0A1E"/>
                </a:solidFill>
                <a:latin typeface="Arial"/>
                <a:ea typeface="Arial"/>
                <a:cs typeface="Arial"/>
              </a:rPr>
              <a:t>Backoffice</a:t>
            </a:r>
          </a:p>
        </p:txBody>
      </p:sp>
      <p:sp>
        <p:nvSpPr>
          <p:cNvPr id="16" name="text-2-14">
            <a:extLst xmlns:a="http://schemas.openxmlformats.org/drawingml/2006/main">
              <a:ext uri="{FF2B5EF4-FFF2-40B4-BE49-F238E27FC236}">
                <a16:creationId xmlns:a16="http://schemas.microsoft.com/office/drawing/2014/main" id="{840CE066-0334-4046-AF98-F13D4EEE4B49}"/>
              </a:ext>
            </a:extLst>
          </p:cNvPr>
          <p:cNvSpPr>
            <a:spLocks xmlns:a="http://schemas.openxmlformats.org/drawingml/2006/main" noGrp="1"/>
          </p:cNvSpPr>
          <p:nvPr/>
        </p:nvSpPr>
        <p:spPr>
          <a:xfrm xmlns:a="http://schemas.openxmlformats.org/drawingml/2006/main">
            <a:off x="6875859" y="4226993"/>
            <a:ext cx="1446008" cy="16073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013" b="0" i="0">
                <a:solidFill>
                  <a:srgbClr val="0B0B0B"/>
                </a:solidFill>
                <a:latin typeface="Arial"/>
                <a:ea typeface="Arial"/>
                <a:cs typeface="Arial"/>
              </a:defRPr>
            </a:defPPr>
          </a:lstStyle>
          <a:p xmlns:a="http://schemas.openxmlformats.org/drawingml/2006/main">
            <a:pPr>
              <a:defRPr sz="1013" b="0" i="0">
                <a:solidFill>
                  <a:srgbClr val="0B0B0B"/>
                </a:solidFill>
                <a:latin typeface="Arial"/>
                <a:ea typeface="Arial"/>
                <a:cs typeface="Arial"/>
              </a:defRPr>
            </a:pPr>
            <a:r>
              <a:rPr sz="1013" b="0" i="0">
                <a:solidFill>
                  <a:srgbClr val="0B0B0B"/>
                </a:solidFill>
                <a:latin typeface="Arial"/>
                <a:ea typeface="Arial"/>
                <a:cs typeface="Arial"/>
              </a:rPr>
              <a:t>Revisión de operaciones</a:t>
            </a:r>
          </a:p>
        </p:txBody>
      </p:sp>
      <p:sp>
        <p:nvSpPr>
          <p:cNvPr id="17" name="text-2-15">
            <a:extLst xmlns:a="http://schemas.openxmlformats.org/drawingml/2006/main">
              <a:ext uri="{FF2B5EF4-FFF2-40B4-BE49-F238E27FC236}">
                <a16:creationId xmlns:a16="http://schemas.microsoft.com/office/drawing/2014/main" id="{11A2EB2E-FBB1-4FE0-8D89-05EB4ADDD0A7}"/>
              </a:ext>
            </a:extLst>
          </p:cNvPr>
          <p:cNvSpPr>
            <a:spLocks xmlns:a="http://schemas.openxmlformats.org/drawingml/2006/main" noGrp="1"/>
          </p:cNvSpPr>
          <p:nvPr/>
        </p:nvSpPr>
        <p:spPr>
          <a:xfrm xmlns:a="http://schemas.openxmlformats.org/drawingml/2006/main">
            <a:off x="532209" y="4586211"/>
            <a:ext cx="3506234" cy="18752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181" b="0" i="0">
                <a:solidFill>
                  <a:srgbClr val="0B0B0B"/>
                </a:solidFill>
                <a:latin typeface="Arial"/>
                <a:ea typeface="Arial"/>
                <a:cs typeface="Arial"/>
              </a:defRPr>
            </a:defPPr>
          </a:lstStyle>
          <a:p xmlns:a="http://schemas.openxmlformats.org/drawingml/2006/main">
            <a:pPr>
              <a:defRPr sz="1181" b="0" i="0">
                <a:solidFill>
                  <a:srgbClr val="0B0B0B"/>
                </a:solidFill>
                <a:latin typeface="Arial"/>
                <a:ea typeface="Arial"/>
                <a:cs typeface="Arial"/>
              </a:defRPr>
            </a:pPr>
            <a:r>
              <a:rPr sz="1181" b="0" i="0">
                <a:solidFill>
                  <a:srgbClr val="0B0B0B"/>
                </a:solidFill>
                <a:latin typeface="Arial"/>
                <a:ea typeface="Arial"/>
                <a:cs typeface="Arial"/>
              </a:rPr>
              <a:t>Cuatro módulos. Un mismo recorrido para el cliente.</a:t>
            </a:r>
          </a:p>
        </p:txBody>
      </p:sp>
      <p:sp>
        <p:nvSpPr>
          <p:cNvPr id="18" name="text-2-16">
            <a:extLst xmlns:a="http://schemas.openxmlformats.org/drawingml/2006/main">
              <a:ext uri="{FF2B5EF4-FFF2-40B4-BE49-F238E27FC236}">
                <a16:creationId xmlns:a16="http://schemas.microsoft.com/office/drawing/2014/main" id="{3FC82871-6CA0-4FE5-A144-375F58E43472}"/>
              </a:ext>
            </a:extLst>
          </p:cNvPr>
          <p:cNvSpPr>
            <a:spLocks xmlns:a="http://schemas.openxmlformats.org/drawingml/2006/main" noGrp="1"/>
          </p:cNvSpPr>
          <p:nvPr/>
        </p:nvSpPr>
        <p:spPr>
          <a:xfrm xmlns:a="http://schemas.openxmlformats.org/drawingml/2006/main">
            <a:off x="532209" y="4923697"/>
            <a:ext cx="1089703"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0B0B0B"/>
                </a:solidFill>
                <a:latin typeface="Arial"/>
                <a:ea typeface="Arial"/>
                <a:cs typeface="Arial"/>
              </a:defRPr>
            </a:defPPr>
          </a:lstStyle>
          <a:p xmlns:a="http://schemas.openxmlformats.org/drawingml/2006/main">
            <a:pPr>
              <a:defRPr sz="731" b="1" i="0">
                <a:solidFill>
                  <a:srgbClr val="0B0B0B"/>
                </a:solidFill>
                <a:latin typeface="Arial"/>
                <a:ea typeface="Arial"/>
                <a:cs typeface="Arial"/>
              </a:defRPr>
            </a:pPr>
            <a:r>
              <a:rPr sz="731" b="1" i="0">
                <a:solidFill>
                  <a:srgbClr val="0B0B0B"/>
                </a:solidFill>
                <a:latin typeface="Arial"/>
                <a:ea typeface="Arial"/>
                <a:cs typeface="Arial"/>
              </a:rPr>
              <a:t>EQUIPO / OMNI by 5.5</a:t>
            </a:r>
          </a:p>
        </p:txBody>
      </p:sp>
      <p:sp>
        <p:nvSpPr>
          <p:cNvPr id="19" name="text-2-17">
            <a:extLst xmlns:a="http://schemas.openxmlformats.org/drawingml/2006/main">
              <a:ext uri="{FF2B5EF4-FFF2-40B4-BE49-F238E27FC236}">
                <a16:creationId xmlns:a16="http://schemas.microsoft.com/office/drawing/2014/main" id="{697D13B8-AB85-451D-9372-A200FAD73A8D}"/>
              </a:ext>
            </a:extLst>
          </p:cNvPr>
          <p:cNvSpPr>
            <a:spLocks xmlns:a="http://schemas.openxmlformats.org/drawingml/2006/main" noGrp="1"/>
          </p:cNvSpPr>
          <p:nvPr/>
        </p:nvSpPr>
        <p:spPr>
          <a:xfrm xmlns:a="http://schemas.openxmlformats.org/drawingml/2006/main">
            <a:off x="8446257" y="4923697"/>
            <a:ext cx="377893"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0B0B0B"/>
                </a:solidFill>
                <a:latin typeface="Arial"/>
                <a:ea typeface="Arial"/>
                <a:cs typeface="Arial"/>
              </a:defRPr>
            </a:defPPr>
          </a:lstStyle>
          <a:p xmlns:a="http://schemas.openxmlformats.org/drawingml/2006/main">
            <a:pPr>
              <a:defRPr sz="731" b="1" i="0">
                <a:solidFill>
                  <a:srgbClr val="0B0B0B"/>
                </a:solidFill>
                <a:latin typeface="Arial"/>
                <a:ea typeface="Arial"/>
                <a:cs typeface="Arial"/>
              </a:defRPr>
            </a:pPr>
            <a:r>
              <a:rPr sz="731" b="1" i="0">
                <a:solidFill>
                  <a:srgbClr val="0B0B0B"/>
                </a:solidFill>
                <a:latin typeface="Arial"/>
                <a:ea typeface="Arial"/>
                <a:cs typeface="Arial"/>
              </a:rPr>
              <a:t>02 / 5.5</a:t>
            </a:r>
          </a:p>
        </p:txBody>
      </p:sp>
    </p:spTree>
    <p:extLst>
      <p:ext uri="{BB962C8B-B14F-4D97-AF65-F5344CB8AC3E}">
        <p14:creationId xmlns:p14="http://schemas.microsoft.com/office/powerpoint/2010/main" val="224712462"/>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pic>
        <p:nvPicPr>
          <p:cNvPr id="14" name="">
            <a:extLst xmlns:a="http://schemas.openxmlformats.org/drawingml/2006/main">
              <a:ext uri="{FF2B5EF4-FFF2-40B4-BE49-F238E27FC236}">
                <a16:creationId xmlns:a16="http://schemas.microsoft.com/office/drawing/2014/main" id="{0009D66A-A9E9-40B8-8329-17C802BC43A8}"/>
              </a:ext>
            </a:extLst>
          </p:cNvPr>
          <p:cNvPicPr>
            <a:picLocks xmlns:a="http://schemas.openxmlformats.org/drawingml/2006/main" noChangeAspect="1"/>
          </p:cNvPicPr>
          <p:nvPr/>
        </p:nvPicPr>
        <p:blipFill>
          <a:blip xmlns:r="http://schemas.openxmlformats.org/officeDocument/2006/relationships" xmlns:a="http://schemas.openxmlformats.org/drawingml/2006/main" r:embed="R662ec19908ba48b6"/>
          <a:stretch xmlns:a="http://schemas.openxmlformats.org/drawingml/2006/main"/>
        </p:blipFill>
        <p:spPr>
          <a:xfrm xmlns:a="http://schemas.openxmlformats.org/drawingml/2006/main">
            <a:off x="0" y="0"/>
            <a:ext cx="9324594" cy="5248656"/>
          </a:xfrm>
          <a:prstGeom xmlns:a="http://schemas.openxmlformats.org/drawingml/2006/main" prst="rect">
            <a:avLst/>
          </a:prstGeom>
        </p:spPr>
      </p:pic>
      <p:sp>
        <p:nvSpPr>
          <p:cNvPr id="2" name="text-3-0">
            <a:extLst xmlns:a="http://schemas.openxmlformats.org/drawingml/2006/main">
              <a:ext uri="{FF2B5EF4-FFF2-40B4-BE49-F238E27FC236}">
                <a16:creationId xmlns:a16="http://schemas.microsoft.com/office/drawing/2014/main" id="{368A7B89-B86E-48C8-8EE5-34F2F12A405F}"/>
              </a:ext>
            </a:extLst>
          </p:cNvPr>
          <p:cNvSpPr>
            <a:spLocks xmlns:a="http://schemas.openxmlformats.org/drawingml/2006/main" noGrp="1"/>
          </p:cNvSpPr>
          <p:nvPr/>
        </p:nvSpPr>
        <p:spPr>
          <a:xfrm xmlns:a="http://schemas.openxmlformats.org/drawingml/2006/main">
            <a:off x="532209" y="382979"/>
            <a:ext cx="1481236" cy="1518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956" b="1" i="0">
                <a:solidFill>
                  <a:srgbClr val="F5F0E8"/>
                </a:solidFill>
                <a:latin typeface="Arial"/>
                <a:ea typeface="Arial"/>
                <a:cs typeface="Arial"/>
              </a:defRPr>
            </a:defPPr>
          </a:lstStyle>
          <a:p xmlns:a="http://schemas.openxmlformats.org/drawingml/2006/main">
            <a:pPr>
              <a:defRPr sz="956" b="1" i="0">
                <a:solidFill>
                  <a:srgbClr val="F5F0E8"/>
                </a:solidFill>
                <a:latin typeface="Arial"/>
                <a:ea typeface="Arial"/>
                <a:cs typeface="Arial"/>
              </a:defRPr>
            </a:pPr>
            <a:r>
              <a:rPr sz="956" b="1" i="0">
                <a:solidFill>
                  <a:srgbClr val="F5F0E8"/>
                </a:solidFill>
                <a:latin typeface="Arial"/>
                <a:ea typeface="Arial"/>
                <a:cs typeface="Arial"/>
              </a:rPr>
              <a:t>01 / PROBLEMÁTICA</a:t>
            </a:r>
          </a:p>
        </p:txBody>
      </p:sp>
      <p:sp>
        <p:nvSpPr>
          <p:cNvPr id="3" name="text-3-1">
            <a:extLst xmlns:a="http://schemas.openxmlformats.org/drawingml/2006/main">
              <a:ext uri="{FF2B5EF4-FFF2-40B4-BE49-F238E27FC236}">
                <a16:creationId xmlns:a16="http://schemas.microsoft.com/office/drawing/2014/main" id="{62DC3CCA-CCB7-4D93-985A-1E596812C92A}"/>
              </a:ext>
            </a:extLst>
          </p:cNvPr>
          <p:cNvSpPr>
            <a:spLocks xmlns:a="http://schemas.openxmlformats.org/drawingml/2006/main" noGrp="1"/>
          </p:cNvSpPr>
          <p:nvPr/>
        </p:nvSpPr>
        <p:spPr>
          <a:xfrm xmlns:a="http://schemas.openxmlformats.org/drawingml/2006/main">
            <a:off x="532209" y="673884"/>
            <a:ext cx="5053049" cy="6786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4275" b="0" i="0">
                <a:solidFill>
                  <a:srgbClr val="F5F0E8"/>
                </a:solidFill>
                <a:latin typeface="Impact"/>
                <a:ea typeface="Impact"/>
                <a:cs typeface="Impact"/>
              </a:defRPr>
            </a:defPPr>
          </a:lstStyle>
          <a:p xmlns:a="http://schemas.openxmlformats.org/drawingml/2006/main">
            <a:pPr>
              <a:defRPr sz="4275" b="0" i="0">
                <a:solidFill>
                  <a:srgbClr val="F5F0E8"/>
                </a:solidFill>
                <a:latin typeface="Impact"/>
                <a:ea typeface="Impact"/>
                <a:cs typeface="Impact"/>
              </a:defRPr>
            </a:pPr>
            <a:r>
              <a:rPr sz="4275" b="0" i="0">
                <a:solidFill>
                  <a:srgbClr val="F5F0E8"/>
                </a:solidFill>
                <a:latin typeface="Impact"/>
                <a:ea typeface="Impact"/>
                <a:cs typeface="Impact"/>
              </a:rPr>
              <a:t>EL BRIEF PEDÍA FACTURAR</a:t>
            </a:r>
          </a:p>
        </p:txBody>
      </p:sp>
      <p:sp>
        <p:nvSpPr>
          <p:cNvPr id="4" name="text-3-2">
            <a:extLst xmlns:a="http://schemas.openxmlformats.org/drawingml/2006/main">
              <a:ext uri="{FF2B5EF4-FFF2-40B4-BE49-F238E27FC236}">
                <a16:creationId xmlns:a16="http://schemas.microsoft.com/office/drawing/2014/main" id="{9A7432D5-3ACF-4D3C-A868-0088DE0F418E}"/>
              </a:ext>
            </a:extLst>
          </p:cNvPr>
          <p:cNvSpPr>
            <a:spLocks xmlns:a="http://schemas.openxmlformats.org/drawingml/2006/main" noGrp="1"/>
          </p:cNvSpPr>
          <p:nvPr/>
        </p:nvSpPr>
        <p:spPr>
          <a:xfrm xmlns:a="http://schemas.openxmlformats.org/drawingml/2006/main">
            <a:off x="532209" y="1231097"/>
            <a:ext cx="5164656" cy="6786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4275" b="0" i="0">
                <a:solidFill>
                  <a:srgbClr val="F5F0E8"/>
                </a:solidFill>
                <a:latin typeface="Impact"/>
                <a:ea typeface="Impact"/>
                <a:cs typeface="Impact"/>
              </a:defRPr>
            </a:defPPr>
          </a:lstStyle>
          <a:p xmlns:a="http://schemas.openxmlformats.org/drawingml/2006/main">
            <a:pPr>
              <a:defRPr sz="4275" b="0" i="0">
                <a:solidFill>
                  <a:srgbClr val="F5F0E8"/>
                </a:solidFill>
                <a:latin typeface="Impact"/>
                <a:ea typeface="Impact"/>
                <a:cs typeface="Impact"/>
              </a:defRPr>
            </a:pPr>
            <a:r>
              <a:rPr sz="4275" b="0" i="0">
                <a:solidFill>
                  <a:srgbClr val="F5F0E8"/>
                </a:solidFill>
                <a:latin typeface="Impact"/>
                <a:ea typeface="Impact"/>
                <a:cs typeface="Impact"/>
              </a:rPr>
              <a:t>EL NEGOCIO PEDÍA VENDER</a:t>
            </a:r>
          </a:p>
        </p:txBody>
      </p:sp>
      <p:sp>
        <p:nvSpPr>
          <p:cNvPr id="5" name="text-3-3">
            <a:extLst xmlns:a="http://schemas.openxmlformats.org/drawingml/2006/main">
              <a:ext uri="{FF2B5EF4-FFF2-40B4-BE49-F238E27FC236}">
                <a16:creationId xmlns:a16="http://schemas.microsoft.com/office/drawing/2014/main" id="{2FA4C0AB-5786-4E25-B663-3A3E5EEA595C}"/>
              </a:ext>
            </a:extLst>
          </p:cNvPr>
          <p:cNvSpPr>
            <a:spLocks xmlns:a="http://schemas.openxmlformats.org/drawingml/2006/main" noGrp="1"/>
          </p:cNvSpPr>
          <p:nvPr/>
        </p:nvSpPr>
        <p:spPr>
          <a:xfrm xmlns:a="http://schemas.openxmlformats.org/drawingml/2006/main">
            <a:off x="532209" y="2078755"/>
            <a:ext cx="1061306" cy="18752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181" b="1" i="0">
                <a:solidFill>
                  <a:srgbClr val="FF4053"/>
                </a:solidFill>
                <a:latin typeface="Arial"/>
                <a:ea typeface="Arial"/>
                <a:cs typeface="Arial"/>
              </a:defRPr>
            </a:defPPr>
          </a:lstStyle>
          <a:p xmlns:a="http://schemas.openxmlformats.org/drawingml/2006/main">
            <a:pPr>
              <a:defRPr sz="1181" b="1" i="0">
                <a:solidFill>
                  <a:srgbClr val="FF4053"/>
                </a:solidFill>
                <a:latin typeface="Arial"/>
                <a:ea typeface="Arial"/>
                <a:cs typeface="Arial"/>
              </a:defRPr>
            </a:pPr>
            <a:r>
              <a:rPr sz="1181" b="1" i="0">
                <a:solidFill>
                  <a:srgbClr val="FF4053"/>
                </a:solidFill>
                <a:latin typeface="Arial"/>
                <a:ea typeface="Arial"/>
                <a:cs typeface="Arial"/>
              </a:rPr>
              <a:t>EL ENCARGO</a:t>
            </a:r>
          </a:p>
        </p:txBody>
      </p:sp>
      <p:sp>
        <p:nvSpPr>
          <p:cNvPr id="6" name="text-3-4">
            <a:extLst xmlns:a="http://schemas.openxmlformats.org/drawingml/2006/main">
              <a:ext uri="{FF2B5EF4-FFF2-40B4-BE49-F238E27FC236}">
                <a16:creationId xmlns:a16="http://schemas.microsoft.com/office/drawing/2014/main" id="{5A8BF17A-7F11-49A4-8D70-343CFCF89134}"/>
              </a:ext>
            </a:extLst>
          </p:cNvPr>
          <p:cNvSpPr>
            <a:spLocks xmlns:a="http://schemas.openxmlformats.org/drawingml/2006/main" noGrp="1"/>
          </p:cNvSpPr>
          <p:nvPr/>
        </p:nvSpPr>
        <p:spPr>
          <a:xfrm xmlns:a="http://schemas.openxmlformats.org/drawingml/2006/main">
            <a:off x="532209" y="2389319"/>
            <a:ext cx="2484634" cy="23217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463" b="0" i="0">
                <a:solidFill>
                  <a:srgbClr val="F5F0E8"/>
                </a:solidFill>
                <a:latin typeface="Arial"/>
                <a:ea typeface="Arial"/>
                <a:cs typeface="Arial"/>
              </a:defRPr>
            </a:defPPr>
          </a:lstStyle>
          <a:p xmlns:a="http://schemas.openxmlformats.org/drawingml/2006/main">
            <a:pPr>
              <a:defRPr sz="1463" b="0" i="0">
                <a:solidFill>
                  <a:srgbClr val="F5F0E8"/>
                </a:solidFill>
                <a:latin typeface="Arial"/>
                <a:ea typeface="Arial"/>
                <a:cs typeface="Arial"/>
              </a:defRPr>
            </a:pPr>
            <a:r>
              <a:rPr sz="1463" b="0" i="0">
                <a:solidFill>
                  <a:srgbClr val="F5F0E8"/>
                </a:solidFill>
                <a:latin typeface="Arial"/>
                <a:ea typeface="Arial"/>
                <a:cs typeface="Arial"/>
              </a:rPr>
              <a:t>Facturación y trabajo manual.</a:t>
            </a:r>
          </a:p>
        </p:txBody>
      </p:sp>
      <p:sp>
        <p:nvSpPr>
          <p:cNvPr id="7" name="text-3-5">
            <a:extLst xmlns:a="http://schemas.openxmlformats.org/drawingml/2006/main">
              <a:ext uri="{FF2B5EF4-FFF2-40B4-BE49-F238E27FC236}">
                <a16:creationId xmlns:a16="http://schemas.microsoft.com/office/drawing/2014/main" id="{2AB4ABE5-8DFF-42BF-98B8-D1030EE4C8D4}"/>
              </a:ext>
            </a:extLst>
          </p:cNvPr>
          <p:cNvSpPr>
            <a:spLocks xmlns:a="http://schemas.openxmlformats.org/drawingml/2006/main" noGrp="1"/>
          </p:cNvSpPr>
          <p:nvPr/>
        </p:nvSpPr>
        <p:spPr>
          <a:xfrm xmlns:a="http://schemas.openxmlformats.org/drawingml/2006/main">
            <a:off x="532209" y="2789369"/>
            <a:ext cx="3011385" cy="23217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463" b="0" i="0">
                <a:solidFill>
                  <a:srgbClr val="F5F0E8"/>
                </a:solidFill>
                <a:latin typeface="Arial"/>
                <a:ea typeface="Arial"/>
                <a:cs typeface="Arial"/>
              </a:defRPr>
            </a:defPPr>
          </a:lstStyle>
          <a:p xmlns:a="http://schemas.openxmlformats.org/drawingml/2006/main">
            <a:pPr>
              <a:defRPr sz="1463" b="0" i="0">
                <a:solidFill>
                  <a:srgbClr val="F5F0E8"/>
                </a:solidFill>
                <a:latin typeface="Arial"/>
                <a:ea typeface="Arial"/>
                <a:cs typeface="Arial"/>
              </a:defRPr>
            </a:pPr>
            <a:r>
              <a:rPr sz="1463" b="0" i="0">
                <a:solidFill>
                  <a:srgbClr val="F5F0E8"/>
                </a:solidFill>
                <a:latin typeface="Arial"/>
                <a:ea typeface="Arial"/>
                <a:cs typeface="Arial"/>
              </a:rPr>
              <a:t>TI ya tenía su solución encaminada.</a:t>
            </a:r>
          </a:p>
        </p:txBody>
      </p:sp>
      <p:sp>
        <p:nvSpPr>
          <p:cNvPr id="8" name="text-3-6">
            <a:extLst xmlns:a="http://schemas.openxmlformats.org/drawingml/2006/main">
              <a:ext uri="{FF2B5EF4-FFF2-40B4-BE49-F238E27FC236}">
                <a16:creationId xmlns:a16="http://schemas.microsoft.com/office/drawing/2014/main" id="{E22F8085-E925-460D-9413-E59279DA3276}"/>
              </a:ext>
            </a:extLst>
          </p:cNvPr>
          <p:cNvSpPr>
            <a:spLocks xmlns:a="http://schemas.openxmlformats.org/drawingml/2006/main" noGrp="1"/>
          </p:cNvSpPr>
          <p:nvPr/>
        </p:nvSpPr>
        <p:spPr>
          <a:xfrm xmlns:a="http://schemas.openxmlformats.org/drawingml/2006/main">
            <a:off x="4911328" y="2078755"/>
            <a:ext cx="1130677" cy="18752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181" b="1" i="0">
                <a:solidFill>
                  <a:srgbClr val="FF4053"/>
                </a:solidFill>
                <a:latin typeface="Arial"/>
                <a:ea typeface="Arial"/>
                <a:cs typeface="Arial"/>
              </a:defRPr>
            </a:defPPr>
          </a:lstStyle>
          <a:p xmlns:a="http://schemas.openxmlformats.org/drawingml/2006/main">
            <a:pPr>
              <a:defRPr sz="1181" b="1" i="0">
                <a:solidFill>
                  <a:srgbClr val="FF4053"/>
                </a:solidFill>
                <a:latin typeface="Arial"/>
                <a:ea typeface="Arial"/>
                <a:cs typeface="Arial"/>
              </a:defRPr>
            </a:pPr>
            <a:r>
              <a:rPr sz="1181" b="1" i="0">
                <a:solidFill>
                  <a:srgbClr val="FF4053"/>
                </a:solidFill>
                <a:latin typeface="Arial"/>
                <a:ea typeface="Arial"/>
                <a:cs typeface="Arial"/>
              </a:rPr>
              <a:t>EL HALLAZGO</a:t>
            </a:r>
          </a:p>
        </p:txBody>
      </p:sp>
      <p:sp>
        <p:nvSpPr>
          <p:cNvPr id="9" name="text-3-7">
            <a:extLst xmlns:a="http://schemas.openxmlformats.org/drawingml/2006/main">
              <a:ext uri="{FF2B5EF4-FFF2-40B4-BE49-F238E27FC236}">
                <a16:creationId xmlns:a16="http://schemas.microsoft.com/office/drawing/2014/main" id="{DACE4EB9-D6DB-49F1-A0A6-A80742591875}"/>
              </a:ext>
            </a:extLst>
          </p:cNvPr>
          <p:cNvSpPr>
            <a:spLocks xmlns:a="http://schemas.openxmlformats.org/drawingml/2006/main" noGrp="1"/>
          </p:cNvSpPr>
          <p:nvPr/>
        </p:nvSpPr>
        <p:spPr>
          <a:xfrm xmlns:a="http://schemas.openxmlformats.org/drawingml/2006/main">
            <a:off x="4911328" y="2389319"/>
            <a:ext cx="3713663" cy="23217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463" b="0" i="0">
                <a:solidFill>
                  <a:srgbClr val="F5F0E8"/>
                </a:solidFill>
                <a:latin typeface="Arial"/>
                <a:ea typeface="Arial"/>
                <a:cs typeface="Arial"/>
              </a:defRPr>
            </a:defPPr>
          </a:lstStyle>
          <a:p xmlns:a="http://schemas.openxmlformats.org/drawingml/2006/main">
            <a:pPr>
              <a:defRPr sz="1463" b="0" i="0">
                <a:solidFill>
                  <a:srgbClr val="F5F0E8"/>
                </a:solidFill>
                <a:latin typeface="Arial"/>
                <a:ea typeface="Arial"/>
                <a:cs typeface="Arial"/>
              </a:defRPr>
            </a:pPr>
            <a:r>
              <a:rPr sz="1463" b="0" i="0">
                <a:solidFill>
                  <a:srgbClr val="F5F0E8"/>
                </a:solidFill>
                <a:latin typeface="Arial"/>
                <a:ea typeface="Arial"/>
                <a:cs typeface="Arial"/>
              </a:rPr>
              <a:t>La mayor oportunidad estaba en ventas y en</a:t>
            </a:r>
          </a:p>
        </p:txBody>
      </p:sp>
      <p:sp>
        <p:nvSpPr>
          <p:cNvPr id="10" name="text-3-8">
            <a:extLst xmlns:a="http://schemas.openxmlformats.org/drawingml/2006/main">
              <a:ext uri="{FF2B5EF4-FFF2-40B4-BE49-F238E27FC236}">
                <a16:creationId xmlns:a16="http://schemas.microsoft.com/office/drawing/2014/main" id="{574EB777-F1F3-409E-BB6A-4719C36B2019}"/>
              </a:ext>
            </a:extLst>
          </p:cNvPr>
          <p:cNvSpPr>
            <a:spLocks xmlns:a="http://schemas.openxmlformats.org/drawingml/2006/main" noGrp="1"/>
          </p:cNvSpPr>
          <p:nvPr/>
        </p:nvSpPr>
        <p:spPr>
          <a:xfrm xmlns:a="http://schemas.openxmlformats.org/drawingml/2006/main">
            <a:off x="4911328" y="2660782"/>
            <a:ext cx="2123374" cy="23217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463" b="0" i="0">
                <a:solidFill>
                  <a:srgbClr val="F5F0E8"/>
                </a:solidFill>
                <a:latin typeface="Arial"/>
                <a:ea typeface="Arial"/>
                <a:cs typeface="Arial"/>
              </a:defRPr>
            </a:defPPr>
          </a:lstStyle>
          <a:p xmlns:a="http://schemas.openxmlformats.org/drawingml/2006/main">
            <a:pPr>
              <a:defRPr sz="1463" b="0" i="0">
                <a:solidFill>
                  <a:srgbClr val="F5F0E8"/>
                </a:solidFill>
                <a:latin typeface="Arial"/>
                <a:ea typeface="Arial"/>
                <a:cs typeface="Arial"/>
              </a:defRPr>
            </a:pPr>
            <a:r>
              <a:rPr sz="1463" b="0" i="0">
                <a:solidFill>
                  <a:srgbClr val="F5F0E8"/>
                </a:solidFill>
                <a:latin typeface="Arial"/>
                <a:ea typeface="Arial"/>
                <a:cs typeface="Arial"/>
              </a:rPr>
              <a:t>la experiencia del cliente.</a:t>
            </a:r>
          </a:p>
        </p:txBody>
      </p:sp>
      <p:sp>
        <p:nvSpPr>
          <p:cNvPr id="11" name="text-3-9">
            <a:extLst xmlns:a="http://schemas.openxmlformats.org/drawingml/2006/main">
              <a:ext uri="{FF2B5EF4-FFF2-40B4-BE49-F238E27FC236}">
                <a16:creationId xmlns:a16="http://schemas.microsoft.com/office/drawing/2014/main" id="{239479EE-2D2A-4DDA-9180-6ED4A48CFB9B}"/>
              </a:ext>
            </a:extLst>
          </p:cNvPr>
          <p:cNvSpPr>
            <a:spLocks xmlns:a="http://schemas.openxmlformats.org/drawingml/2006/main" noGrp="1"/>
          </p:cNvSpPr>
          <p:nvPr/>
        </p:nvSpPr>
        <p:spPr>
          <a:xfrm xmlns:a="http://schemas.openxmlformats.org/drawingml/2006/main">
            <a:off x="532209" y="3290785"/>
            <a:ext cx="3973592" cy="2500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575" b="0" i="0">
                <a:solidFill>
                  <a:srgbClr val="F5F0E8"/>
                </a:solidFill>
                <a:latin typeface="Arial"/>
                <a:ea typeface="Arial"/>
                <a:cs typeface="Arial"/>
              </a:defRPr>
            </a:defPPr>
          </a:lstStyle>
          <a:p xmlns:a="http://schemas.openxmlformats.org/drawingml/2006/main">
            <a:pPr>
              <a:defRPr sz="1575" b="0" i="0">
                <a:solidFill>
                  <a:srgbClr val="F5F0E8"/>
                </a:solidFill>
                <a:latin typeface="Arial"/>
                <a:ea typeface="Arial"/>
                <a:cs typeface="Arial"/>
              </a:defRPr>
            </a:pPr>
            <a:r>
              <a:rPr sz="1575" b="0" i="0">
                <a:solidFill>
                  <a:srgbClr val="F5F0E8"/>
                </a:solidFill>
                <a:latin typeface="Arial"/>
                <a:ea typeface="Arial"/>
                <a:cs typeface="Arial"/>
              </a:rPr>
              <a:t>Fuimos al proceso, a los chats y a los datos.</a:t>
            </a:r>
          </a:p>
        </p:txBody>
      </p:sp>
      <p:sp>
        <p:nvSpPr>
          <p:cNvPr id="12" name="text-3-10">
            <a:extLst xmlns:a="http://schemas.openxmlformats.org/drawingml/2006/main">
              <a:ext uri="{FF2B5EF4-FFF2-40B4-BE49-F238E27FC236}">
                <a16:creationId xmlns:a16="http://schemas.microsoft.com/office/drawing/2014/main" id="{E4384EE4-787A-4DD5-9100-8E51D7A66455}"/>
              </a:ext>
            </a:extLst>
          </p:cNvPr>
          <p:cNvSpPr>
            <a:spLocks xmlns:a="http://schemas.openxmlformats.org/drawingml/2006/main" noGrp="1"/>
          </p:cNvSpPr>
          <p:nvPr/>
        </p:nvSpPr>
        <p:spPr>
          <a:xfrm xmlns:a="http://schemas.openxmlformats.org/drawingml/2006/main">
            <a:off x="532209" y="4923697"/>
            <a:ext cx="1700955"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F5F0E8"/>
                </a:solidFill>
                <a:latin typeface="Arial"/>
                <a:ea typeface="Arial"/>
                <a:cs typeface="Arial"/>
              </a:defRPr>
            </a:defPPr>
          </a:lstStyle>
          <a:p xmlns:a="http://schemas.openxmlformats.org/drawingml/2006/main">
            <a:pPr>
              <a:defRPr sz="731" b="1" i="0">
                <a:solidFill>
                  <a:srgbClr val="F5F0E8"/>
                </a:solidFill>
                <a:latin typeface="Arial"/>
                <a:ea typeface="Arial"/>
                <a:cs typeface="Arial"/>
              </a:defRPr>
            </a:pPr>
            <a:r>
              <a:rPr sz="731" b="1" i="0">
                <a:solidFill>
                  <a:srgbClr val="F5F0E8"/>
                </a:solidFill>
                <a:latin typeface="Arial"/>
                <a:ea typeface="Arial"/>
                <a:cs typeface="Arial"/>
              </a:rPr>
              <a:t>01 / PROBLEMÁTICA / OMNI by 5.5</a:t>
            </a:r>
          </a:p>
        </p:txBody>
      </p:sp>
      <p:sp>
        <p:nvSpPr>
          <p:cNvPr id="13" name="text-3-11">
            <a:extLst xmlns:a="http://schemas.openxmlformats.org/drawingml/2006/main">
              <a:ext uri="{FF2B5EF4-FFF2-40B4-BE49-F238E27FC236}">
                <a16:creationId xmlns:a16="http://schemas.microsoft.com/office/drawing/2014/main" id="{3AC0DBC8-8AE9-4E7B-8552-A6F4B290389D}"/>
              </a:ext>
            </a:extLst>
          </p:cNvPr>
          <p:cNvSpPr>
            <a:spLocks xmlns:a="http://schemas.openxmlformats.org/drawingml/2006/main" noGrp="1"/>
          </p:cNvSpPr>
          <p:nvPr/>
        </p:nvSpPr>
        <p:spPr>
          <a:xfrm xmlns:a="http://schemas.openxmlformats.org/drawingml/2006/main">
            <a:off x="8446257" y="4923697"/>
            <a:ext cx="377893"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F5F0E8"/>
                </a:solidFill>
                <a:latin typeface="Arial"/>
                <a:ea typeface="Arial"/>
                <a:cs typeface="Arial"/>
              </a:defRPr>
            </a:defPPr>
          </a:lstStyle>
          <a:p xmlns:a="http://schemas.openxmlformats.org/drawingml/2006/main">
            <a:pPr>
              <a:defRPr sz="731" b="1" i="0">
                <a:solidFill>
                  <a:srgbClr val="F5F0E8"/>
                </a:solidFill>
                <a:latin typeface="Arial"/>
                <a:ea typeface="Arial"/>
                <a:cs typeface="Arial"/>
              </a:defRPr>
            </a:pPr>
            <a:r>
              <a:rPr sz="731" b="1" i="0">
                <a:solidFill>
                  <a:srgbClr val="F5F0E8"/>
                </a:solidFill>
                <a:latin typeface="Arial"/>
                <a:ea typeface="Arial"/>
                <a:cs typeface="Arial"/>
              </a:rPr>
              <a:t>03 / 5.5</a:t>
            </a:r>
          </a:p>
        </p:txBody>
      </p:sp>
    </p:spTree>
    <p:extLst>
      <p:ext uri="{BB962C8B-B14F-4D97-AF65-F5344CB8AC3E}">
        <p14:creationId xmlns:p14="http://schemas.microsoft.com/office/powerpoint/2010/main" val="157054558"/>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pic>
        <p:nvPicPr>
          <p:cNvPr id="15" name="">
            <a:extLst xmlns:a="http://schemas.openxmlformats.org/drawingml/2006/main">
              <a:ext uri="{FF2B5EF4-FFF2-40B4-BE49-F238E27FC236}">
                <a16:creationId xmlns:a16="http://schemas.microsoft.com/office/drawing/2014/main" id="{E7931890-9B89-4B14-93BB-B539D8415766}"/>
              </a:ext>
            </a:extLst>
          </p:cNvPr>
          <p:cNvPicPr>
            <a:picLocks xmlns:a="http://schemas.openxmlformats.org/drawingml/2006/main" noChangeAspect="1"/>
          </p:cNvPicPr>
          <p:nvPr/>
        </p:nvPicPr>
        <p:blipFill>
          <a:blip xmlns:r="http://schemas.openxmlformats.org/officeDocument/2006/relationships" xmlns:a="http://schemas.openxmlformats.org/drawingml/2006/main" r:embed="R5723733cddcf4f06"/>
          <a:stretch xmlns:a="http://schemas.openxmlformats.org/drawingml/2006/main"/>
        </p:blipFill>
        <p:spPr>
          <a:xfrm xmlns:a="http://schemas.openxmlformats.org/drawingml/2006/main">
            <a:off x="0" y="0"/>
            <a:ext cx="9324594" cy="5248656"/>
          </a:xfrm>
          <a:prstGeom xmlns:a="http://schemas.openxmlformats.org/drawingml/2006/main" prst="rect">
            <a:avLst/>
          </a:prstGeom>
        </p:spPr>
      </p:pic>
      <p:sp>
        <p:nvSpPr>
          <p:cNvPr id="2" name="text-4-0">
            <a:extLst xmlns:a="http://schemas.openxmlformats.org/drawingml/2006/main">
              <a:ext uri="{FF2B5EF4-FFF2-40B4-BE49-F238E27FC236}">
                <a16:creationId xmlns:a16="http://schemas.microsoft.com/office/drawing/2014/main" id="{6BFB7C57-2869-4C9D-9858-8953C7416F1D}"/>
              </a:ext>
            </a:extLst>
          </p:cNvPr>
          <p:cNvSpPr>
            <a:spLocks xmlns:a="http://schemas.openxmlformats.org/drawingml/2006/main" noGrp="1"/>
          </p:cNvSpPr>
          <p:nvPr/>
        </p:nvSpPr>
        <p:spPr>
          <a:xfrm xmlns:a="http://schemas.openxmlformats.org/drawingml/2006/main">
            <a:off x="532209" y="382979"/>
            <a:ext cx="1481236" cy="1518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956" b="1" i="0">
                <a:solidFill>
                  <a:srgbClr val="0B0B0B"/>
                </a:solidFill>
                <a:latin typeface="Arial"/>
                <a:ea typeface="Arial"/>
                <a:cs typeface="Arial"/>
              </a:defRPr>
            </a:defPPr>
          </a:lstStyle>
          <a:p xmlns:a="http://schemas.openxmlformats.org/drawingml/2006/main">
            <a:pPr>
              <a:defRPr sz="956" b="1" i="0">
                <a:solidFill>
                  <a:srgbClr val="0B0B0B"/>
                </a:solidFill>
                <a:latin typeface="Arial"/>
                <a:ea typeface="Arial"/>
                <a:cs typeface="Arial"/>
              </a:defRPr>
            </a:pPr>
            <a:r>
              <a:rPr sz="956" b="1" i="0">
                <a:solidFill>
                  <a:srgbClr val="0B0B0B"/>
                </a:solidFill>
                <a:latin typeface="Arial"/>
                <a:ea typeface="Arial"/>
                <a:cs typeface="Arial"/>
              </a:rPr>
              <a:t>01 / PROBLEMÁTICA</a:t>
            </a:r>
          </a:p>
        </p:txBody>
      </p:sp>
      <p:sp>
        <p:nvSpPr>
          <p:cNvPr id="3" name="text-4-1">
            <a:extLst xmlns:a="http://schemas.openxmlformats.org/drawingml/2006/main">
              <a:ext uri="{FF2B5EF4-FFF2-40B4-BE49-F238E27FC236}">
                <a16:creationId xmlns:a16="http://schemas.microsoft.com/office/drawing/2014/main" id="{C45B807D-14C1-4333-9B14-DCA19C7BB33F}"/>
              </a:ext>
            </a:extLst>
          </p:cNvPr>
          <p:cNvSpPr>
            <a:spLocks xmlns:a="http://schemas.openxmlformats.org/drawingml/2006/main" noGrp="1"/>
          </p:cNvSpPr>
          <p:nvPr/>
        </p:nvSpPr>
        <p:spPr>
          <a:xfrm xmlns:a="http://schemas.openxmlformats.org/drawingml/2006/main">
            <a:off x="532209" y="673884"/>
            <a:ext cx="3558971" cy="6786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4275" b="0" i="0">
                <a:solidFill>
                  <a:srgbClr val="0B0B0B"/>
                </a:solidFill>
                <a:latin typeface="Impact"/>
                <a:ea typeface="Impact"/>
                <a:cs typeface="Impact"/>
              </a:defRPr>
            </a:defPPr>
          </a:lstStyle>
          <a:p xmlns:a="http://schemas.openxmlformats.org/drawingml/2006/main">
            <a:pPr>
              <a:defRPr sz="4275" b="0" i="0">
                <a:solidFill>
                  <a:srgbClr val="0B0B0B"/>
                </a:solidFill>
                <a:latin typeface="Impact"/>
                <a:ea typeface="Impact"/>
                <a:cs typeface="Impact"/>
              </a:defRPr>
            </a:pPr>
            <a:r>
              <a:rPr sz="4275" b="0" i="0">
                <a:solidFill>
                  <a:srgbClr val="0B0B0B"/>
                </a:solidFill>
                <a:latin typeface="Impact"/>
                <a:ea typeface="Impact"/>
                <a:cs typeface="Impact"/>
              </a:rPr>
              <a:t>64 COTIZACIONES</a:t>
            </a:r>
          </a:p>
        </p:txBody>
      </p:sp>
      <p:sp>
        <p:nvSpPr>
          <p:cNvPr id="4" name="text-4-2">
            <a:extLst xmlns:a="http://schemas.openxmlformats.org/drawingml/2006/main">
              <a:ext uri="{FF2B5EF4-FFF2-40B4-BE49-F238E27FC236}">
                <a16:creationId xmlns:a16="http://schemas.microsoft.com/office/drawing/2014/main" id="{B9CC04A1-5E2B-405E-BFB4-D093DFFB1F16}"/>
              </a:ext>
            </a:extLst>
          </p:cNvPr>
          <p:cNvSpPr>
            <a:spLocks xmlns:a="http://schemas.openxmlformats.org/drawingml/2006/main" noGrp="1"/>
          </p:cNvSpPr>
          <p:nvPr/>
        </p:nvSpPr>
        <p:spPr>
          <a:xfrm xmlns:a="http://schemas.openxmlformats.org/drawingml/2006/main">
            <a:off x="532209" y="1231097"/>
            <a:ext cx="5168907" cy="6786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4275" b="0" i="0">
                <a:solidFill>
                  <a:srgbClr val="0B0B0B"/>
                </a:solidFill>
                <a:latin typeface="Impact"/>
                <a:ea typeface="Impact"/>
                <a:cs typeface="Impact"/>
              </a:defRPr>
            </a:defPPr>
          </a:lstStyle>
          <a:p xmlns:a="http://schemas.openxmlformats.org/drawingml/2006/main">
            <a:pPr>
              <a:defRPr sz="4275" b="0" i="0">
                <a:solidFill>
                  <a:srgbClr val="0B0B0B"/>
                </a:solidFill>
                <a:latin typeface="Impact"/>
                <a:ea typeface="Impact"/>
                <a:cs typeface="Impact"/>
              </a:defRPr>
            </a:pPr>
            <a:r>
              <a:rPr sz="4275" b="0" i="0">
                <a:solidFill>
                  <a:srgbClr val="0B0B0B"/>
                </a:solidFill>
                <a:latin typeface="Impact"/>
                <a:ea typeface="Impact"/>
                <a:cs typeface="Impact"/>
              </a:rPr>
              <a:t>QUE TODAVÍA NO AVANZAN</a:t>
            </a:r>
          </a:p>
        </p:txBody>
      </p:sp>
      <p:sp>
        <p:nvSpPr>
          <p:cNvPr id="5" name="text-4-3">
            <a:extLst xmlns:a="http://schemas.openxmlformats.org/drawingml/2006/main">
              <a:ext uri="{FF2B5EF4-FFF2-40B4-BE49-F238E27FC236}">
                <a16:creationId xmlns:a16="http://schemas.microsoft.com/office/drawing/2014/main" id="{F18E87A0-630F-4316-A1DC-1A33AF91B3C6}"/>
              </a:ext>
            </a:extLst>
          </p:cNvPr>
          <p:cNvSpPr>
            <a:spLocks xmlns:a="http://schemas.openxmlformats.org/drawingml/2006/main" noGrp="1"/>
          </p:cNvSpPr>
          <p:nvPr/>
        </p:nvSpPr>
        <p:spPr>
          <a:xfrm xmlns:a="http://schemas.openxmlformats.org/drawingml/2006/main">
            <a:off x="532209" y="2029188"/>
            <a:ext cx="1006438" cy="96440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6075" b="0" i="0">
                <a:solidFill>
                  <a:srgbClr val="0B0B0B"/>
                </a:solidFill>
                <a:latin typeface="Impact"/>
                <a:ea typeface="Impact"/>
                <a:cs typeface="Impact"/>
              </a:defRPr>
            </a:defPPr>
          </a:lstStyle>
          <a:p xmlns:a="http://schemas.openxmlformats.org/drawingml/2006/main">
            <a:pPr>
              <a:defRPr sz="6075" b="0" i="0">
                <a:solidFill>
                  <a:srgbClr val="0B0B0B"/>
                </a:solidFill>
                <a:latin typeface="Impact"/>
                <a:ea typeface="Impact"/>
                <a:cs typeface="Impact"/>
              </a:defRPr>
            </a:pPr>
            <a:r>
              <a:rPr sz="6075" b="0" i="0">
                <a:solidFill>
                  <a:srgbClr val="0B0B0B"/>
                </a:solidFill>
                <a:latin typeface="Impact"/>
                <a:ea typeface="Impact"/>
                <a:cs typeface="Impact"/>
              </a:rPr>
              <a:t>131</a:t>
            </a:r>
          </a:p>
        </p:txBody>
      </p:sp>
      <p:sp>
        <p:nvSpPr>
          <p:cNvPr id="6" name="text-4-4">
            <a:extLst xmlns:a="http://schemas.openxmlformats.org/drawingml/2006/main">
              <a:ext uri="{FF2B5EF4-FFF2-40B4-BE49-F238E27FC236}">
                <a16:creationId xmlns:a16="http://schemas.microsoft.com/office/drawing/2014/main" id="{B9F20180-5702-44DC-834E-CC3EA34ECCC5}"/>
              </a:ext>
            </a:extLst>
          </p:cNvPr>
          <p:cNvSpPr>
            <a:spLocks xmlns:a="http://schemas.openxmlformats.org/drawingml/2006/main" noGrp="1"/>
          </p:cNvSpPr>
          <p:nvPr/>
        </p:nvSpPr>
        <p:spPr>
          <a:xfrm xmlns:a="http://schemas.openxmlformats.org/drawingml/2006/main">
            <a:off x="532209" y="2951645"/>
            <a:ext cx="1499275" cy="20538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94" b="0" i="0">
                <a:solidFill>
                  <a:srgbClr val="0B0B0B"/>
                </a:solidFill>
                <a:latin typeface="Arial"/>
                <a:ea typeface="Arial"/>
                <a:cs typeface="Arial"/>
              </a:defRPr>
            </a:defPPr>
          </a:lstStyle>
          <a:p xmlns:a="http://schemas.openxmlformats.org/drawingml/2006/main">
            <a:pPr>
              <a:defRPr sz="1294" b="0" i="0">
                <a:solidFill>
                  <a:srgbClr val="0B0B0B"/>
                </a:solidFill>
                <a:latin typeface="Arial"/>
                <a:ea typeface="Arial"/>
                <a:cs typeface="Arial"/>
              </a:defRPr>
            </a:pPr>
            <a:r>
              <a:rPr sz="1294" b="0" i="0">
                <a:solidFill>
                  <a:srgbClr val="0B0B0B"/>
                </a:solidFill>
                <a:latin typeface="Arial"/>
                <a:ea typeface="Arial"/>
                <a:cs typeface="Arial"/>
              </a:rPr>
              <a:t>chats recibidos / día</a:t>
            </a:r>
          </a:p>
        </p:txBody>
      </p:sp>
      <p:sp>
        <p:nvSpPr>
          <p:cNvPr id="7" name="text-4-5">
            <a:extLst xmlns:a="http://schemas.openxmlformats.org/drawingml/2006/main">
              <a:ext uri="{FF2B5EF4-FFF2-40B4-BE49-F238E27FC236}">
                <a16:creationId xmlns:a16="http://schemas.microsoft.com/office/drawing/2014/main" id="{D34E29BD-1BD6-4D1C-B966-13718E42DE0C}"/>
              </a:ext>
            </a:extLst>
          </p:cNvPr>
          <p:cNvSpPr>
            <a:spLocks xmlns:a="http://schemas.openxmlformats.org/drawingml/2006/main" noGrp="1"/>
          </p:cNvSpPr>
          <p:nvPr/>
        </p:nvSpPr>
        <p:spPr>
          <a:xfrm xmlns:a="http://schemas.openxmlformats.org/drawingml/2006/main">
            <a:off x="3356335" y="2029188"/>
            <a:ext cx="733863" cy="96440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6075" b="0" i="0">
                <a:solidFill>
                  <a:srgbClr val="0B0B0B"/>
                </a:solidFill>
                <a:latin typeface="Impact"/>
                <a:ea typeface="Impact"/>
                <a:cs typeface="Impact"/>
              </a:defRPr>
            </a:defPPr>
          </a:lstStyle>
          <a:p xmlns:a="http://schemas.openxmlformats.org/drawingml/2006/main">
            <a:pPr>
              <a:defRPr sz="6075" b="0" i="0">
                <a:solidFill>
                  <a:srgbClr val="0B0B0B"/>
                </a:solidFill>
                <a:latin typeface="Impact"/>
                <a:ea typeface="Impact"/>
                <a:cs typeface="Impact"/>
              </a:defRPr>
            </a:pPr>
            <a:r>
              <a:rPr sz="6075" b="0" i="0">
                <a:solidFill>
                  <a:srgbClr val="0B0B0B"/>
                </a:solidFill>
                <a:latin typeface="Impact"/>
                <a:ea typeface="Impact"/>
                <a:cs typeface="Impact"/>
              </a:rPr>
              <a:t>67</a:t>
            </a:r>
          </a:p>
        </p:txBody>
      </p:sp>
      <p:sp>
        <p:nvSpPr>
          <p:cNvPr id="8" name="text-4-6">
            <a:extLst xmlns:a="http://schemas.openxmlformats.org/drawingml/2006/main">
              <a:ext uri="{FF2B5EF4-FFF2-40B4-BE49-F238E27FC236}">
                <a16:creationId xmlns:a16="http://schemas.microsoft.com/office/drawing/2014/main" id="{2449480D-9BC1-4269-95D8-3AD4C40C3D33}"/>
              </a:ext>
            </a:extLst>
          </p:cNvPr>
          <p:cNvSpPr>
            <a:spLocks xmlns:a="http://schemas.openxmlformats.org/drawingml/2006/main" noGrp="1"/>
          </p:cNvSpPr>
          <p:nvPr/>
        </p:nvSpPr>
        <p:spPr>
          <a:xfrm xmlns:a="http://schemas.openxmlformats.org/drawingml/2006/main">
            <a:off x="3356335" y="2951645"/>
            <a:ext cx="1901005" cy="20538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94" b="0" i="0">
                <a:solidFill>
                  <a:srgbClr val="0B0B0B"/>
                </a:solidFill>
                <a:latin typeface="Arial"/>
                <a:ea typeface="Arial"/>
                <a:cs typeface="Arial"/>
              </a:defRPr>
            </a:defPPr>
          </a:lstStyle>
          <a:p xmlns:a="http://schemas.openxmlformats.org/drawingml/2006/main">
            <a:pPr>
              <a:defRPr sz="1294" b="0" i="0">
                <a:solidFill>
                  <a:srgbClr val="0B0B0B"/>
                </a:solidFill>
                <a:latin typeface="Arial"/>
                <a:ea typeface="Arial"/>
                <a:cs typeface="Arial"/>
              </a:defRPr>
            </a:pPr>
            <a:r>
              <a:rPr sz="1294" b="0" i="0">
                <a:solidFill>
                  <a:srgbClr val="0B0B0B"/>
                </a:solidFill>
                <a:latin typeface="Arial"/>
                <a:ea typeface="Arial"/>
                <a:cs typeface="Arial"/>
              </a:rPr>
              <a:t>terminan en transferencia</a:t>
            </a:r>
          </a:p>
        </p:txBody>
      </p:sp>
      <p:sp>
        <p:nvSpPr>
          <p:cNvPr id="9" name="text-4-7">
            <a:extLst xmlns:a="http://schemas.openxmlformats.org/drawingml/2006/main">
              <a:ext uri="{FF2B5EF4-FFF2-40B4-BE49-F238E27FC236}">
                <a16:creationId xmlns:a16="http://schemas.microsoft.com/office/drawing/2014/main" id="{044B58A9-D7DF-4659-9112-1E57BDAEF1B4}"/>
              </a:ext>
            </a:extLst>
          </p:cNvPr>
          <p:cNvSpPr>
            <a:spLocks xmlns:a="http://schemas.openxmlformats.org/drawingml/2006/main" noGrp="1"/>
          </p:cNvSpPr>
          <p:nvPr/>
        </p:nvSpPr>
        <p:spPr>
          <a:xfrm xmlns:a="http://schemas.openxmlformats.org/drawingml/2006/main">
            <a:off x="6180460" y="2029188"/>
            <a:ext cx="827359" cy="96440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6075" b="0" i="0">
                <a:solidFill>
                  <a:srgbClr val="DC0A1E"/>
                </a:solidFill>
                <a:latin typeface="Impact"/>
                <a:ea typeface="Impact"/>
                <a:cs typeface="Impact"/>
              </a:defRPr>
            </a:defPPr>
          </a:lstStyle>
          <a:p xmlns:a="http://schemas.openxmlformats.org/drawingml/2006/main">
            <a:pPr>
              <a:defRPr sz="6075" b="0" i="0">
                <a:solidFill>
                  <a:srgbClr val="DC0A1E"/>
                </a:solidFill>
                <a:latin typeface="Impact"/>
                <a:ea typeface="Impact"/>
                <a:cs typeface="Impact"/>
              </a:defRPr>
            </a:pPr>
            <a:r>
              <a:rPr sz="6075" b="0" i="0">
                <a:solidFill>
                  <a:srgbClr val="DC0A1E"/>
                </a:solidFill>
                <a:latin typeface="Impact"/>
                <a:ea typeface="Impact"/>
                <a:cs typeface="Impact"/>
              </a:rPr>
              <a:t>64</a:t>
            </a:r>
          </a:p>
        </p:txBody>
      </p:sp>
      <p:sp>
        <p:nvSpPr>
          <p:cNvPr id="10" name="text-4-8">
            <a:extLst xmlns:a="http://schemas.openxmlformats.org/drawingml/2006/main">
              <a:ext uri="{FF2B5EF4-FFF2-40B4-BE49-F238E27FC236}">
                <a16:creationId xmlns:a16="http://schemas.microsoft.com/office/drawing/2014/main" id="{530B26DD-E5B7-42A9-90AC-AC768CC91911}"/>
              </a:ext>
            </a:extLst>
          </p:cNvPr>
          <p:cNvSpPr>
            <a:spLocks xmlns:a="http://schemas.openxmlformats.org/drawingml/2006/main" noGrp="1"/>
          </p:cNvSpPr>
          <p:nvPr/>
        </p:nvSpPr>
        <p:spPr>
          <a:xfrm xmlns:a="http://schemas.openxmlformats.org/drawingml/2006/main">
            <a:off x="6180460" y="2951645"/>
            <a:ext cx="1590794" cy="20538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94" b="0" i="0">
                <a:solidFill>
                  <a:srgbClr val="DC0A1E"/>
                </a:solidFill>
                <a:latin typeface="Arial"/>
                <a:ea typeface="Arial"/>
                <a:cs typeface="Arial"/>
              </a:defRPr>
            </a:defPPr>
          </a:lstStyle>
          <a:p xmlns:a="http://schemas.openxmlformats.org/drawingml/2006/main">
            <a:pPr>
              <a:defRPr sz="1294" b="0" i="0">
                <a:solidFill>
                  <a:srgbClr val="DC0A1E"/>
                </a:solidFill>
                <a:latin typeface="Arial"/>
                <a:ea typeface="Arial"/>
                <a:cs typeface="Arial"/>
              </a:defRPr>
            </a:pPr>
            <a:r>
              <a:rPr sz="1294" b="0" i="0">
                <a:solidFill>
                  <a:srgbClr val="DC0A1E"/>
                </a:solidFill>
                <a:latin typeface="Arial"/>
                <a:ea typeface="Arial"/>
                <a:cs typeface="Arial"/>
              </a:rPr>
              <a:t>quedan en cotización</a:t>
            </a:r>
          </a:p>
        </p:txBody>
      </p:sp>
      <p:sp>
        <p:nvSpPr>
          <p:cNvPr id="11" name="text-4-9">
            <a:extLst xmlns:a="http://schemas.openxmlformats.org/drawingml/2006/main">
              <a:ext uri="{FF2B5EF4-FFF2-40B4-BE49-F238E27FC236}">
                <a16:creationId xmlns:a16="http://schemas.microsoft.com/office/drawing/2014/main" id="{3D0BB025-251D-4DE3-A5C9-F3624D0A7159}"/>
              </a:ext>
            </a:extLst>
          </p:cNvPr>
          <p:cNvSpPr>
            <a:spLocks xmlns:a="http://schemas.openxmlformats.org/drawingml/2006/main" noGrp="1"/>
          </p:cNvSpPr>
          <p:nvPr/>
        </p:nvSpPr>
        <p:spPr>
          <a:xfrm xmlns:a="http://schemas.openxmlformats.org/drawingml/2006/main">
            <a:off x="532209" y="3383654"/>
            <a:ext cx="4852301" cy="2500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575" b="0" i="0">
                <a:solidFill>
                  <a:srgbClr val="0B0B0B"/>
                </a:solidFill>
                <a:latin typeface="Arial"/>
                <a:ea typeface="Arial"/>
                <a:cs typeface="Arial"/>
              </a:defRPr>
            </a:defPPr>
          </a:lstStyle>
          <a:p xmlns:a="http://schemas.openxmlformats.org/drawingml/2006/main">
            <a:pPr>
              <a:defRPr sz="1575" b="0" i="0">
                <a:solidFill>
                  <a:srgbClr val="0B0B0B"/>
                </a:solidFill>
                <a:latin typeface="Arial"/>
                <a:ea typeface="Arial"/>
                <a:cs typeface="Arial"/>
              </a:defRPr>
            </a:pPr>
            <a:r>
              <a:rPr sz="1575" b="0" i="0">
                <a:solidFill>
                  <a:srgbClr val="0B0B0B"/>
                </a:solidFill>
                <a:latin typeface="Arial"/>
                <a:ea typeface="Arial"/>
                <a:cs typeface="Arial"/>
              </a:rPr>
              <a:t>Entender qué les faltó. Dar seguimiento con el equipo.</a:t>
            </a:r>
          </a:p>
        </p:txBody>
      </p:sp>
      <p:sp>
        <p:nvSpPr>
          <p:cNvPr id="12" name="text-4-10">
            <a:extLst xmlns:a="http://schemas.openxmlformats.org/drawingml/2006/main">
              <a:ext uri="{FF2B5EF4-FFF2-40B4-BE49-F238E27FC236}">
                <a16:creationId xmlns:a16="http://schemas.microsoft.com/office/drawing/2014/main" id="{4182F3C6-1D76-4131-B325-5C5FB31048EB}"/>
              </a:ext>
            </a:extLst>
          </p:cNvPr>
          <p:cNvSpPr>
            <a:spLocks xmlns:a="http://schemas.openxmlformats.org/drawingml/2006/main" noGrp="1"/>
          </p:cNvSpPr>
          <p:nvPr/>
        </p:nvSpPr>
        <p:spPr>
          <a:xfrm xmlns:a="http://schemas.openxmlformats.org/drawingml/2006/main">
            <a:off x="532209" y="4603583"/>
            <a:ext cx="5803324" cy="13394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844" b="0" i="0">
                <a:solidFill>
                  <a:srgbClr val="0B0B0B"/>
                </a:solidFill>
                <a:latin typeface="Arial"/>
                <a:ea typeface="Arial"/>
                <a:cs typeface="Arial"/>
              </a:defRPr>
            </a:defPPr>
          </a:lstStyle>
          <a:p xmlns:a="http://schemas.openxmlformats.org/drawingml/2006/main">
            <a:pPr>
              <a:defRPr sz="844" b="0" i="0">
                <a:solidFill>
                  <a:srgbClr val="0B0B0B"/>
                </a:solidFill>
                <a:latin typeface="Arial"/>
                <a:ea typeface="Arial"/>
                <a:cs typeface="Arial"/>
              </a:defRPr>
            </a:pPr>
            <a:r>
              <a:rPr sz="844" b="0" i="0">
                <a:solidFill>
                  <a:srgbClr val="0B0B0B"/>
                </a:solidFill>
                <a:latin typeface="Arial"/>
                <a:ea typeface="Arial"/>
                <a:cs typeface="Arial"/>
              </a:rPr>
              <a:t>Promedios informados. Seguimiento a consultas con datos disponibles y autorización. No todas son ventas recuperables.</a:t>
            </a:r>
          </a:p>
        </p:txBody>
      </p:sp>
      <p:sp>
        <p:nvSpPr>
          <p:cNvPr id="13" name="text-4-11">
            <a:extLst xmlns:a="http://schemas.openxmlformats.org/drawingml/2006/main">
              <a:ext uri="{FF2B5EF4-FFF2-40B4-BE49-F238E27FC236}">
                <a16:creationId xmlns:a16="http://schemas.microsoft.com/office/drawing/2014/main" id="{5F9AEDD1-B65D-4B06-AB9B-6181AC88AFC0}"/>
              </a:ext>
            </a:extLst>
          </p:cNvPr>
          <p:cNvSpPr>
            <a:spLocks xmlns:a="http://schemas.openxmlformats.org/drawingml/2006/main" noGrp="1"/>
          </p:cNvSpPr>
          <p:nvPr/>
        </p:nvSpPr>
        <p:spPr>
          <a:xfrm xmlns:a="http://schemas.openxmlformats.org/drawingml/2006/main">
            <a:off x="532209" y="4923697"/>
            <a:ext cx="1700955"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0B0B0B"/>
                </a:solidFill>
                <a:latin typeface="Arial"/>
                <a:ea typeface="Arial"/>
                <a:cs typeface="Arial"/>
              </a:defRPr>
            </a:defPPr>
          </a:lstStyle>
          <a:p xmlns:a="http://schemas.openxmlformats.org/drawingml/2006/main">
            <a:pPr>
              <a:defRPr sz="731" b="1" i="0">
                <a:solidFill>
                  <a:srgbClr val="0B0B0B"/>
                </a:solidFill>
                <a:latin typeface="Arial"/>
                <a:ea typeface="Arial"/>
                <a:cs typeface="Arial"/>
              </a:defRPr>
            </a:pPr>
            <a:r>
              <a:rPr sz="731" b="1" i="0">
                <a:solidFill>
                  <a:srgbClr val="0B0B0B"/>
                </a:solidFill>
                <a:latin typeface="Arial"/>
                <a:ea typeface="Arial"/>
                <a:cs typeface="Arial"/>
              </a:rPr>
              <a:t>01 / PROBLEMÁTICA / OMNI by 5.5</a:t>
            </a:r>
          </a:p>
        </p:txBody>
      </p:sp>
      <p:sp>
        <p:nvSpPr>
          <p:cNvPr id="14" name="text-4-12">
            <a:extLst xmlns:a="http://schemas.openxmlformats.org/drawingml/2006/main">
              <a:ext uri="{FF2B5EF4-FFF2-40B4-BE49-F238E27FC236}">
                <a16:creationId xmlns:a16="http://schemas.microsoft.com/office/drawing/2014/main" id="{63AEB434-FAE1-4699-9F37-157838A9313E}"/>
              </a:ext>
            </a:extLst>
          </p:cNvPr>
          <p:cNvSpPr>
            <a:spLocks xmlns:a="http://schemas.openxmlformats.org/drawingml/2006/main" noGrp="1"/>
          </p:cNvSpPr>
          <p:nvPr/>
        </p:nvSpPr>
        <p:spPr>
          <a:xfrm xmlns:a="http://schemas.openxmlformats.org/drawingml/2006/main">
            <a:off x="8446257" y="4923697"/>
            <a:ext cx="377893"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0B0B0B"/>
                </a:solidFill>
                <a:latin typeface="Arial"/>
                <a:ea typeface="Arial"/>
                <a:cs typeface="Arial"/>
              </a:defRPr>
            </a:defPPr>
          </a:lstStyle>
          <a:p xmlns:a="http://schemas.openxmlformats.org/drawingml/2006/main">
            <a:pPr>
              <a:defRPr sz="731" b="1" i="0">
                <a:solidFill>
                  <a:srgbClr val="0B0B0B"/>
                </a:solidFill>
                <a:latin typeface="Arial"/>
                <a:ea typeface="Arial"/>
                <a:cs typeface="Arial"/>
              </a:defRPr>
            </a:pPr>
            <a:r>
              <a:rPr sz="731" b="1" i="0">
                <a:solidFill>
                  <a:srgbClr val="0B0B0B"/>
                </a:solidFill>
                <a:latin typeface="Arial"/>
                <a:ea typeface="Arial"/>
                <a:cs typeface="Arial"/>
              </a:rPr>
              <a:t>04 / 5.5</a:t>
            </a:r>
          </a:p>
        </p:txBody>
      </p:sp>
    </p:spTree>
    <p:extLst>
      <p:ext uri="{BB962C8B-B14F-4D97-AF65-F5344CB8AC3E}">
        <p14:creationId xmlns:p14="http://schemas.microsoft.com/office/powerpoint/2010/main" val="1075443335"/>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pic>
        <p:nvPicPr>
          <p:cNvPr id="19" name="">
            <a:extLst xmlns:a="http://schemas.openxmlformats.org/drawingml/2006/main">
              <a:ext uri="{FF2B5EF4-FFF2-40B4-BE49-F238E27FC236}">
                <a16:creationId xmlns:a16="http://schemas.microsoft.com/office/drawing/2014/main" id="{E34383E7-7FB7-461F-9DCF-F1DC9D926810}"/>
              </a:ext>
            </a:extLst>
          </p:cNvPr>
          <p:cNvPicPr>
            <a:picLocks xmlns:a="http://schemas.openxmlformats.org/drawingml/2006/main" noChangeAspect="1"/>
          </p:cNvPicPr>
          <p:nvPr/>
        </p:nvPicPr>
        <p:blipFill>
          <a:blip xmlns:r="http://schemas.openxmlformats.org/officeDocument/2006/relationships" xmlns:a="http://schemas.openxmlformats.org/drawingml/2006/main" r:embed="Rca097b9e7a2a4836"/>
          <a:stretch xmlns:a="http://schemas.openxmlformats.org/drawingml/2006/main"/>
        </p:blipFill>
        <p:spPr>
          <a:xfrm xmlns:a="http://schemas.openxmlformats.org/drawingml/2006/main">
            <a:off x="0" y="0"/>
            <a:ext cx="9324594" cy="5248656"/>
          </a:xfrm>
          <a:prstGeom xmlns:a="http://schemas.openxmlformats.org/drawingml/2006/main" prst="rect">
            <a:avLst/>
          </a:prstGeom>
        </p:spPr>
      </p:pic>
      <p:sp>
        <p:nvSpPr>
          <p:cNvPr id="2" name="text-5-0">
            <a:extLst xmlns:a="http://schemas.openxmlformats.org/drawingml/2006/main">
              <a:ext uri="{FF2B5EF4-FFF2-40B4-BE49-F238E27FC236}">
                <a16:creationId xmlns:a16="http://schemas.microsoft.com/office/drawing/2014/main" id="{3287F2B0-EECD-4C2B-B222-D5489E9106B2}"/>
              </a:ext>
            </a:extLst>
          </p:cNvPr>
          <p:cNvSpPr>
            <a:spLocks xmlns:a="http://schemas.openxmlformats.org/drawingml/2006/main" noGrp="1"/>
          </p:cNvSpPr>
          <p:nvPr/>
        </p:nvSpPr>
        <p:spPr>
          <a:xfrm xmlns:a="http://schemas.openxmlformats.org/drawingml/2006/main">
            <a:off x="532209" y="382979"/>
            <a:ext cx="2010159" cy="1518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956" b="1" i="0">
                <a:solidFill>
                  <a:srgbClr val="F5F0E8"/>
                </a:solidFill>
                <a:latin typeface="Arial"/>
                <a:ea typeface="Arial"/>
                <a:cs typeface="Arial"/>
              </a:defRPr>
            </a:defPPr>
          </a:lstStyle>
          <a:p xmlns:a="http://schemas.openxmlformats.org/drawingml/2006/main">
            <a:pPr>
              <a:defRPr sz="956" b="1" i="0">
                <a:solidFill>
                  <a:srgbClr val="F5F0E8"/>
                </a:solidFill>
                <a:latin typeface="Arial"/>
                <a:ea typeface="Arial"/>
                <a:cs typeface="Arial"/>
              </a:defRPr>
            </a:pPr>
            <a:r>
              <a:rPr sz="956" b="1" i="0">
                <a:solidFill>
                  <a:srgbClr val="F5F0E8"/>
                </a:solidFill>
                <a:latin typeface="Arial"/>
                <a:ea typeface="Arial"/>
                <a:cs typeface="Arial"/>
              </a:rPr>
              <a:t>02 / SOLUCIÓN PROPUESTA</a:t>
            </a:r>
          </a:p>
        </p:txBody>
      </p:sp>
      <p:sp>
        <p:nvSpPr>
          <p:cNvPr id="3" name="text-5-1">
            <a:extLst xmlns:a="http://schemas.openxmlformats.org/drawingml/2006/main">
              <a:ext uri="{FF2B5EF4-FFF2-40B4-BE49-F238E27FC236}">
                <a16:creationId xmlns:a16="http://schemas.microsoft.com/office/drawing/2014/main" id="{B325DDBE-BE24-4814-A66A-7755BC3D913B}"/>
              </a:ext>
            </a:extLst>
          </p:cNvPr>
          <p:cNvSpPr>
            <a:spLocks xmlns:a="http://schemas.openxmlformats.org/drawingml/2006/main" noGrp="1"/>
          </p:cNvSpPr>
          <p:nvPr/>
        </p:nvSpPr>
        <p:spPr>
          <a:xfrm xmlns:a="http://schemas.openxmlformats.org/drawingml/2006/main">
            <a:off x="532209" y="674010"/>
            <a:ext cx="5324770" cy="66079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4163" b="0" i="0">
                <a:solidFill>
                  <a:srgbClr val="F5F0E8"/>
                </a:solidFill>
                <a:latin typeface="Impact"/>
                <a:ea typeface="Impact"/>
                <a:cs typeface="Impact"/>
              </a:defRPr>
            </a:defPPr>
          </a:lstStyle>
          <a:p xmlns:a="http://schemas.openxmlformats.org/drawingml/2006/main">
            <a:pPr>
              <a:defRPr sz="4163" b="0" i="0">
                <a:solidFill>
                  <a:srgbClr val="F5F0E8"/>
                </a:solidFill>
                <a:latin typeface="Impact"/>
                <a:ea typeface="Impact"/>
                <a:cs typeface="Impact"/>
              </a:defRPr>
            </a:pPr>
            <a:r>
              <a:rPr sz="4163" b="0" i="0">
                <a:solidFill>
                  <a:srgbClr val="F5F0E8"/>
                </a:solidFill>
                <a:latin typeface="Impact"/>
                <a:ea typeface="Impact"/>
                <a:cs typeface="Impact"/>
              </a:rPr>
              <a:t>CUATRO FORMAS DE LLEGAR</a:t>
            </a:r>
          </a:p>
        </p:txBody>
      </p:sp>
      <p:sp>
        <p:nvSpPr>
          <p:cNvPr id="4" name="text-5-2">
            <a:extLst xmlns:a="http://schemas.openxmlformats.org/drawingml/2006/main">
              <a:ext uri="{FF2B5EF4-FFF2-40B4-BE49-F238E27FC236}">
                <a16:creationId xmlns:a16="http://schemas.microsoft.com/office/drawing/2014/main" id="{5D0102CA-21D1-49FC-9366-0ED107C71A63}"/>
              </a:ext>
            </a:extLst>
          </p:cNvPr>
          <p:cNvSpPr>
            <a:spLocks xmlns:a="http://schemas.openxmlformats.org/drawingml/2006/main" noGrp="1"/>
          </p:cNvSpPr>
          <p:nvPr/>
        </p:nvSpPr>
        <p:spPr>
          <a:xfrm xmlns:a="http://schemas.openxmlformats.org/drawingml/2006/main">
            <a:off x="532209" y="1216935"/>
            <a:ext cx="4811888" cy="66079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4163" b="0" i="0">
                <a:solidFill>
                  <a:srgbClr val="F5F0E8"/>
                </a:solidFill>
                <a:latin typeface="Impact"/>
                <a:ea typeface="Impact"/>
                <a:cs typeface="Impact"/>
              </a:defRPr>
            </a:defPPr>
          </a:lstStyle>
          <a:p xmlns:a="http://schemas.openxmlformats.org/drawingml/2006/main">
            <a:pPr>
              <a:defRPr sz="4163" b="0" i="0">
                <a:solidFill>
                  <a:srgbClr val="F5F0E8"/>
                </a:solidFill>
                <a:latin typeface="Impact"/>
                <a:ea typeface="Impact"/>
                <a:cs typeface="Impact"/>
              </a:defRPr>
            </a:pPr>
            <a:r>
              <a:rPr sz="4163" b="0" i="0">
                <a:solidFill>
                  <a:srgbClr val="F5F0E8"/>
                </a:solidFill>
                <a:latin typeface="Impact"/>
                <a:ea typeface="Impact"/>
                <a:cs typeface="Impact"/>
              </a:rPr>
              <a:t>UN REGISTRO OPERATIVO</a:t>
            </a:r>
          </a:p>
        </p:txBody>
      </p:sp>
      <p:sp>
        <p:nvSpPr>
          <p:cNvPr id="5" name="text-5-3">
            <a:extLst xmlns:a="http://schemas.openxmlformats.org/drawingml/2006/main">
              <a:ext uri="{FF2B5EF4-FFF2-40B4-BE49-F238E27FC236}">
                <a16:creationId xmlns:a16="http://schemas.microsoft.com/office/drawing/2014/main" id="{FBED3A41-E5FB-492E-AFB6-1DF37DE22CC9}"/>
              </a:ext>
            </a:extLst>
          </p:cNvPr>
          <p:cNvSpPr>
            <a:spLocks xmlns:a="http://schemas.openxmlformats.org/drawingml/2006/main" noGrp="1"/>
          </p:cNvSpPr>
          <p:nvPr/>
        </p:nvSpPr>
        <p:spPr>
          <a:xfrm xmlns:a="http://schemas.openxmlformats.org/drawingml/2006/main">
            <a:off x="532209" y="2233608"/>
            <a:ext cx="1158656" cy="33932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138" b="0" i="0">
                <a:solidFill>
                  <a:srgbClr val="F5F0E8"/>
                </a:solidFill>
                <a:latin typeface="Impact"/>
                <a:ea typeface="Impact"/>
                <a:cs typeface="Impact"/>
              </a:defRPr>
            </a:defPPr>
          </a:lstStyle>
          <a:p xmlns:a="http://schemas.openxmlformats.org/drawingml/2006/main">
            <a:pPr>
              <a:defRPr sz="2138" b="0" i="0">
                <a:solidFill>
                  <a:srgbClr val="F5F0E8"/>
                </a:solidFill>
                <a:latin typeface="Impact"/>
                <a:ea typeface="Impact"/>
                <a:cs typeface="Impact"/>
              </a:defRPr>
            </a:pPr>
            <a:r>
              <a:rPr sz="2138" b="0" i="0">
                <a:solidFill>
                  <a:srgbClr val="F5F0E8"/>
                </a:solidFill>
                <a:latin typeface="Impact"/>
                <a:ea typeface="Impact"/>
                <a:cs typeface="Impact"/>
              </a:rPr>
              <a:t>WHATSAPP</a:t>
            </a:r>
          </a:p>
        </p:txBody>
      </p:sp>
      <p:sp>
        <p:nvSpPr>
          <p:cNvPr id="6" name="text-5-4">
            <a:extLst xmlns:a="http://schemas.openxmlformats.org/drawingml/2006/main">
              <a:ext uri="{FF2B5EF4-FFF2-40B4-BE49-F238E27FC236}">
                <a16:creationId xmlns:a16="http://schemas.microsoft.com/office/drawing/2014/main" id="{21D55414-6E47-43C6-A427-6C1E2F8F4C5A}"/>
              </a:ext>
            </a:extLst>
          </p:cNvPr>
          <p:cNvSpPr>
            <a:spLocks xmlns:a="http://schemas.openxmlformats.org/drawingml/2006/main" noGrp="1"/>
          </p:cNvSpPr>
          <p:nvPr/>
        </p:nvSpPr>
        <p:spPr>
          <a:xfrm xmlns:a="http://schemas.openxmlformats.org/drawingml/2006/main">
            <a:off x="532209" y="2644464"/>
            <a:ext cx="1553989" cy="20538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94" b="0" i="0">
                <a:solidFill>
                  <a:srgbClr val="F5F0E8"/>
                </a:solidFill>
                <a:latin typeface="Arial"/>
                <a:ea typeface="Arial"/>
                <a:cs typeface="Arial"/>
              </a:defRPr>
            </a:defPPr>
          </a:lstStyle>
          <a:p xmlns:a="http://schemas.openxmlformats.org/drawingml/2006/main">
            <a:pPr>
              <a:defRPr sz="1294" b="0" i="0">
                <a:solidFill>
                  <a:srgbClr val="F5F0E8"/>
                </a:solidFill>
                <a:latin typeface="Arial"/>
                <a:ea typeface="Arial"/>
                <a:cs typeface="Arial"/>
              </a:defRPr>
            </a:pPr>
            <a:r>
              <a:rPr sz="1294" b="0" i="0">
                <a:solidFill>
                  <a:srgbClr val="F5F0E8"/>
                </a:solidFill>
                <a:latin typeface="Arial"/>
                <a:ea typeface="Arial"/>
                <a:cs typeface="Arial"/>
              </a:rPr>
              <a:t>Conversación con IA</a:t>
            </a:r>
          </a:p>
        </p:txBody>
      </p:sp>
      <p:sp>
        <p:nvSpPr>
          <p:cNvPr id="7" name="text-5-5">
            <a:extLst xmlns:a="http://schemas.openxmlformats.org/drawingml/2006/main">
              <a:ext uri="{FF2B5EF4-FFF2-40B4-BE49-F238E27FC236}">
                <a16:creationId xmlns:a16="http://schemas.microsoft.com/office/drawing/2014/main" id="{6D5CC5CC-DF7E-479E-92DC-DCAC2BE65573}"/>
              </a:ext>
            </a:extLst>
          </p:cNvPr>
          <p:cNvSpPr>
            <a:spLocks xmlns:a="http://schemas.openxmlformats.org/drawingml/2006/main" noGrp="1"/>
          </p:cNvSpPr>
          <p:nvPr/>
        </p:nvSpPr>
        <p:spPr>
          <a:xfrm xmlns:a="http://schemas.openxmlformats.org/drawingml/2006/main">
            <a:off x="2641402" y="2233608"/>
            <a:ext cx="507553" cy="33932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138" b="0" i="0">
                <a:solidFill>
                  <a:srgbClr val="F5F0E8"/>
                </a:solidFill>
                <a:latin typeface="Impact"/>
                <a:ea typeface="Impact"/>
                <a:cs typeface="Impact"/>
              </a:defRPr>
            </a:defPPr>
          </a:lstStyle>
          <a:p xmlns:a="http://schemas.openxmlformats.org/drawingml/2006/main">
            <a:pPr>
              <a:defRPr sz="2138" b="0" i="0">
                <a:solidFill>
                  <a:srgbClr val="F5F0E8"/>
                </a:solidFill>
                <a:latin typeface="Impact"/>
                <a:ea typeface="Impact"/>
                <a:cs typeface="Impact"/>
              </a:defRPr>
            </a:pPr>
            <a:r>
              <a:rPr sz="2138" b="0" i="0">
                <a:solidFill>
                  <a:srgbClr val="F5F0E8"/>
                </a:solidFill>
                <a:latin typeface="Impact"/>
                <a:ea typeface="Impact"/>
                <a:cs typeface="Impact"/>
              </a:rPr>
              <a:t>WEB</a:t>
            </a:r>
          </a:p>
        </p:txBody>
      </p:sp>
      <p:sp>
        <p:nvSpPr>
          <p:cNvPr id="8" name="text-5-6">
            <a:extLst xmlns:a="http://schemas.openxmlformats.org/drawingml/2006/main">
              <a:ext uri="{FF2B5EF4-FFF2-40B4-BE49-F238E27FC236}">
                <a16:creationId xmlns:a16="http://schemas.microsoft.com/office/drawing/2014/main" id="{3AACC077-5CB1-46B4-9DC4-A647DB623BE5}"/>
              </a:ext>
            </a:extLst>
          </p:cNvPr>
          <p:cNvSpPr>
            <a:spLocks xmlns:a="http://schemas.openxmlformats.org/drawingml/2006/main" noGrp="1"/>
          </p:cNvSpPr>
          <p:nvPr/>
        </p:nvSpPr>
        <p:spPr>
          <a:xfrm xmlns:a="http://schemas.openxmlformats.org/drawingml/2006/main">
            <a:off x="2641402" y="2644464"/>
            <a:ext cx="1882439" cy="20538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94" b="0" i="0">
                <a:solidFill>
                  <a:srgbClr val="F5F0E8"/>
                </a:solidFill>
                <a:latin typeface="Arial"/>
                <a:ea typeface="Arial"/>
                <a:cs typeface="Arial"/>
              </a:defRPr>
            </a:defPPr>
          </a:lstStyle>
          <a:p xmlns:a="http://schemas.openxmlformats.org/drawingml/2006/main">
            <a:pPr>
              <a:defRPr sz="1294" b="0" i="0">
                <a:solidFill>
                  <a:srgbClr val="F5F0E8"/>
                </a:solidFill>
                <a:latin typeface="Arial"/>
                <a:ea typeface="Arial"/>
                <a:cs typeface="Arial"/>
              </a:defRPr>
            </a:pPr>
            <a:r>
              <a:rPr sz="1294" b="0" i="0">
                <a:solidFill>
                  <a:srgbClr val="F5F0E8"/>
                </a:solidFill>
                <a:latin typeface="Arial"/>
                <a:ea typeface="Arial"/>
                <a:cs typeface="Arial"/>
              </a:rPr>
              <a:t>Formulario y seguimiento</a:t>
            </a:r>
          </a:p>
        </p:txBody>
      </p:sp>
      <p:sp>
        <p:nvSpPr>
          <p:cNvPr id="9" name="text-5-7">
            <a:extLst xmlns:a="http://schemas.openxmlformats.org/drawingml/2006/main">
              <a:ext uri="{FF2B5EF4-FFF2-40B4-BE49-F238E27FC236}">
                <a16:creationId xmlns:a16="http://schemas.microsoft.com/office/drawing/2014/main" id="{19F60A24-0985-4E90-98F9-52B7A2581114}"/>
              </a:ext>
            </a:extLst>
          </p:cNvPr>
          <p:cNvSpPr>
            <a:spLocks xmlns:a="http://schemas.openxmlformats.org/drawingml/2006/main" noGrp="1"/>
          </p:cNvSpPr>
          <p:nvPr/>
        </p:nvSpPr>
        <p:spPr>
          <a:xfrm xmlns:a="http://schemas.openxmlformats.org/drawingml/2006/main">
            <a:off x="4750594" y="2233608"/>
            <a:ext cx="816493" cy="33932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138" b="0" i="0">
                <a:solidFill>
                  <a:srgbClr val="F5F0E8"/>
                </a:solidFill>
                <a:latin typeface="Impact"/>
                <a:ea typeface="Impact"/>
                <a:cs typeface="Impact"/>
              </a:defRPr>
            </a:defPPr>
          </a:lstStyle>
          <a:p xmlns:a="http://schemas.openxmlformats.org/drawingml/2006/main">
            <a:pPr>
              <a:defRPr sz="2138" b="0" i="0">
                <a:solidFill>
                  <a:srgbClr val="F5F0E8"/>
                </a:solidFill>
                <a:latin typeface="Impact"/>
                <a:ea typeface="Impact"/>
                <a:cs typeface="Impact"/>
              </a:defRPr>
            </a:pPr>
            <a:r>
              <a:rPr sz="2138" b="0" i="0">
                <a:solidFill>
                  <a:srgbClr val="F5F0E8"/>
                </a:solidFill>
                <a:latin typeface="Impact"/>
                <a:ea typeface="Impact"/>
                <a:cs typeface="Impact"/>
              </a:rPr>
              <a:t>APP iOS</a:t>
            </a:r>
          </a:p>
        </p:txBody>
      </p:sp>
      <p:sp>
        <p:nvSpPr>
          <p:cNvPr id="10" name="text-5-8">
            <a:extLst xmlns:a="http://schemas.openxmlformats.org/drawingml/2006/main">
              <a:ext uri="{FF2B5EF4-FFF2-40B4-BE49-F238E27FC236}">
                <a16:creationId xmlns:a16="http://schemas.microsoft.com/office/drawing/2014/main" id="{1F62480E-928F-46E9-97E7-BF9D178B6CB9}"/>
              </a:ext>
            </a:extLst>
          </p:cNvPr>
          <p:cNvSpPr>
            <a:spLocks xmlns:a="http://schemas.openxmlformats.org/drawingml/2006/main" noGrp="1"/>
          </p:cNvSpPr>
          <p:nvPr/>
        </p:nvSpPr>
        <p:spPr>
          <a:xfrm xmlns:a="http://schemas.openxmlformats.org/drawingml/2006/main">
            <a:off x="4750594" y="2644464"/>
            <a:ext cx="1828054" cy="20538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94" b="0" i="0">
                <a:solidFill>
                  <a:srgbClr val="F5F0E8"/>
                </a:solidFill>
                <a:latin typeface="Arial"/>
                <a:ea typeface="Arial"/>
                <a:cs typeface="Arial"/>
              </a:defRPr>
            </a:defPPr>
          </a:lstStyle>
          <a:p xmlns:a="http://schemas.openxmlformats.org/drawingml/2006/main">
            <a:pPr>
              <a:defRPr sz="1294" b="0" i="0">
                <a:solidFill>
                  <a:srgbClr val="F5F0E8"/>
                </a:solidFill>
                <a:latin typeface="Arial"/>
                <a:ea typeface="Arial"/>
                <a:cs typeface="Arial"/>
              </a:defRPr>
            </a:pPr>
            <a:r>
              <a:rPr sz="1294" b="0" i="0">
                <a:solidFill>
                  <a:srgbClr val="F5F0E8"/>
                </a:solidFill>
                <a:latin typeface="Arial"/>
                <a:ea typeface="Arial"/>
                <a:cs typeface="Arial"/>
              </a:rPr>
              <a:t>Experiencia para iPhone</a:t>
            </a:r>
          </a:p>
        </p:txBody>
      </p:sp>
      <p:sp>
        <p:nvSpPr>
          <p:cNvPr id="11" name="text-5-9">
            <a:extLst xmlns:a="http://schemas.openxmlformats.org/drawingml/2006/main">
              <a:ext uri="{FF2B5EF4-FFF2-40B4-BE49-F238E27FC236}">
                <a16:creationId xmlns:a16="http://schemas.microsoft.com/office/drawing/2014/main" id="{A83F6FC4-7962-451F-A187-9C7E8B5E9DE1}"/>
              </a:ext>
            </a:extLst>
          </p:cNvPr>
          <p:cNvSpPr>
            <a:spLocks xmlns:a="http://schemas.openxmlformats.org/drawingml/2006/main" noGrp="1"/>
          </p:cNvSpPr>
          <p:nvPr/>
        </p:nvSpPr>
        <p:spPr>
          <a:xfrm xmlns:a="http://schemas.openxmlformats.org/drawingml/2006/main">
            <a:off x="6859786" y="2233608"/>
            <a:ext cx="1382634" cy="33932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138" b="0" i="0">
                <a:solidFill>
                  <a:srgbClr val="F5F0E8"/>
                </a:solidFill>
                <a:latin typeface="Impact"/>
                <a:ea typeface="Impact"/>
                <a:cs typeface="Impact"/>
              </a:defRPr>
            </a:defPPr>
          </a:lstStyle>
          <a:p xmlns:a="http://schemas.openxmlformats.org/drawingml/2006/main">
            <a:pPr>
              <a:defRPr sz="2138" b="0" i="0">
                <a:solidFill>
                  <a:srgbClr val="F5F0E8"/>
                </a:solidFill>
                <a:latin typeface="Impact"/>
                <a:ea typeface="Impact"/>
                <a:cs typeface="Impact"/>
              </a:defRPr>
            </a:pPr>
            <a:r>
              <a:rPr sz="2138" b="0" i="0">
                <a:solidFill>
                  <a:srgbClr val="F5F0E8"/>
                </a:solidFill>
                <a:latin typeface="Impact"/>
                <a:ea typeface="Impact"/>
                <a:cs typeface="Impact"/>
              </a:rPr>
              <a:t>APP ANDROID</a:t>
            </a:r>
          </a:p>
        </p:txBody>
      </p:sp>
      <p:sp>
        <p:nvSpPr>
          <p:cNvPr id="12" name="text-5-10">
            <a:extLst xmlns:a="http://schemas.openxmlformats.org/drawingml/2006/main">
              <a:ext uri="{FF2B5EF4-FFF2-40B4-BE49-F238E27FC236}">
                <a16:creationId xmlns:a16="http://schemas.microsoft.com/office/drawing/2014/main" id="{CFAE0657-479F-4995-851D-C1DD5A1671F3}"/>
              </a:ext>
            </a:extLst>
          </p:cNvPr>
          <p:cNvSpPr>
            <a:spLocks xmlns:a="http://schemas.openxmlformats.org/drawingml/2006/main" noGrp="1"/>
          </p:cNvSpPr>
          <p:nvPr/>
        </p:nvSpPr>
        <p:spPr>
          <a:xfrm xmlns:a="http://schemas.openxmlformats.org/drawingml/2006/main">
            <a:off x="6859786" y="2644464"/>
            <a:ext cx="1873901" cy="20538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94" b="0" i="0">
                <a:solidFill>
                  <a:srgbClr val="F5F0E8"/>
                </a:solidFill>
                <a:latin typeface="Arial"/>
                <a:ea typeface="Arial"/>
                <a:cs typeface="Arial"/>
              </a:defRPr>
            </a:defPPr>
          </a:lstStyle>
          <a:p xmlns:a="http://schemas.openxmlformats.org/drawingml/2006/main">
            <a:pPr>
              <a:defRPr sz="1294" b="0" i="0">
                <a:solidFill>
                  <a:srgbClr val="F5F0E8"/>
                </a:solidFill>
                <a:latin typeface="Arial"/>
                <a:ea typeface="Arial"/>
                <a:cs typeface="Arial"/>
              </a:defRPr>
            </a:pPr>
            <a:r>
              <a:rPr sz="1294" b="0" i="0">
                <a:solidFill>
                  <a:srgbClr val="F5F0E8"/>
                </a:solidFill>
                <a:latin typeface="Arial"/>
                <a:ea typeface="Arial"/>
                <a:cs typeface="Arial"/>
              </a:rPr>
              <a:t>Experiencia para Android</a:t>
            </a:r>
          </a:p>
        </p:txBody>
      </p:sp>
      <p:sp>
        <p:nvSpPr>
          <p:cNvPr id="13" name="text-5-11">
            <a:extLst xmlns:a="http://schemas.openxmlformats.org/drawingml/2006/main">
              <a:ext uri="{FF2B5EF4-FFF2-40B4-BE49-F238E27FC236}">
                <a16:creationId xmlns:a16="http://schemas.microsoft.com/office/drawing/2014/main" id="{DFB8D754-3E0B-4C91-A667-531395509D02}"/>
              </a:ext>
            </a:extLst>
          </p:cNvPr>
          <p:cNvSpPr>
            <a:spLocks xmlns:a="http://schemas.openxmlformats.org/drawingml/2006/main" noGrp="1"/>
          </p:cNvSpPr>
          <p:nvPr/>
        </p:nvSpPr>
        <p:spPr>
          <a:xfrm xmlns:a="http://schemas.openxmlformats.org/drawingml/2006/main">
            <a:off x="532209" y="2978051"/>
            <a:ext cx="386486"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200" b="0" i="0">
                <a:solidFill>
                  <a:srgbClr val="F5F0E8"/>
                </a:solidFill>
                <a:latin typeface="Impact"/>
                <a:ea typeface="Impact"/>
                <a:cs typeface="Impact"/>
              </a:defRPr>
            </a:defPPr>
          </a:lstStyle>
          <a:p xmlns:a="http://schemas.openxmlformats.org/drawingml/2006/main">
            <a:pPr>
              <a:defRPr sz="7200" b="0" i="0">
                <a:solidFill>
                  <a:srgbClr val="F5F0E8"/>
                </a:solidFill>
                <a:latin typeface="Impact"/>
                <a:ea typeface="Impact"/>
                <a:cs typeface="Impact"/>
              </a:defRPr>
            </a:pPr>
            <a:r>
              <a:rPr sz="7200" b="0" i="0">
                <a:solidFill>
                  <a:srgbClr val="F5F0E8"/>
                </a:solidFill>
                <a:latin typeface="Impact"/>
                <a:ea typeface="Impact"/>
                <a:cs typeface="Impact"/>
              </a:rPr>
              <a:t>1</a:t>
            </a:r>
          </a:p>
        </p:txBody>
      </p:sp>
      <p:sp>
        <p:nvSpPr>
          <p:cNvPr id="14" name="text-5-12">
            <a:extLst xmlns:a="http://schemas.openxmlformats.org/drawingml/2006/main">
              <a:ext uri="{FF2B5EF4-FFF2-40B4-BE49-F238E27FC236}">
                <a16:creationId xmlns:a16="http://schemas.microsoft.com/office/drawing/2014/main" id="{E890E0DE-488C-4B3B-BFCA-C26B2BDDEF22}"/>
              </a:ext>
            </a:extLst>
          </p:cNvPr>
          <p:cNvSpPr>
            <a:spLocks xmlns:a="http://schemas.openxmlformats.org/drawingml/2006/main" noGrp="1"/>
          </p:cNvSpPr>
          <p:nvPr/>
        </p:nvSpPr>
        <p:spPr>
          <a:xfrm xmlns:a="http://schemas.openxmlformats.org/drawingml/2006/main">
            <a:off x="1116211" y="3296576"/>
            <a:ext cx="3630821" cy="23217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463" b="0" i="0">
                <a:solidFill>
                  <a:srgbClr val="F5F0E8"/>
                </a:solidFill>
                <a:latin typeface="Arial"/>
                <a:ea typeface="Arial"/>
                <a:cs typeface="Arial"/>
              </a:defRPr>
            </a:defPPr>
          </a:lstStyle>
          <a:p xmlns:a="http://schemas.openxmlformats.org/drawingml/2006/main">
            <a:pPr>
              <a:defRPr sz="1463" b="0" i="0">
                <a:solidFill>
                  <a:srgbClr val="F5F0E8"/>
                </a:solidFill>
                <a:latin typeface="Arial"/>
                <a:ea typeface="Arial"/>
                <a:cs typeface="Arial"/>
              </a:defRPr>
            </a:pPr>
            <a:r>
              <a:rPr sz="1463" b="0" i="0">
                <a:solidFill>
                  <a:srgbClr val="F5F0E8"/>
                </a:solidFill>
                <a:latin typeface="Arial"/>
                <a:ea typeface="Arial"/>
                <a:cs typeface="Arial"/>
              </a:rPr>
              <a:t>registro operativo como punto de encuentro</a:t>
            </a:r>
          </a:p>
        </p:txBody>
      </p:sp>
      <p:sp>
        <p:nvSpPr>
          <p:cNvPr id="15" name="text-5-13">
            <a:extLst xmlns:a="http://schemas.openxmlformats.org/drawingml/2006/main">
              <a:ext uri="{FF2B5EF4-FFF2-40B4-BE49-F238E27FC236}">
                <a16:creationId xmlns:a16="http://schemas.microsoft.com/office/drawing/2014/main" id="{B142E7E8-E324-43A7-B0DA-6C041713B8D5}"/>
              </a:ext>
            </a:extLst>
          </p:cNvPr>
          <p:cNvSpPr>
            <a:spLocks xmlns:a="http://schemas.openxmlformats.org/drawingml/2006/main" noGrp="1"/>
          </p:cNvSpPr>
          <p:nvPr/>
        </p:nvSpPr>
        <p:spPr>
          <a:xfrm xmlns:a="http://schemas.openxmlformats.org/drawingml/2006/main">
            <a:off x="1116211" y="3587439"/>
            <a:ext cx="2627074" cy="20538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94" b="1" i="0">
                <a:solidFill>
                  <a:srgbClr val="F5F0E8"/>
                </a:solidFill>
                <a:latin typeface="Arial"/>
                <a:ea typeface="Arial"/>
                <a:cs typeface="Arial"/>
              </a:defRPr>
            </a:defPPr>
          </a:lstStyle>
          <a:p xmlns:a="http://schemas.openxmlformats.org/drawingml/2006/main">
            <a:pPr>
              <a:defRPr sz="1294" b="1" i="0">
                <a:solidFill>
                  <a:srgbClr val="F5F0E8"/>
                </a:solidFill>
                <a:latin typeface="Arial"/>
                <a:ea typeface="Arial"/>
                <a:cs typeface="Arial"/>
              </a:defRPr>
            </a:pPr>
            <a:r>
              <a:rPr sz="1294" b="1" i="0">
                <a:solidFill>
                  <a:srgbClr val="F5F0E8"/>
                </a:solidFill>
                <a:latin typeface="Arial"/>
                <a:ea typeface="Arial"/>
                <a:cs typeface="Arial"/>
              </a:rPr>
              <a:t>Firebase + revisión en backoffice</a:t>
            </a:r>
          </a:p>
        </p:txBody>
      </p:sp>
      <p:sp>
        <p:nvSpPr>
          <p:cNvPr id="16" name="text-5-14">
            <a:extLst xmlns:a="http://schemas.openxmlformats.org/drawingml/2006/main">
              <a:ext uri="{FF2B5EF4-FFF2-40B4-BE49-F238E27FC236}">
                <a16:creationId xmlns:a16="http://schemas.microsoft.com/office/drawing/2014/main" id="{A078C6C8-D52F-41FC-9EA9-1EC52401DC82}"/>
              </a:ext>
            </a:extLst>
          </p:cNvPr>
          <p:cNvSpPr>
            <a:spLocks xmlns:a="http://schemas.openxmlformats.org/drawingml/2006/main" noGrp="1"/>
          </p:cNvSpPr>
          <p:nvPr/>
        </p:nvSpPr>
        <p:spPr>
          <a:xfrm xmlns:a="http://schemas.openxmlformats.org/drawingml/2006/main">
            <a:off x="532209" y="4603582"/>
            <a:ext cx="7226885" cy="13394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844" b="0" i="0">
                <a:solidFill>
                  <a:srgbClr val="F5F0E8"/>
                </a:solidFill>
                <a:latin typeface="Arial"/>
                <a:ea typeface="Arial"/>
                <a:cs typeface="Arial"/>
              </a:defRPr>
            </a:defPPr>
          </a:lstStyle>
          <a:p xmlns:a="http://schemas.openxmlformats.org/drawingml/2006/main">
            <a:pPr>
              <a:defRPr sz="844" b="0" i="0">
                <a:solidFill>
                  <a:srgbClr val="F5F0E8"/>
                </a:solidFill>
                <a:latin typeface="Arial"/>
                <a:ea typeface="Arial"/>
                <a:cs typeface="Arial"/>
              </a:defRPr>
            </a:pPr>
            <a:r>
              <a:rPr sz="844" b="0" i="0">
                <a:solidFill>
                  <a:srgbClr val="F5F0E8"/>
                </a:solidFill>
                <a:latin typeface="Arial"/>
                <a:ea typeface="Arial"/>
                <a:cs typeface="Arial"/>
              </a:rPr>
              <a:t>Cuatro puntos de acceso propuestos. iOS y Android comparten el módulo móvil. Integración de identidad por validar; sin afirmar publicación en tiendas.</a:t>
            </a:r>
          </a:p>
        </p:txBody>
      </p:sp>
      <p:sp>
        <p:nvSpPr>
          <p:cNvPr id="17" name="text-5-15">
            <a:extLst xmlns:a="http://schemas.openxmlformats.org/drawingml/2006/main">
              <a:ext uri="{FF2B5EF4-FFF2-40B4-BE49-F238E27FC236}">
                <a16:creationId xmlns:a16="http://schemas.microsoft.com/office/drawing/2014/main" id="{EAFCFF6B-6136-4509-B9C3-11AA9556DE3C}"/>
              </a:ext>
            </a:extLst>
          </p:cNvPr>
          <p:cNvSpPr>
            <a:spLocks xmlns:a="http://schemas.openxmlformats.org/drawingml/2006/main" noGrp="1"/>
          </p:cNvSpPr>
          <p:nvPr/>
        </p:nvSpPr>
        <p:spPr>
          <a:xfrm xmlns:a="http://schemas.openxmlformats.org/drawingml/2006/main">
            <a:off x="532209" y="4923697"/>
            <a:ext cx="2065588"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F5F0E8"/>
                </a:solidFill>
                <a:latin typeface="Arial"/>
                <a:ea typeface="Arial"/>
                <a:cs typeface="Arial"/>
              </a:defRPr>
            </a:defPPr>
          </a:lstStyle>
          <a:p xmlns:a="http://schemas.openxmlformats.org/drawingml/2006/main">
            <a:pPr>
              <a:defRPr sz="731" b="1" i="0">
                <a:solidFill>
                  <a:srgbClr val="F5F0E8"/>
                </a:solidFill>
                <a:latin typeface="Arial"/>
                <a:ea typeface="Arial"/>
                <a:cs typeface="Arial"/>
              </a:defRPr>
            </a:pPr>
            <a:r>
              <a:rPr sz="731" b="1" i="0">
                <a:solidFill>
                  <a:srgbClr val="F5F0E8"/>
                </a:solidFill>
                <a:latin typeface="Arial"/>
                <a:ea typeface="Arial"/>
                <a:cs typeface="Arial"/>
              </a:rPr>
              <a:t>02 / SOLUCIÓN PROPUESTA / OMNI by 5.5</a:t>
            </a:r>
          </a:p>
        </p:txBody>
      </p:sp>
      <p:sp>
        <p:nvSpPr>
          <p:cNvPr id="18" name="text-5-16">
            <a:extLst xmlns:a="http://schemas.openxmlformats.org/drawingml/2006/main">
              <a:ext uri="{FF2B5EF4-FFF2-40B4-BE49-F238E27FC236}">
                <a16:creationId xmlns:a16="http://schemas.microsoft.com/office/drawing/2014/main" id="{47277834-3C05-4FFE-932A-D3F59135B011}"/>
              </a:ext>
            </a:extLst>
          </p:cNvPr>
          <p:cNvSpPr>
            <a:spLocks xmlns:a="http://schemas.openxmlformats.org/drawingml/2006/main" noGrp="1"/>
          </p:cNvSpPr>
          <p:nvPr/>
        </p:nvSpPr>
        <p:spPr>
          <a:xfrm xmlns:a="http://schemas.openxmlformats.org/drawingml/2006/main">
            <a:off x="8446257" y="4923697"/>
            <a:ext cx="377893"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F5F0E8"/>
                </a:solidFill>
                <a:latin typeface="Arial"/>
                <a:ea typeface="Arial"/>
                <a:cs typeface="Arial"/>
              </a:defRPr>
            </a:defPPr>
          </a:lstStyle>
          <a:p xmlns:a="http://schemas.openxmlformats.org/drawingml/2006/main">
            <a:pPr>
              <a:defRPr sz="731" b="1" i="0">
                <a:solidFill>
                  <a:srgbClr val="F5F0E8"/>
                </a:solidFill>
                <a:latin typeface="Arial"/>
                <a:ea typeface="Arial"/>
                <a:cs typeface="Arial"/>
              </a:defRPr>
            </a:pPr>
            <a:r>
              <a:rPr sz="731" b="1" i="0">
                <a:solidFill>
                  <a:srgbClr val="F5F0E8"/>
                </a:solidFill>
                <a:latin typeface="Arial"/>
                <a:ea typeface="Arial"/>
                <a:cs typeface="Arial"/>
              </a:rPr>
              <a:t>05 / 5.5</a:t>
            </a:r>
          </a:p>
        </p:txBody>
      </p:sp>
    </p:spTree>
    <p:extLst>
      <p:ext uri="{BB962C8B-B14F-4D97-AF65-F5344CB8AC3E}">
        <p14:creationId xmlns:p14="http://schemas.microsoft.com/office/powerpoint/2010/main" val="1669923412"/>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pic>
        <p:nvPicPr>
          <p:cNvPr id="15" name="">
            <a:extLst xmlns:a="http://schemas.openxmlformats.org/drawingml/2006/main">
              <a:ext uri="{FF2B5EF4-FFF2-40B4-BE49-F238E27FC236}">
                <a16:creationId xmlns:a16="http://schemas.microsoft.com/office/drawing/2014/main" id="{9A17B8A0-CEB2-4409-902B-6291E2838094}"/>
              </a:ext>
            </a:extLst>
          </p:cNvPr>
          <p:cNvPicPr>
            <a:picLocks xmlns:a="http://schemas.openxmlformats.org/drawingml/2006/main" noChangeAspect="1"/>
          </p:cNvPicPr>
          <p:nvPr/>
        </p:nvPicPr>
        <p:blipFill>
          <a:blip xmlns:r="http://schemas.openxmlformats.org/officeDocument/2006/relationships" xmlns:a="http://schemas.openxmlformats.org/drawingml/2006/main" r:embed="Rffe51acc50a04d92"/>
          <a:stretch xmlns:a="http://schemas.openxmlformats.org/drawingml/2006/main"/>
        </p:blipFill>
        <p:spPr>
          <a:xfrm xmlns:a="http://schemas.openxmlformats.org/drawingml/2006/main">
            <a:off x="0" y="0"/>
            <a:ext cx="9324594" cy="5248656"/>
          </a:xfrm>
          <a:prstGeom xmlns:a="http://schemas.openxmlformats.org/drawingml/2006/main" prst="rect">
            <a:avLst/>
          </a:prstGeom>
        </p:spPr>
      </p:pic>
      <p:sp>
        <p:nvSpPr>
          <p:cNvPr id="2" name="text-6-0">
            <a:extLst xmlns:a="http://schemas.openxmlformats.org/drawingml/2006/main">
              <a:ext uri="{FF2B5EF4-FFF2-40B4-BE49-F238E27FC236}">
                <a16:creationId xmlns:a16="http://schemas.microsoft.com/office/drawing/2014/main" id="{D1DA6B5F-DBC0-46D4-93E8-D628DB6278A4}"/>
              </a:ext>
            </a:extLst>
          </p:cNvPr>
          <p:cNvSpPr>
            <a:spLocks xmlns:a="http://schemas.openxmlformats.org/drawingml/2006/main" noGrp="1"/>
          </p:cNvSpPr>
          <p:nvPr/>
        </p:nvSpPr>
        <p:spPr>
          <a:xfrm xmlns:a="http://schemas.openxmlformats.org/drawingml/2006/main">
            <a:off x="532209" y="382979"/>
            <a:ext cx="2010159" cy="1518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956" b="1" i="0">
                <a:solidFill>
                  <a:srgbClr val="F5F0E8"/>
                </a:solidFill>
                <a:latin typeface="Arial"/>
                <a:ea typeface="Arial"/>
                <a:cs typeface="Arial"/>
              </a:defRPr>
            </a:defPPr>
          </a:lstStyle>
          <a:p xmlns:a="http://schemas.openxmlformats.org/drawingml/2006/main">
            <a:pPr>
              <a:defRPr sz="956" b="1" i="0">
                <a:solidFill>
                  <a:srgbClr val="F5F0E8"/>
                </a:solidFill>
                <a:latin typeface="Arial"/>
                <a:ea typeface="Arial"/>
                <a:cs typeface="Arial"/>
              </a:defRPr>
            </a:pPr>
            <a:r>
              <a:rPr sz="956" b="1" i="0">
                <a:solidFill>
                  <a:srgbClr val="F5F0E8"/>
                </a:solidFill>
                <a:latin typeface="Arial"/>
                <a:ea typeface="Arial"/>
                <a:cs typeface="Arial"/>
              </a:rPr>
              <a:t>02 / SOLUCIÓN PROPUESTA</a:t>
            </a:r>
          </a:p>
        </p:txBody>
      </p:sp>
      <p:sp>
        <p:nvSpPr>
          <p:cNvPr id="3" name="text-6-1">
            <a:extLst xmlns:a="http://schemas.openxmlformats.org/drawingml/2006/main">
              <a:ext uri="{FF2B5EF4-FFF2-40B4-BE49-F238E27FC236}">
                <a16:creationId xmlns:a16="http://schemas.microsoft.com/office/drawing/2014/main" id="{23CA8C30-4742-4304-8A94-14834753A3CF}"/>
              </a:ext>
            </a:extLst>
          </p:cNvPr>
          <p:cNvSpPr>
            <a:spLocks xmlns:a="http://schemas.openxmlformats.org/drawingml/2006/main" noGrp="1"/>
          </p:cNvSpPr>
          <p:nvPr/>
        </p:nvSpPr>
        <p:spPr>
          <a:xfrm xmlns:a="http://schemas.openxmlformats.org/drawingml/2006/main">
            <a:off x="532209" y="745761"/>
            <a:ext cx="4237848" cy="61614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3881" b="0" i="0">
                <a:solidFill>
                  <a:srgbClr val="F5F0E8"/>
                </a:solidFill>
                <a:latin typeface="Impact"/>
                <a:ea typeface="Impact"/>
                <a:cs typeface="Impact"/>
              </a:defRPr>
            </a:defPPr>
          </a:lstStyle>
          <a:p xmlns:a="http://schemas.openxmlformats.org/drawingml/2006/main">
            <a:pPr>
              <a:defRPr sz="3881" b="0" i="0">
                <a:solidFill>
                  <a:srgbClr val="F5F0E8"/>
                </a:solidFill>
                <a:latin typeface="Impact"/>
                <a:ea typeface="Impact"/>
                <a:cs typeface="Impact"/>
              </a:defRPr>
            </a:pPr>
            <a:r>
              <a:rPr sz="3881" b="0" i="0">
                <a:solidFill>
                  <a:srgbClr val="F5F0E8"/>
                </a:solidFill>
                <a:latin typeface="Impact"/>
                <a:ea typeface="Impact"/>
                <a:cs typeface="Impact"/>
              </a:rPr>
              <a:t>ESCRIBE COMO HABLAS</a:t>
            </a:r>
          </a:p>
        </p:txBody>
      </p:sp>
      <p:sp>
        <p:nvSpPr>
          <p:cNvPr id="4" name="text-6-2">
            <a:extLst xmlns:a="http://schemas.openxmlformats.org/drawingml/2006/main">
              <a:ext uri="{FF2B5EF4-FFF2-40B4-BE49-F238E27FC236}">
                <a16:creationId xmlns:a16="http://schemas.microsoft.com/office/drawing/2014/main" id="{5E430FCC-07B4-4EA6-BC34-6E210F56E5A0}"/>
              </a:ext>
            </a:extLst>
          </p:cNvPr>
          <p:cNvSpPr>
            <a:spLocks xmlns:a="http://schemas.openxmlformats.org/drawingml/2006/main" noGrp="1"/>
          </p:cNvSpPr>
          <p:nvPr/>
        </p:nvSpPr>
        <p:spPr>
          <a:xfrm xmlns:a="http://schemas.openxmlformats.org/drawingml/2006/main">
            <a:off x="532209" y="1245824"/>
            <a:ext cx="2965274" cy="61614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3881" b="0" i="0">
                <a:solidFill>
                  <a:srgbClr val="F5F0E8"/>
                </a:solidFill>
                <a:latin typeface="Impact"/>
                <a:ea typeface="Impact"/>
                <a:cs typeface="Impact"/>
              </a:defRPr>
            </a:defPPr>
          </a:lstStyle>
          <a:p xmlns:a="http://schemas.openxmlformats.org/drawingml/2006/main">
            <a:pPr>
              <a:defRPr sz="3881" b="0" i="0">
                <a:solidFill>
                  <a:srgbClr val="F5F0E8"/>
                </a:solidFill>
                <a:latin typeface="Impact"/>
                <a:ea typeface="Impact"/>
                <a:cs typeface="Impact"/>
              </a:defRPr>
            </a:pPr>
            <a:r>
              <a:rPr sz="3881" b="0" i="0">
                <a:solidFill>
                  <a:srgbClr val="F5F0E8"/>
                </a:solidFill>
                <a:latin typeface="Impact"/>
                <a:ea typeface="Impact"/>
                <a:cs typeface="Impact"/>
              </a:rPr>
              <a:t>LA IA TE ORIENTA</a:t>
            </a:r>
          </a:p>
        </p:txBody>
      </p:sp>
      <p:sp>
        <p:nvSpPr>
          <p:cNvPr id="5" name="text-6-3">
            <a:extLst xmlns:a="http://schemas.openxmlformats.org/drawingml/2006/main">
              <a:ext uri="{FF2B5EF4-FFF2-40B4-BE49-F238E27FC236}">
                <a16:creationId xmlns:a16="http://schemas.microsoft.com/office/drawing/2014/main" id="{AAA473AA-237E-407B-8498-13CBCFD8511B}"/>
              </a:ext>
            </a:extLst>
          </p:cNvPr>
          <p:cNvSpPr>
            <a:spLocks xmlns:a="http://schemas.openxmlformats.org/drawingml/2006/main" noGrp="1"/>
          </p:cNvSpPr>
          <p:nvPr/>
        </p:nvSpPr>
        <p:spPr>
          <a:xfrm xmlns:a="http://schemas.openxmlformats.org/drawingml/2006/main">
            <a:off x="532209" y="2033485"/>
            <a:ext cx="4274229" cy="2500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575" b="0" i="0">
                <a:solidFill>
                  <a:srgbClr val="F5F0E8"/>
                </a:solidFill>
                <a:latin typeface="Arial"/>
                <a:ea typeface="Arial"/>
                <a:cs typeface="Arial"/>
              </a:defRPr>
            </a:defPPr>
          </a:lstStyle>
          <a:p xmlns:a="http://schemas.openxmlformats.org/drawingml/2006/main">
            <a:pPr>
              <a:defRPr sz="1575" b="0" i="0">
                <a:solidFill>
                  <a:srgbClr val="F5F0E8"/>
                </a:solidFill>
                <a:latin typeface="Arial"/>
                <a:ea typeface="Arial"/>
                <a:cs typeface="Arial"/>
              </a:defRPr>
            </a:pPr>
            <a:r>
              <a:rPr sz="1575" b="0" i="0">
                <a:solidFill>
                  <a:srgbClr val="F5F0E8"/>
                </a:solidFill>
                <a:latin typeface="Arial"/>
                <a:ea typeface="Arial"/>
                <a:cs typeface="Arial"/>
              </a:rPr>
              <a:t>Entiende la intención y presenta una cotización.</a:t>
            </a:r>
          </a:p>
        </p:txBody>
      </p:sp>
      <p:sp>
        <p:nvSpPr>
          <p:cNvPr id="6" name="text-6-4">
            <a:extLst xmlns:a="http://schemas.openxmlformats.org/drawingml/2006/main">
              <a:ext uri="{FF2B5EF4-FFF2-40B4-BE49-F238E27FC236}">
                <a16:creationId xmlns:a16="http://schemas.microsoft.com/office/drawing/2014/main" id="{C818FDED-5D78-4DCA-BA23-652E12DE4C97}"/>
              </a:ext>
            </a:extLst>
          </p:cNvPr>
          <p:cNvSpPr>
            <a:spLocks xmlns:a="http://schemas.openxmlformats.org/drawingml/2006/main" noGrp="1"/>
          </p:cNvSpPr>
          <p:nvPr/>
        </p:nvSpPr>
        <p:spPr>
          <a:xfrm xmlns:a="http://schemas.openxmlformats.org/drawingml/2006/main">
            <a:off x="532209" y="2656722"/>
            <a:ext cx="405846" cy="17859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125" b="1" i="0">
                <a:solidFill>
                  <a:srgbClr val="FF4053"/>
                </a:solidFill>
                <a:latin typeface="Arial"/>
                <a:ea typeface="Arial"/>
                <a:cs typeface="Arial"/>
              </a:defRPr>
            </a:defPPr>
          </a:lstStyle>
          <a:p xmlns:a="http://schemas.openxmlformats.org/drawingml/2006/main">
            <a:pPr>
              <a:defRPr sz="1125" b="1" i="0">
                <a:solidFill>
                  <a:srgbClr val="FF4053"/>
                </a:solidFill>
                <a:latin typeface="Arial"/>
                <a:ea typeface="Arial"/>
                <a:cs typeface="Arial"/>
              </a:defRPr>
            </a:pPr>
            <a:r>
              <a:rPr sz="1125" b="1" i="0">
                <a:solidFill>
                  <a:srgbClr val="FF4053"/>
                </a:solidFill>
                <a:latin typeface="Arial"/>
                <a:ea typeface="Arial"/>
                <a:cs typeface="Arial"/>
              </a:rPr>
              <a:t>LA IA</a:t>
            </a:r>
          </a:p>
        </p:txBody>
      </p:sp>
      <p:sp>
        <p:nvSpPr>
          <p:cNvPr id="7" name="text-6-5">
            <a:extLst xmlns:a="http://schemas.openxmlformats.org/drawingml/2006/main">
              <a:ext uri="{FF2B5EF4-FFF2-40B4-BE49-F238E27FC236}">
                <a16:creationId xmlns:a16="http://schemas.microsoft.com/office/drawing/2014/main" id="{C3B4F43E-B372-42BF-B3EE-20E9D218F810}"/>
              </a:ext>
            </a:extLst>
          </p:cNvPr>
          <p:cNvSpPr>
            <a:spLocks xmlns:a="http://schemas.openxmlformats.org/drawingml/2006/main" noGrp="1"/>
          </p:cNvSpPr>
          <p:nvPr/>
        </p:nvSpPr>
        <p:spPr>
          <a:xfrm xmlns:a="http://schemas.openxmlformats.org/drawingml/2006/main">
            <a:off x="2175272" y="2659428"/>
            <a:ext cx="2153450"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350" b="0" i="0">
                <a:solidFill>
                  <a:srgbClr val="F5F0E8"/>
                </a:solidFill>
                <a:latin typeface="Arial"/>
                <a:ea typeface="Arial"/>
                <a:cs typeface="Arial"/>
              </a:defRPr>
            </a:defPPr>
          </a:lstStyle>
          <a:p xmlns:a="http://schemas.openxmlformats.org/drawingml/2006/main">
            <a:pPr>
              <a:defRPr sz="1350" b="0" i="0">
                <a:solidFill>
                  <a:srgbClr val="F5F0E8"/>
                </a:solidFill>
                <a:latin typeface="Arial"/>
                <a:ea typeface="Arial"/>
                <a:cs typeface="Arial"/>
              </a:defRPr>
            </a:pPr>
            <a:r>
              <a:rPr sz="1350" b="0" i="0">
                <a:solidFill>
                  <a:srgbClr val="F5F0E8"/>
                </a:solidFill>
                <a:latin typeface="Arial"/>
                <a:ea typeface="Arial"/>
                <a:cs typeface="Arial"/>
              </a:rPr>
              <a:t>Conversación y orientación.</a:t>
            </a:r>
          </a:p>
        </p:txBody>
      </p:sp>
      <p:sp>
        <p:nvSpPr>
          <p:cNvPr id="8" name="text-6-6">
            <a:extLst xmlns:a="http://schemas.openxmlformats.org/drawingml/2006/main">
              <a:ext uri="{FF2B5EF4-FFF2-40B4-BE49-F238E27FC236}">
                <a16:creationId xmlns:a16="http://schemas.microsoft.com/office/drawing/2014/main" id="{264B97B8-85DD-4135-961F-5F8AAFC668A6}"/>
              </a:ext>
            </a:extLst>
          </p:cNvPr>
          <p:cNvSpPr>
            <a:spLocks xmlns:a="http://schemas.openxmlformats.org/drawingml/2006/main" noGrp="1"/>
          </p:cNvSpPr>
          <p:nvPr/>
        </p:nvSpPr>
        <p:spPr>
          <a:xfrm xmlns:a="http://schemas.openxmlformats.org/drawingml/2006/main">
            <a:off x="532209" y="3113922"/>
            <a:ext cx="958929" cy="17859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125" b="1" i="0">
                <a:solidFill>
                  <a:srgbClr val="FF4053"/>
                </a:solidFill>
                <a:latin typeface="Arial"/>
                <a:ea typeface="Arial"/>
                <a:cs typeface="Arial"/>
              </a:defRPr>
            </a:defPPr>
          </a:lstStyle>
          <a:p xmlns:a="http://schemas.openxmlformats.org/drawingml/2006/main">
            <a:pPr>
              <a:defRPr sz="1125" b="1" i="0">
                <a:solidFill>
                  <a:srgbClr val="FF4053"/>
                </a:solidFill>
                <a:latin typeface="Arial"/>
                <a:ea typeface="Arial"/>
                <a:cs typeface="Arial"/>
              </a:defRPr>
            </a:pPr>
            <a:r>
              <a:rPr sz="1125" b="1" i="0">
                <a:solidFill>
                  <a:srgbClr val="FF4053"/>
                </a:solidFill>
                <a:latin typeface="Arial"/>
                <a:ea typeface="Arial"/>
                <a:cs typeface="Arial"/>
              </a:rPr>
              <a:t>LAS REGLAS</a:t>
            </a:r>
          </a:p>
        </p:txBody>
      </p:sp>
      <p:sp>
        <p:nvSpPr>
          <p:cNvPr id="9" name="text-6-7">
            <a:extLst xmlns:a="http://schemas.openxmlformats.org/drawingml/2006/main">
              <a:ext uri="{FF2B5EF4-FFF2-40B4-BE49-F238E27FC236}">
                <a16:creationId xmlns:a16="http://schemas.microsoft.com/office/drawing/2014/main" id="{3156A291-4EBC-4E91-BB34-88F732134987}"/>
              </a:ext>
            </a:extLst>
          </p:cNvPr>
          <p:cNvSpPr>
            <a:spLocks xmlns:a="http://schemas.openxmlformats.org/drawingml/2006/main" noGrp="1"/>
          </p:cNvSpPr>
          <p:nvPr/>
        </p:nvSpPr>
        <p:spPr>
          <a:xfrm xmlns:a="http://schemas.openxmlformats.org/drawingml/2006/main">
            <a:off x="2175272" y="3116628"/>
            <a:ext cx="2048865"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350" b="0" i="0">
                <a:solidFill>
                  <a:srgbClr val="F5F0E8"/>
                </a:solidFill>
                <a:latin typeface="Arial"/>
                <a:ea typeface="Arial"/>
                <a:cs typeface="Arial"/>
              </a:defRPr>
            </a:defPPr>
          </a:lstStyle>
          <a:p xmlns:a="http://schemas.openxmlformats.org/drawingml/2006/main">
            <a:pPr>
              <a:defRPr sz="1350" b="0" i="0">
                <a:solidFill>
                  <a:srgbClr val="F5F0E8"/>
                </a:solidFill>
                <a:latin typeface="Arial"/>
                <a:ea typeface="Arial"/>
                <a:cs typeface="Arial"/>
              </a:defRPr>
            </a:pPr>
            <a:r>
              <a:rPr sz="1350" b="0" i="0">
                <a:solidFill>
                  <a:srgbClr val="F5F0E8"/>
                </a:solidFill>
                <a:latin typeface="Arial"/>
                <a:ea typeface="Arial"/>
                <a:cs typeface="Arial"/>
              </a:rPr>
              <a:t>Importes, datos y estados.</a:t>
            </a:r>
          </a:p>
        </p:txBody>
      </p:sp>
      <p:sp>
        <p:nvSpPr>
          <p:cNvPr id="10" name="text-6-8">
            <a:extLst xmlns:a="http://schemas.openxmlformats.org/drawingml/2006/main">
              <a:ext uri="{FF2B5EF4-FFF2-40B4-BE49-F238E27FC236}">
                <a16:creationId xmlns:a16="http://schemas.microsoft.com/office/drawing/2014/main" id="{5798753C-B27A-4E07-8344-61EE99BAD856}"/>
              </a:ext>
            </a:extLst>
          </p:cNvPr>
          <p:cNvSpPr>
            <a:spLocks xmlns:a="http://schemas.openxmlformats.org/drawingml/2006/main" noGrp="1"/>
          </p:cNvSpPr>
          <p:nvPr/>
        </p:nvSpPr>
        <p:spPr>
          <a:xfrm xmlns:a="http://schemas.openxmlformats.org/drawingml/2006/main">
            <a:off x="532209" y="3571122"/>
            <a:ext cx="813592" cy="17859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125" b="1" i="0">
                <a:solidFill>
                  <a:srgbClr val="FF4053"/>
                </a:solidFill>
                <a:latin typeface="Arial"/>
                <a:ea typeface="Arial"/>
                <a:cs typeface="Arial"/>
              </a:defRPr>
            </a:defPPr>
          </a:lstStyle>
          <a:p xmlns:a="http://schemas.openxmlformats.org/drawingml/2006/main">
            <a:pPr>
              <a:defRPr sz="1125" b="1" i="0">
                <a:solidFill>
                  <a:srgbClr val="FF4053"/>
                </a:solidFill>
                <a:latin typeface="Arial"/>
                <a:ea typeface="Arial"/>
                <a:cs typeface="Arial"/>
              </a:defRPr>
            </a:pPr>
            <a:r>
              <a:rPr sz="1125" b="1" i="0">
                <a:solidFill>
                  <a:srgbClr val="FF4053"/>
                </a:solidFill>
                <a:latin typeface="Arial"/>
                <a:ea typeface="Arial"/>
                <a:cs typeface="Arial"/>
              </a:rPr>
              <a:t>EL EQUIPO</a:t>
            </a:r>
          </a:p>
        </p:txBody>
      </p:sp>
      <p:sp>
        <p:nvSpPr>
          <p:cNvPr id="11" name="text-6-9">
            <a:extLst xmlns:a="http://schemas.openxmlformats.org/drawingml/2006/main">
              <a:ext uri="{FF2B5EF4-FFF2-40B4-BE49-F238E27FC236}">
                <a16:creationId xmlns:a16="http://schemas.microsoft.com/office/drawing/2014/main" id="{D6B61CC1-E3CE-4550-9BE0-9FAF7AC7A57A}"/>
              </a:ext>
            </a:extLst>
          </p:cNvPr>
          <p:cNvSpPr>
            <a:spLocks xmlns:a="http://schemas.openxmlformats.org/drawingml/2006/main" noGrp="1"/>
          </p:cNvSpPr>
          <p:nvPr/>
        </p:nvSpPr>
        <p:spPr>
          <a:xfrm xmlns:a="http://schemas.openxmlformats.org/drawingml/2006/main">
            <a:off x="2175272" y="3573828"/>
            <a:ext cx="2763298"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350" b="0" i="0">
                <a:solidFill>
                  <a:srgbClr val="F5F0E8"/>
                </a:solidFill>
                <a:latin typeface="Arial"/>
                <a:ea typeface="Arial"/>
                <a:cs typeface="Arial"/>
              </a:defRPr>
            </a:defPPr>
          </a:lstStyle>
          <a:p xmlns:a="http://schemas.openxmlformats.org/drawingml/2006/main">
            <a:pPr>
              <a:defRPr sz="1350" b="0" i="0">
                <a:solidFill>
                  <a:srgbClr val="F5F0E8"/>
                </a:solidFill>
                <a:latin typeface="Arial"/>
                <a:ea typeface="Arial"/>
                <a:cs typeface="Arial"/>
              </a:defRPr>
            </a:pPr>
            <a:r>
              <a:rPr sz="1350" b="0" i="0">
                <a:solidFill>
                  <a:srgbClr val="F5F0E8"/>
                </a:solidFill>
                <a:latin typeface="Arial"/>
                <a:ea typeface="Arial"/>
                <a:cs typeface="Arial"/>
              </a:rPr>
              <a:t>Revisión del ingreso y excepciones.</a:t>
            </a:r>
          </a:p>
        </p:txBody>
      </p:sp>
      <p:sp>
        <p:nvSpPr>
          <p:cNvPr id="12" name="text-6-10">
            <a:extLst xmlns:a="http://schemas.openxmlformats.org/drawingml/2006/main">
              <a:ext uri="{FF2B5EF4-FFF2-40B4-BE49-F238E27FC236}">
                <a16:creationId xmlns:a16="http://schemas.microsoft.com/office/drawing/2014/main" id="{C9C54EAD-CAB2-49CE-A72A-4A68790ECC16}"/>
              </a:ext>
            </a:extLst>
          </p:cNvPr>
          <p:cNvSpPr>
            <a:spLocks xmlns:a="http://schemas.openxmlformats.org/drawingml/2006/main" noGrp="1"/>
          </p:cNvSpPr>
          <p:nvPr/>
        </p:nvSpPr>
        <p:spPr>
          <a:xfrm xmlns:a="http://schemas.openxmlformats.org/drawingml/2006/main">
            <a:off x="532209" y="4603582"/>
            <a:ext cx="4987435" cy="13394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844" b="0" i="0">
                <a:solidFill>
                  <a:srgbClr val="F5F0E8"/>
                </a:solidFill>
                <a:latin typeface="Arial"/>
                <a:ea typeface="Arial"/>
                <a:cs typeface="Arial"/>
              </a:defRPr>
            </a:defPPr>
          </a:lstStyle>
          <a:p xmlns:a="http://schemas.openxmlformats.org/drawingml/2006/main">
            <a:pPr>
              <a:defRPr sz="844" b="0" i="0">
                <a:solidFill>
                  <a:srgbClr val="F5F0E8"/>
                </a:solidFill>
                <a:latin typeface="Arial"/>
                <a:ea typeface="Arial"/>
                <a:cs typeface="Arial"/>
              </a:defRPr>
            </a:pPr>
            <a:r>
              <a:rPr sz="844" b="0" i="0">
                <a:solidFill>
                  <a:srgbClr val="F5F0E8"/>
                </a:solidFill>
                <a:latin typeface="Arial"/>
                <a:ea typeface="Arial"/>
                <a:cs typeface="Arial"/>
              </a:rPr>
              <a:t>Captura del módulo conversacional del equipo. Derivación a un asesor con contexto: siguiente iteración.</a:t>
            </a:r>
          </a:p>
        </p:txBody>
      </p:sp>
      <p:sp>
        <p:nvSpPr>
          <p:cNvPr id="13" name="text-6-11">
            <a:extLst xmlns:a="http://schemas.openxmlformats.org/drawingml/2006/main">
              <a:ext uri="{FF2B5EF4-FFF2-40B4-BE49-F238E27FC236}">
                <a16:creationId xmlns:a16="http://schemas.microsoft.com/office/drawing/2014/main" id="{C59E0926-B14C-48F1-B80C-2AD0B27FCD32}"/>
              </a:ext>
            </a:extLst>
          </p:cNvPr>
          <p:cNvSpPr>
            <a:spLocks xmlns:a="http://schemas.openxmlformats.org/drawingml/2006/main" noGrp="1"/>
          </p:cNvSpPr>
          <p:nvPr/>
        </p:nvSpPr>
        <p:spPr>
          <a:xfrm xmlns:a="http://schemas.openxmlformats.org/drawingml/2006/main">
            <a:off x="532209" y="4923697"/>
            <a:ext cx="2065588"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F5F0E8"/>
                </a:solidFill>
                <a:latin typeface="Arial"/>
                <a:ea typeface="Arial"/>
                <a:cs typeface="Arial"/>
              </a:defRPr>
            </a:defPPr>
          </a:lstStyle>
          <a:p xmlns:a="http://schemas.openxmlformats.org/drawingml/2006/main">
            <a:pPr>
              <a:defRPr sz="731" b="1" i="0">
                <a:solidFill>
                  <a:srgbClr val="F5F0E8"/>
                </a:solidFill>
                <a:latin typeface="Arial"/>
                <a:ea typeface="Arial"/>
                <a:cs typeface="Arial"/>
              </a:defRPr>
            </a:pPr>
            <a:r>
              <a:rPr sz="731" b="1" i="0">
                <a:solidFill>
                  <a:srgbClr val="F5F0E8"/>
                </a:solidFill>
                <a:latin typeface="Arial"/>
                <a:ea typeface="Arial"/>
                <a:cs typeface="Arial"/>
              </a:rPr>
              <a:t>02 / SOLUCIÓN PROPUESTA / OMNI by 5.5</a:t>
            </a:r>
          </a:p>
        </p:txBody>
      </p:sp>
      <p:sp>
        <p:nvSpPr>
          <p:cNvPr id="14" name="text-6-12">
            <a:extLst xmlns:a="http://schemas.openxmlformats.org/drawingml/2006/main">
              <a:ext uri="{FF2B5EF4-FFF2-40B4-BE49-F238E27FC236}">
                <a16:creationId xmlns:a16="http://schemas.microsoft.com/office/drawing/2014/main" id="{B0609E17-BAE8-4345-9F2D-F0EDFD3087F0}"/>
              </a:ext>
            </a:extLst>
          </p:cNvPr>
          <p:cNvSpPr>
            <a:spLocks xmlns:a="http://schemas.openxmlformats.org/drawingml/2006/main" noGrp="1"/>
          </p:cNvSpPr>
          <p:nvPr/>
        </p:nvSpPr>
        <p:spPr>
          <a:xfrm xmlns:a="http://schemas.openxmlformats.org/drawingml/2006/main">
            <a:off x="8446257" y="4923697"/>
            <a:ext cx="377893"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F5F0E8"/>
                </a:solidFill>
                <a:latin typeface="Arial"/>
                <a:ea typeface="Arial"/>
                <a:cs typeface="Arial"/>
              </a:defRPr>
            </a:defPPr>
          </a:lstStyle>
          <a:p xmlns:a="http://schemas.openxmlformats.org/drawingml/2006/main">
            <a:pPr>
              <a:defRPr sz="731" b="1" i="0">
                <a:solidFill>
                  <a:srgbClr val="F5F0E8"/>
                </a:solidFill>
                <a:latin typeface="Arial"/>
                <a:ea typeface="Arial"/>
                <a:cs typeface="Arial"/>
              </a:defRPr>
            </a:pPr>
            <a:r>
              <a:rPr sz="731" b="1" i="0">
                <a:solidFill>
                  <a:srgbClr val="F5F0E8"/>
                </a:solidFill>
                <a:latin typeface="Arial"/>
                <a:ea typeface="Arial"/>
                <a:cs typeface="Arial"/>
              </a:rPr>
              <a:t>06 / 5.5</a:t>
            </a:r>
          </a:p>
        </p:txBody>
      </p:sp>
    </p:spTree>
    <p:extLst>
      <p:ext uri="{BB962C8B-B14F-4D97-AF65-F5344CB8AC3E}">
        <p14:creationId xmlns:p14="http://schemas.microsoft.com/office/powerpoint/2010/main" val="1388721634"/>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pic>
        <p:nvPicPr>
          <p:cNvPr id="13" name="">
            <a:extLst xmlns:a="http://schemas.openxmlformats.org/drawingml/2006/main">
              <a:ext uri="{FF2B5EF4-FFF2-40B4-BE49-F238E27FC236}">
                <a16:creationId xmlns:a16="http://schemas.microsoft.com/office/drawing/2014/main" id="{D40AFF5E-ACC1-4E46-980A-2EF34C448B10}"/>
              </a:ext>
            </a:extLst>
          </p:cNvPr>
          <p:cNvPicPr>
            <a:picLocks xmlns:a="http://schemas.openxmlformats.org/drawingml/2006/main" noChangeAspect="1"/>
          </p:cNvPicPr>
          <p:nvPr/>
        </p:nvPicPr>
        <p:blipFill>
          <a:blip xmlns:r="http://schemas.openxmlformats.org/officeDocument/2006/relationships" xmlns:a="http://schemas.openxmlformats.org/drawingml/2006/main" r:embed="Rc6b56aacc5894532"/>
          <a:stretch xmlns:a="http://schemas.openxmlformats.org/drawingml/2006/main"/>
        </p:blipFill>
        <p:spPr>
          <a:xfrm xmlns:a="http://schemas.openxmlformats.org/drawingml/2006/main">
            <a:off x="0" y="0"/>
            <a:ext cx="9324594" cy="5248656"/>
          </a:xfrm>
          <a:prstGeom xmlns:a="http://schemas.openxmlformats.org/drawingml/2006/main" prst="rect">
            <a:avLst/>
          </a:prstGeom>
        </p:spPr>
      </p:pic>
      <p:sp>
        <p:nvSpPr>
          <p:cNvPr id="2" name="text-7-0">
            <a:extLst xmlns:a="http://schemas.openxmlformats.org/drawingml/2006/main">
              <a:ext uri="{FF2B5EF4-FFF2-40B4-BE49-F238E27FC236}">
                <a16:creationId xmlns:a16="http://schemas.microsoft.com/office/drawing/2014/main" id="{D6323175-A4C1-42CB-B90F-775C8E378AC4}"/>
              </a:ext>
            </a:extLst>
          </p:cNvPr>
          <p:cNvSpPr>
            <a:spLocks xmlns:a="http://schemas.openxmlformats.org/drawingml/2006/main" noGrp="1"/>
          </p:cNvSpPr>
          <p:nvPr/>
        </p:nvSpPr>
        <p:spPr>
          <a:xfrm xmlns:a="http://schemas.openxmlformats.org/drawingml/2006/main">
            <a:off x="532209" y="382979"/>
            <a:ext cx="2010159" cy="1518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956" b="1" i="0">
                <a:solidFill>
                  <a:srgbClr val="F5F0E8"/>
                </a:solidFill>
                <a:latin typeface="Arial"/>
                <a:ea typeface="Arial"/>
                <a:cs typeface="Arial"/>
              </a:defRPr>
            </a:defPPr>
          </a:lstStyle>
          <a:p xmlns:a="http://schemas.openxmlformats.org/drawingml/2006/main">
            <a:pPr>
              <a:defRPr sz="956" b="1" i="0">
                <a:solidFill>
                  <a:srgbClr val="F5F0E8"/>
                </a:solidFill>
                <a:latin typeface="Arial"/>
                <a:ea typeface="Arial"/>
                <a:cs typeface="Arial"/>
              </a:defRPr>
            </a:pPr>
            <a:r>
              <a:rPr sz="956" b="1" i="0">
                <a:solidFill>
                  <a:srgbClr val="F5F0E8"/>
                </a:solidFill>
                <a:latin typeface="Arial"/>
                <a:ea typeface="Arial"/>
                <a:cs typeface="Arial"/>
              </a:rPr>
              <a:t>02 / SOLUCIÓN PROPUESTA</a:t>
            </a:r>
          </a:p>
        </p:txBody>
      </p:sp>
      <p:sp>
        <p:nvSpPr>
          <p:cNvPr id="3" name="text-7-1">
            <a:extLst xmlns:a="http://schemas.openxmlformats.org/drawingml/2006/main">
              <a:ext uri="{FF2B5EF4-FFF2-40B4-BE49-F238E27FC236}">
                <a16:creationId xmlns:a16="http://schemas.microsoft.com/office/drawing/2014/main" id="{086FE7BF-A6FA-4D5F-AFB7-F2169AEA6069}"/>
              </a:ext>
            </a:extLst>
          </p:cNvPr>
          <p:cNvSpPr>
            <a:spLocks xmlns:a="http://schemas.openxmlformats.org/drawingml/2006/main" noGrp="1"/>
          </p:cNvSpPr>
          <p:nvPr/>
        </p:nvSpPr>
        <p:spPr>
          <a:xfrm xmlns:a="http://schemas.openxmlformats.org/drawingml/2006/main">
            <a:off x="532209" y="673884"/>
            <a:ext cx="3704717" cy="6786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4275" b="0" i="0">
                <a:solidFill>
                  <a:srgbClr val="F5F0E8"/>
                </a:solidFill>
                <a:latin typeface="Impact"/>
                <a:ea typeface="Impact"/>
                <a:cs typeface="Impact"/>
              </a:defRPr>
            </a:defPPr>
          </a:lstStyle>
          <a:p xmlns:a="http://schemas.openxmlformats.org/drawingml/2006/main">
            <a:pPr>
              <a:defRPr sz="4275" b="0" i="0">
                <a:solidFill>
                  <a:srgbClr val="F5F0E8"/>
                </a:solidFill>
                <a:latin typeface="Impact"/>
                <a:ea typeface="Impact"/>
                <a:cs typeface="Impact"/>
              </a:defRPr>
            </a:pPr>
            <a:r>
              <a:rPr sz="4275" b="0" i="0">
                <a:solidFill>
                  <a:srgbClr val="F5F0E8"/>
                </a:solidFill>
                <a:latin typeface="Impact"/>
                <a:ea typeface="Impact"/>
                <a:cs typeface="Impact"/>
              </a:rPr>
              <a:t>EL CLIENTE AVANZA</a:t>
            </a:r>
          </a:p>
        </p:txBody>
      </p:sp>
      <p:sp>
        <p:nvSpPr>
          <p:cNvPr id="4" name="text-7-2">
            <a:extLst xmlns:a="http://schemas.openxmlformats.org/drawingml/2006/main">
              <a:ext uri="{FF2B5EF4-FFF2-40B4-BE49-F238E27FC236}">
                <a16:creationId xmlns:a16="http://schemas.microsoft.com/office/drawing/2014/main" id="{CBCBA662-1D81-469C-8CCD-D4E585A5D3B0}"/>
              </a:ext>
            </a:extLst>
          </p:cNvPr>
          <p:cNvSpPr>
            <a:spLocks xmlns:a="http://schemas.openxmlformats.org/drawingml/2006/main" noGrp="1"/>
          </p:cNvSpPr>
          <p:nvPr/>
        </p:nvSpPr>
        <p:spPr>
          <a:xfrm xmlns:a="http://schemas.openxmlformats.org/drawingml/2006/main">
            <a:off x="532209" y="1231097"/>
            <a:ext cx="3945959" cy="6786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4275" b="0" i="0">
                <a:solidFill>
                  <a:srgbClr val="F5F0E8"/>
                </a:solidFill>
                <a:latin typeface="Impact"/>
                <a:ea typeface="Impact"/>
                <a:cs typeface="Impact"/>
              </a:defRPr>
            </a:defPPr>
          </a:lstStyle>
          <a:p xmlns:a="http://schemas.openxmlformats.org/drawingml/2006/main">
            <a:pPr>
              <a:defRPr sz="4275" b="0" i="0">
                <a:solidFill>
                  <a:srgbClr val="F5F0E8"/>
                </a:solidFill>
                <a:latin typeface="Impact"/>
                <a:ea typeface="Impact"/>
                <a:cs typeface="Impact"/>
              </a:defRPr>
            </a:pPr>
            <a:r>
              <a:rPr sz="4275" b="0" i="0">
                <a:solidFill>
                  <a:srgbClr val="F5F0E8"/>
                </a:solidFill>
                <a:latin typeface="Impact"/>
                <a:ea typeface="Impact"/>
                <a:cs typeface="Impact"/>
              </a:rPr>
              <a:t>DESDE SU PANTALLA</a:t>
            </a:r>
          </a:p>
        </p:txBody>
      </p:sp>
      <p:sp>
        <p:nvSpPr>
          <p:cNvPr id="5" name="text-7-3">
            <a:extLst xmlns:a="http://schemas.openxmlformats.org/drawingml/2006/main">
              <a:ext uri="{FF2B5EF4-FFF2-40B4-BE49-F238E27FC236}">
                <a16:creationId xmlns:a16="http://schemas.microsoft.com/office/drawing/2014/main" id="{2CD726E0-6C6A-4941-A2F1-10711AA595C3}"/>
              </a:ext>
            </a:extLst>
          </p:cNvPr>
          <p:cNvSpPr>
            <a:spLocks xmlns:a="http://schemas.openxmlformats.org/drawingml/2006/main" noGrp="1"/>
          </p:cNvSpPr>
          <p:nvPr/>
        </p:nvSpPr>
        <p:spPr>
          <a:xfrm xmlns:a="http://schemas.openxmlformats.org/drawingml/2006/main">
            <a:off x="5854303" y="2219006"/>
            <a:ext cx="319785" cy="38397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419" b="0" i="0">
                <a:solidFill>
                  <a:srgbClr val="F5F0E8"/>
                </a:solidFill>
                <a:latin typeface="Impact"/>
                <a:ea typeface="Impact"/>
                <a:cs typeface="Impact"/>
              </a:defRPr>
            </a:defPPr>
          </a:lstStyle>
          <a:p xmlns:a="http://schemas.openxmlformats.org/drawingml/2006/main">
            <a:pPr>
              <a:defRPr sz="2419" b="0" i="0">
                <a:solidFill>
                  <a:srgbClr val="F5F0E8"/>
                </a:solidFill>
                <a:latin typeface="Impact"/>
                <a:ea typeface="Impact"/>
                <a:cs typeface="Impact"/>
              </a:defRPr>
            </a:pPr>
            <a:r>
              <a:rPr sz="2419" b="0" i="0">
                <a:solidFill>
                  <a:srgbClr val="F5F0E8"/>
                </a:solidFill>
                <a:latin typeface="Impact"/>
                <a:ea typeface="Impact"/>
                <a:cs typeface="Impact"/>
              </a:rPr>
              <a:t>01</a:t>
            </a:r>
          </a:p>
        </p:txBody>
      </p:sp>
      <p:sp>
        <p:nvSpPr>
          <p:cNvPr id="6" name="text-7-4">
            <a:extLst xmlns:a="http://schemas.openxmlformats.org/drawingml/2006/main">
              <a:ext uri="{FF2B5EF4-FFF2-40B4-BE49-F238E27FC236}">
                <a16:creationId xmlns:a16="http://schemas.microsoft.com/office/drawing/2014/main" id="{CD492B56-A1C9-47D7-8D40-1F48298430B0}"/>
              </a:ext>
            </a:extLst>
          </p:cNvPr>
          <p:cNvSpPr>
            <a:spLocks xmlns:a="http://schemas.openxmlformats.org/drawingml/2006/main" noGrp="1"/>
          </p:cNvSpPr>
          <p:nvPr/>
        </p:nvSpPr>
        <p:spPr>
          <a:xfrm xmlns:a="http://schemas.openxmlformats.org/drawingml/2006/main">
            <a:off x="5854303" y="2695147"/>
            <a:ext cx="2105787"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350" b="0" i="0">
                <a:solidFill>
                  <a:srgbClr val="F5F0E8"/>
                </a:solidFill>
                <a:latin typeface="Arial"/>
                <a:ea typeface="Arial"/>
                <a:cs typeface="Arial"/>
              </a:defRPr>
            </a:defPPr>
          </a:lstStyle>
          <a:p xmlns:a="http://schemas.openxmlformats.org/drawingml/2006/main">
            <a:pPr>
              <a:defRPr sz="1350" b="0" i="0">
                <a:solidFill>
                  <a:srgbClr val="F5F0E8"/>
                </a:solidFill>
                <a:latin typeface="Arial"/>
                <a:ea typeface="Arial"/>
                <a:cs typeface="Arial"/>
              </a:defRPr>
            </a:pPr>
            <a:r>
              <a:rPr sz="1350" b="0" i="0">
                <a:solidFill>
                  <a:srgbClr val="F5F0E8"/>
                </a:solidFill>
                <a:latin typeface="Arial"/>
                <a:ea typeface="Arial"/>
                <a:cs typeface="Arial"/>
              </a:rPr>
              <a:t>Cotiza y registra el destino.</a:t>
            </a:r>
          </a:p>
        </p:txBody>
      </p:sp>
      <p:sp>
        <p:nvSpPr>
          <p:cNvPr id="7" name="text-7-5">
            <a:extLst xmlns:a="http://schemas.openxmlformats.org/drawingml/2006/main">
              <a:ext uri="{FF2B5EF4-FFF2-40B4-BE49-F238E27FC236}">
                <a16:creationId xmlns:a16="http://schemas.microsoft.com/office/drawing/2014/main" id="{3B0F5313-EDE8-4570-B4C3-A3BAFC789D06}"/>
              </a:ext>
            </a:extLst>
          </p:cNvPr>
          <p:cNvSpPr>
            <a:spLocks xmlns:a="http://schemas.openxmlformats.org/drawingml/2006/main" noGrp="1"/>
          </p:cNvSpPr>
          <p:nvPr/>
        </p:nvSpPr>
        <p:spPr>
          <a:xfrm xmlns:a="http://schemas.openxmlformats.org/drawingml/2006/main">
            <a:off x="5854303" y="3140550"/>
            <a:ext cx="356954" cy="38397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419" b="0" i="0">
                <a:solidFill>
                  <a:srgbClr val="F5F0E8"/>
                </a:solidFill>
                <a:latin typeface="Impact"/>
                <a:ea typeface="Impact"/>
                <a:cs typeface="Impact"/>
              </a:defRPr>
            </a:defPPr>
          </a:lstStyle>
          <a:p xmlns:a="http://schemas.openxmlformats.org/drawingml/2006/main">
            <a:pPr>
              <a:defRPr sz="2419" b="0" i="0">
                <a:solidFill>
                  <a:srgbClr val="F5F0E8"/>
                </a:solidFill>
                <a:latin typeface="Impact"/>
                <a:ea typeface="Impact"/>
                <a:cs typeface="Impact"/>
              </a:defRPr>
            </a:pPr>
            <a:r>
              <a:rPr sz="2419" b="0" i="0">
                <a:solidFill>
                  <a:srgbClr val="F5F0E8"/>
                </a:solidFill>
                <a:latin typeface="Impact"/>
                <a:ea typeface="Impact"/>
                <a:cs typeface="Impact"/>
              </a:rPr>
              <a:t>02</a:t>
            </a:r>
          </a:p>
        </p:txBody>
      </p:sp>
      <p:sp>
        <p:nvSpPr>
          <p:cNvPr id="8" name="text-7-6">
            <a:extLst xmlns:a="http://schemas.openxmlformats.org/drawingml/2006/main">
              <a:ext uri="{FF2B5EF4-FFF2-40B4-BE49-F238E27FC236}">
                <a16:creationId xmlns:a16="http://schemas.microsoft.com/office/drawing/2014/main" id="{23DB101C-5CF1-463F-8C85-7B50BEB8C283}"/>
              </a:ext>
            </a:extLst>
          </p:cNvPr>
          <p:cNvSpPr>
            <a:spLocks xmlns:a="http://schemas.openxmlformats.org/drawingml/2006/main" noGrp="1"/>
          </p:cNvSpPr>
          <p:nvPr/>
        </p:nvSpPr>
        <p:spPr>
          <a:xfrm xmlns:a="http://schemas.openxmlformats.org/drawingml/2006/main">
            <a:off x="5854303" y="3616691"/>
            <a:ext cx="1944110"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350" b="0" i="0">
                <a:solidFill>
                  <a:srgbClr val="F5F0E8"/>
                </a:solidFill>
                <a:latin typeface="Arial"/>
                <a:ea typeface="Arial"/>
                <a:cs typeface="Arial"/>
              </a:defRPr>
            </a:defPPr>
          </a:lstStyle>
          <a:p xmlns:a="http://schemas.openxmlformats.org/drawingml/2006/main">
            <a:pPr>
              <a:defRPr sz="1350" b="0" i="0">
                <a:solidFill>
                  <a:srgbClr val="F5F0E8"/>
                </a:solidFill>
                <a:latin typeface="Arial"/>
                <a:ea typeface="Arial"/>
                <a:cs typeface="Arial"/>
              </a:defRPr>
            </a:pPr>
            <a:r>
              <a:rPr sz="1350" b="0" i="0">
                <a:solidFill>
                  <a:srgbClr val="F5F0E8"/>
                </a:solidFill>
                <a:latin typeface="Arial"/>
                <a:ea typeface="Arial"/>
                <a:cs typeface="Arial"/>
              </a:rPr>
              <a:t>Adjunta su comprobante.</a:t>
            </a:r>
          </a:p>
        </p:txBody>
      </p:sp>
      <p:sp>
        <p:nvSpPr>
          <p:cNvPr id="9" name="text-7-7">
            <a:extLst xmlns:a="http://schemas.openxmlformats.org/drawingml/2006/main">
              <a:ext uri="{FF2B5EF4-FFF2-40B4-BE49-F238E27FC236}">
                <a16:creationId xmlns:a16="http://schemas.microsoft.com/office/drawing/2014/main" id="{F5FB4276-6B50-4691-853C-FBD78862C6E8}"/>
              </a:ext>
            </a:extLst>
          </p:cNvPr>
          <p:cNvSpPr>
            <a:spLocks xmlns:a="http://schemas.openxmlformats.org/drawingml/2006/main" noGrp="1"/>
          </p:cNvSpPr>
          <p:nvPr/>
        </p:nvSpPr>
        <p:spPr>
          <a:xfrm xmlns:a="http://schemas.openxmlformats.org/drawingml/2006/main">
            <a:off x="5854303" y="4062094"/>
            <a:ext cx="365556" cy="38397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419" b="0" i="0">
                <a:solidFill>
                  <a:srgbClr val="F5F0E8"/>
                </a:solidFill>
                <a:latin typeface="Impact"/>
                <a:ea typeface="Impact"/>
                <a:cs typeface="Impact"/>
              </a:defRPr>
            </a:defPPr>
          </a:lstStyle>
          <a:p xmlns:a="http://schemas.openxmlformats.org/drawingml/2006/main">
            <a:pPr>
              <a:defRPr sz="2419" b="0" i="0">
                <a:solidFill>
                  <a:srgbClr val="F5F0E8"/>
                </a:solidFill>
                <a:latin typeface="Impact"/>
                <a:ea typeface="Impact"/>
                <a:cs typeface="Impact"/>
              </a:defRPr>
            </a:pPr>
            <a:r>
              <a:rPr sz="2419" b="0" i="0">
                <a:solidFill>
                  <a:srgbClr val="F5F0E8"/>
                </a:solidFill>
                <a:latin typeface="Impact"/>
                <a:ea typeface="Impact"/>
                <a:cs typeface="Impact"/>
              </a:rPr>
              <a:t>03</a:t>
            </a:r>
          </a:p>
        </p:txBody>
      </p:sp>
      <p:sp>
        <p:nvSpPr>
          <p:cNvPr id="10" name="text-7-8">
            <a:extLst xmlns:a="http://schemas.openxmlformats.org/drawingml/2006/main">
              <a:ext uri="{FF2B5EF4-FFF2-40B4-BE49-F238E27FC236}">
                <a16:creationId xmlns:a16="http://schemas.microsoft.com/office/drawing/2014/main" id="{19DFB11C-8FD0-471E-BCA9-8E11EED6E726}"/>
              </a:ext>
            </a:extLst>
          </p:cNvPr>
          <p:cNvSpPr>
            <a:spLocks xmlns:a="http://schemas.openxmlformats.org/drawingml/2006/main" noGrp="1"/>
          </p:cNvSpPr>
          <p:nvPr/>
        </p:nvSpPr>
        <p:spPr>
          <a:xfrm xmlns:a="http://schemas.openxmlformats.org/drawingml/2006/main">
            <a:off x="5854303" y="4538235"/>
            <a:ext cx="1505712"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350" b="0" i="0">
                <a:solidFill>
                  <a:srgbClr val="F5F0E8"/>
                </a:solidFill>
                <a:latin typeface="Arial"/>
                <a:ea typeface="Arial"/>
                <a:cs typeface="Arial"/>
              </a:defRPr>
            </a:defPPr>
          </a:lstStyle>
          <a:p xmlns:a="http://schemas.openxmlformats.org/drawingml/2006/main">
            <a:pPr>
              <a:defRPr sz="1350" b="0" i="0">
                <a:solidFill>
                  <a:srgbClr val="F5F0E8"/>
                </a:solidFill>
                <a:latin typeface="Arial"/>
                <a:ea typeface="Arial"/>
                <a:cs typeface="Arial"/>
              </a:defRPr>
            </a:pPr>
            <a:r>
              <a:rPr sz="1350" b="0" i="0">
                <a:solidFill>
                  <a:srgbClr val="F5F0E8"/>
                </a:solidFill>
                <a:latin typeface="Arial"/>
                <a:ea typeface="Arial"/>
                <a:cs typeface="Arial"/>
              </a:rPr>
              <a:t>Consulta el estado.</a:t>
            </a:r>
          </a:p>
        </p:txBody>
      </p:sp>
      <p:sp>
        <p:nvSpPr>
          <p:cNvPr id="11" name="text-7-9">
            <a:extLst xmlns:a="http://schemas.openxmlformats.org/drawingml/2006/main">
              <a:ext uri="{FF2B5EF4-FFF2-40B4-BE49-F238E27FC236}">
                <a16:creationId xmlns:a16="http://schemas.microsoft.com/office/drawing/2014/main" id="{0F6D5437-08A5-4488-9423-4D772D257B31}"/>
              </a:ext>
            </a:extLst>
          </p:cNvPr>
          <p:cNvSpPr>
            <a:spLocks xmlns:a="http://schemas.openxmlformats.org/drawingml/2006/main" noGrp="1"/>
          </p:cNvSpPr>
          <p:nvPr/>
        </p:nvSpPr>
        <p:spPr>
          <a:xfrm xmlns:a="http://schemas.openxmlformats.org/drawingml/2006/main">
            <a:off x="532209" y="4923697"/>
            <a:ext cx="2065588"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F5F0E8"/>
                </a:solidFill>
                <a:latin typeface="Arial"/>
                <a:ea typeface="Arial"/>
                <a:cs typeface="Arial"/>
              </a:defRPr>
            </a:defPPr>
          </a:lstStyle>
          <a:p xmlns:a="http://schemas.openxmlformats.org/drawingml/2006/main">
            <a:pPr>
              <a:defRPr sz="731" b="1" i="0">
                <a:solidFill>
                  <a:srgbClr val="F5F0E8"/>
                </a:solidFill>
                <a:latin typeface="Arial"/>
                <a:ea typeface="Arial"/>
                <a:cs typeface="Arial"/>
              </a:defRPr>
            </a:pPr>
            <a:r>
              <a:rPr sz="731" b="1" i="0">
                <a:solidFill>
                  <a:srgbClr val="F5F0E8"/>
                </a:solidFill>
                <a:latin typeface="Arial"/>
                <a:ea typeface="Arial"/>
                <a:cs typeface="Arial"/>
              </a:rPr>
              <a:t>02 / SOLUCIÓN PROPUESTA / OMNI by 5.5</a:t>
            </a:r>
          </a:p>
        </p:txBody>
      </p:sp>
      <p:sp>
        <p:nvSpPr>
          <p:cNvPr id="12" name="text-7-10">
            <a:extLst xmlns:a="http://schemas.openxmlformats.org/drawingml/2006/main">
              <a:ext uri="{FF2B5EF4-FFF2-40B4-BE49-F238E27FC236}">
                <a16:creationId xmlns:a16="http://schemas.microsoft.com/office/drawing/2014/main" id="{970CD60C-053E-4B9E-BA46-B103A674B26E}"/>
              </a:ext>
            </a:extLst>
          </p:cNvPr>
          <p:cNvSpPr>
            <a:spLocks xmlns:a="http://schemas.openxmlformats.org/drawingml/2006/main" noGrp="1"/>
          </p:cNvSpPr>
          <p:nvPr/>
        </p:nvSpPr>
        <p:spPr>
          <a:xfrm xmlns:a="http://schemas.openxmlformats.org/drawingml/2006/main">
            <a:off x="8446257" y="4923697"/>
            <a:ext cx="377893"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F5F0E8"/>
                </a:solidFill>
                <a:latin typeface="Arial"/>
                <a:ea typeface="Arial"/>
                <a:cs typeface="Arial"/>
              </a:defRPr>
            </a:defPPr>
          </a:lstStyle>
          <a:p xmlns:a="http://schemas.openxmlformats.org/drawingml/2006/main">
            <a:pPr>
              <a:defRPr sz="731" b="1" i="0">
                <a:solidFill>
                  <a:srgbClr val="F5F0E8"/>
                </a:solidFill>
                <a:latin typeface="Arial"/>
                <a:ea typeface="Arial"/>
                <a:cs typeface="Arial"/>
              </a:defRPr>
            </a:pPr>
            <a:r>
              <a:rPr sz="731" b="1" i="0">
                <a:solidFill>
                  <a:srgbClr val="F5F0E8"/>
                </a:solidFill>
                <a:latin typeface="Arial"/>
                <a:ea typeface="Arial"/>
                <a:cs typeface="Arial"/>
              </a:rPr>
              <a:t>07 / 5.5</a:t>
            </a:r>
          </a:p>
        </p:txBody>
      </p:sp>
    </p:spTree>
    <p:extLst>
      <p:ext uri="{BB962C8B-B14F-4D97-AF65-F5344CB8AC3E}">
        <p14:creationId xmlns:p14="http://schemas.microsoft.com/office/powerpoint/2010/main" val="5103202"/>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pic>
        <p:nvPicPr>
          <p:cNvPr id="12" name="">
            <a:extLst xmlns:a="http://schemas.openxmlformats.org/drawingml/2006/main">
              <a:ext uri="{FF2B5EF4-FFF2-40B4-BE49-F238E27FC236}">
                <a16:creationId xmlns:a16="http://schemas.microsoft.com/office/drawing/2014/main" id="{1ABF06E4-38EE-407F-BC26-B2C2B4F48B06}"/>
              </a:ext>
            </a:extLst>
          </p:cNvPr>
          <p:cNvPicPr>
            <a:picLocks xmlns:a="http://schemas.openxmlformats.org/drawingml/2006/main" noChangeAspect="1"/>
          </p:cNvPicPr>
          <p:nvPr/>
        </p:nvPicPr>
        <p:blipFill>
          <a:blip xmlns:r="http://schemas.openxmlformats.org/officeDocument/2006/relationships" xmlns:a="http://schemas.openxmlformats.org/drawingml/2006/main" r:embed="Rabe76610832e49ee"/>
          <a:stretch xmlns:a="http://schemas.openxmlformats.org/drawingml/2006/main"/>
        </p:blipFill>
        <p:spPr>
          <a:xfrm xmlns:a="http://schemas.openxmlformats.org/drawingml/2006/main">
            <a:off x="0" y="0"/>
            <a:ext cx="9324594" cy="5248656"/>
          </a:xfrm>
          <a:prstGeom xmlns:a="http://schemas.openxmlformats.org/drawingml/2006/main" prst="rect">
            <a:avLst/>
          </a:prstGeom>
        </p:spPr>
      </p:pic>
      <p:sp>
        <p:nvSpPr>
          <p:cNvPr id="2" name="text-8-0">
            <a:extLst xmlns:a="http://schemas.openxmlformats.org/drawingml/2006/main">
              <a:ext uri="{FF2B5EF4-FFF2-40B4-BE49-F238E27FC236}">
                <a16:creationId xmlns:a16="http://schemas.microsoft.com/office/drawing/2014/main" id="{15FA8F25-ED10-40F5-8C32-4A457633E682}"/>
              </a:ext>
            </a:extLst>
          </p:cNvPr>
          <p:cNvSpPr>
            <a:spLocks xmlns:a="http://schemas.openxmlformats.org/drawingml/2006/main" noGrp="1"/>
          </p:cNvSpPr>
          <p:nvPr/>
        </p:nvSpPr>
        <p:spPr>
          <a:xfrm xmlns:a="http://schemas.openxmlformats.org/drawingml/2006/main">
            <a:off x="532209" y="382979"/>
            <a:ext cx="2010159" cy="1518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956" b="1" i="0">
                <a:solidFill>
                  <a:srgbClr val="0B0B0B"/>
                </a:solidFill>
                <a:latin typeface="Arial"/>
                <a:ea typeface="Arial"/>
                <a:cs typeface="Arial"/>
              </a:defRPr>
            </a:defPPr>
          </a:lstStyle>
          <a:p xmlns:a="http://schemas.openxmlformats.org/drawingml/2006/main">
            <a:pPr>
              <a:defRPr sz="956" b="1" i="0">
                <a:solidFill>
                  <a:srgbClr val="0B0B0B"/>
                </a:solidFill>
                <a:latin typeface="Arial"/>
                <a:ea typeface="Arial"/>
                <a:cs typeface="Arial"/>
              </a:defRPr>
            </a:pPr>
            <a:r>
              <a:rPr sz="956" b="1" i="0">
                <a:solidFill>
                  <a:srgbClr val="0B0B0B"/>
                </a:solidFill>
                <a:latin typeface="Arial"/>
                <a:ea typeface="Arial"/>
                <a:cs typeface="Arial"/>
              </a:rPr>
              <a:t>02 / SOLUCIÓN PROPUESTA</a:t>
            </a:r>
          </a:p>
        </p:txBody>
      </p:sp>
      <p:sp>
        <p:nvSpPr>
          <p:cNvPr id="3" name="text-8-1">
            <a:extLst xmlns:a="http://schemas.openxmlformats.org/drawingml/2006/main">
              <a:ext uri="{FF2B5EF4-FFF2-40B4-BE49-F238E27FC236}">
                <a16:creationId xmlns:a16="http://schemas.microsoft.com/office/drawing/2014/main" id="{5768B652-E7AC-4DDA-9A64-625A50F066F3}"/>
              </a:ext>
            </a:extLst>
          </p:cNvPr>
          <p:cNvSpPr>
            <a:spLocks xmlns:a="http://schemas.openxmlformats.org/drawingml/2006/main" noGrp="1"/>
          </p:cNvSpPr>
          <p:nvPr/>
        </p:nvSpPr>
        <p:spPr>
          <a:xfrm xmlns:a="http://schemas.openxmlformats.org/drawingml/2006/main">
            <a:off x="532209" y="681530"/>
            <a:ext cx="3444096" cy="6072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3825" b="0" i="0">
                <a:solidFill>
                  <a:srgbClr val="0B0B0B"/>
                </a:solidFill>
                <a:latin typeface="Impact"/>
                <a:ea typeface="Impact"/>
                <a:cs typeface="Impact"/>
              </a:defRPr>
            </a:defPPr>
          </a:lstStyle>
          <a:p xmlns:a="http://schemas.openxmlformats.org/drawingml/2006/main">
            <a:pPr>
              <a:defRPr sz="3825" b="0" i="0">
                <a:solidFill>
                  <a:srgbClr val="0B0B0B"/>
                </a:solidFill>
                <a:latin typeface="Impact"/>
                <a:ea typeface="Impact"/>
                <a:cs typeface="Impact"/>
              </a:defRPr>
            </a:pPr>
            <a:r>
              <a:rPr sz="3825" b="0" i="0">
                <a:solidFill>
                  <a:srgbClr val="0B0B0B"/>
                </a:solidFill>
                <a:latin typeface="Impact"/>
                <a:ea typeface="Impact"/>
                <a:cs typeface="Impact"/>
              </a:rPr>
              <a:t>MENOS DIGITACIÓN</a:t>
            </a:r>
          </a:p>
        </p:txBody>
      </p:sp>
      <p:sp>
        <p:nvSpPr>
          <p:cNvPr id="4" name="text-8-2">
            <a:extLst xmlns:a="http://schemas.openxmlformats.org/drawingml/2006/main">
              <a:ext uri="{FF2B5EF4-FFF2-40B4-BE49-F238E27FC236}">
                <a16:creationId xmlns:a16="http://schemas.microsoft.com/office/drawing/2014/main" id="{971B7D5A-7F22-4546-BF56-42B302C323BF}"/>
              </a:ext>
            </a:extLst>
          </p:cNvPr>
          <p:cNvSpPr>
            <a:spLocks xmlns:a="http://schemas.openxmlformats.org/drawingml/2006/main" noGrp="1"/>
          </p:cNvSpPr>
          <p:nvPr/>
        </p:nvSpPr>
        <p:spPr>
          <a:xfrm xmlns:a="http://schemas.openxmlformats.org/drawingml/2006/main">
            <a:off x="532209" y="1174449"/>
            <a:ext cx="4289992" cy="6072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3825" b="0" i="0">
                <a:solidFill>
                  <a:srgbClr val="0B0B0B"/>
                </a:solidFill>
                <a:latin typeface="Impact"/>
                <a:ea typeface="Impact"/>
                <a:cs typeface="Impact"/>
              </a:defRPr>
            </a:defPPr>
          </a:lstStyle>
          <a:p xmlns:a="http://schemas.openxmlformats.org/drawingml/2006/main">
            <a:pPr>
              <a:defRPr sz="3825" b="0" i="0">
                <a:solidFill>
                  <a:srgbClr val="0B0B0B"/>
                </a:solidFill>
                <a:latin typeface="Impact"/>
                <a:ea typeface="Impact"/>
                <a:cs typeface="Impact"/>
              </a:defRPr>
            </a:pPr>
            <a:r>
              <a:rPr sz="3825" b="0" i="0">
                <a:solidFill>
                  <a:srgbClr val="0B0B0B"/>
                </a:solidFill>
                <a:latin typeface="Impact"/>
                <a:ea typeface="Impact"/>
                <a:cs typeface="Impact"/>
              </a:rPr>
              <a:t>MÁS CONTROL DEL CASO</a:t>
            </a:r>
          </a:p>
        </p:txBody>
      </p:sp>
      <p:sp>
        <p:nvSpPr>
          <p:cNvPr id="5" name="text-8-3">
            <a:extLst xmlns:a="http://schemas.openxmlformats.org/drawingml/2006/main">
              <a:ext uri="{FF2B5EF4-FFF2-40B4-BE49-F238E27FC236}">
                <a16:creationId xmlns:a16="http://schemas.microsoft.com/office/drawing/2014/main" id="{19D9CFA5-994D-4520-9B4C-B001391A5636}"/>
              </a:ext>
            </a:extLst>
          </p:cNvPr>
          <p:cNvSpPr>
            <a:spLocks xmlns:a="http://schemas.openxmlformats.org/drawingml/2006/main" noGrp="1"/>
          </p:cNvSpPr>
          <p:nvPr/>
        </p:nvSpPr>
        <p:spPr>
          <a:xfrm xmlns:a="http://schemas.openxmlformats.org/drawingml/2006/main">
            <a:off x="532209" y="4130364"/>
            <a:ext cx="887235" cy="20538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94" b="1" i="0">
                <a:solidFill>
                  <a:srgbClr val="0B0B0B"/>
                </a:solidFill>
                <a:latin typeface="Arial"/>
                <a:ea typeface="Arial"/>
                <a:cs typeface="Arial"/>
              </a:defRPr>
            </a:defPPr>
          </a:lstStyle>
          <a:p xmlns:a="http://schemas.openxmlformats.org/drawingml/2006/main">
            <a:pPr>
              <a:defRPr sz="1294" b="1" i="0">
                <a:solidFill>
                  <a:srgbClr val="0B0B0B"/>
                </a:solidFill>
                <a:latin typeface="Arial"/>
                <a:ea typeface="Arial"/>
                <a:cs typeface="Arial"/>
              </a:defRPr>
            </a:pPr>
            <a:r>
              <a:rPr sz="1294" b="1" i="0">
                <a:solidFill>
                  <a:srgbClr val="0B0B0B"/>
                </a:solidFill>
                <a:latin typeface="Arial"/>
                <a:ea typeface="Arial"/>
                <a:cs typeface="Arial"/>
              </a:rPr>
              <a:t>Registrada</a:t>
            </a:r>
          </a:p>
        </p:txBody>
      </p:sp>
      <p:sp>
        <p:nvSpPr>
          <p:cNvPr id="6" name="text-8-4">
            <a:extLst xmlns:a="http://schemas.openxmlformats.org/drawingml/2006/main">
              <a:ext uri="{FF2B5EF4-FFF2-40B4-BE49-F238E27FC236}">
                <a16:creationId xmlns:a16="http://schemas.microsoft.com/office/drawing/2014/main" id="{ED175A19-FBC9-4999-9636-A90FD3218CC5}"/>
              </a:ext>
            </a:extLst>
          </p:cNvPr>
          <p:cNvSpPr>
            <a:spLocks xmlns:a="http://schemas.openxmlformats.org/drawingml/2006/main" noGrp="1"/>
          </p:cNvSpPr>
          <p:nvPr/>
        </p:nvSpPr>
        <p:spPr>
          <a:xfrm xmlns:a="http://schemas.openxmlformats.org/drawingml/2006/main">
            <a:off x="2868104" y="4130364"/>
            <a:ext cx="923875" cy="20538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94" b="1" i="0">
                <a:solidFill>
                  <a:srgbClr val="0B0B0B"/>
                </a:solidFill>
                <a:latin typeface="Arial"/>
                <a:ea typeface="Arial"/>
                <a:cs typeface="Arial"/>
              </a:defRPr>
            </a:defPPr>
          </a:lstStyle>
          <a:p xmlns:a="http://schemas.openxmlformats.org/drawingml/2006/main">
            <a:pPr>
              <a:defRPr sz="1294" b="1" i="0">
                <a:solidFill>
                  <a:srgbClr val="0B0B0B"/>
                </a:solidFill>
                <a:latin typeface="Arial"/>
                <a:ea typeface="Arial"/>
                <a:cs typeface="Arial"/>
              </a:defRPr>
            </a:pPr>
            <a:r>
              <a:rPr sz="1294" b="1" i="0">
                <a:solidFill>
                  <a:srgbClr val="0B0B0B"/>
                </a:solidFill>
                <a:latin typeface="Arial"/>
                <a:ea typeface="Arial"/>
                <a:cs typeface="Arial"/>
              </a:rPr>
              <a:t>En revisión</a:t>
            </a:r>
          </a:p>
        </p:txBody>
      </p:sp>
      <p:sp>
        <p:nvSpPr>
          <p:cNvPr id="7" name="text-8-5">
            <a:extLst xmlns:a="http://schemas.openxmlformats.org/drawingml/2006/main">
              <a:ext uri="{FF2B5EF4-FFF2-40B4-BE49-F238E27FC236}">
                <a16:creationId xmlns:a16="http://schemas.microsoft.com/office/drawing/2014/main" id="{49F92A17-A766-4D04-AC87-2641A9321508}"/>
              </a:ext>
            </a:extLst>
          </p:cNvPr>
          <p:cNvSpPr>
            <a:spLocks xmlns:a="http://schemas.openxmlformats.org/drawingml/2006/main" noGrp="1"/>
          </p:cNvSpPr>
          <p:nvPr/>
        </p:nvSpPr>
        <p:spPr>
          <a:xfrm xmlns:a="http://schemas.openxmlformats.org/drawingml/2006/main">
            <a:off x="5240387" y="4130364"/>
            <a:ext cx="804917" cy="20538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94" b="1" i="0">
                <a:solidFill>
                  <a:srgbClr val="0B0B0B"/>
                </a:solidFill>
                <a:latin typeface="Arial"/>
                <a:ea typeface="Arial"/>
                <a:cs typeface="Arial"/>
              </a:defRPr>
            </a:defPPr>
          </a:lstStyle>
          <a:p xmlns:a="http://schemas.openxmlformats.org/drawingml/2006/main">
            <a:pPr>
              <a:defRPr sz="1294" b="1" i="0">
                <a:solidFill>
                  <a:srgbClr val="0B0B0B"/>
                </a:solidFill>
                <a:latin typeface="Arial"/>
                <a:ea typeface="Arial"/>
                <a:cs typeface="Arial"/>
              </a:defRPr>
            </a:pPr>
            <a:r>
              <a:rPr sz="1294" b="1" i="0">
                <a:solidFill>
                  <a:srgbClr val="0B0B0B"/>
                </a:solidFill>
                <a:latin typeface="Arial"/>
                <a:ea typeface="Arial"/>
                <a:cs typeface="Arial"/>
              </a:rPr>
              <a:t>Aprobada</a:t>
            </a:r>
          </a:p>
        </p:txBody>
      </p:sp>
      <p:sp>
        <p:nvSpPr>
          <p:cNvPr id="8" name="text-8-6">
            <a:extLst xmlns:a="http://schemas.openxmlformats.org/drawingml/2006/main">
              <a:ext uri="{FF2B5EF4-FFF2-40B4-BE49-F238E27FC236}">
                <a16:creationId xmlns:a16="http://schemas.microsoft.com/office/drawing/2014/main" id="{1A7C7415-FEF5-40C6-BCCF-CCEFBF1FA015}"/>
              </a:ext>
            </a:extLst>
          </p:cNvPr>
          <p:cNvSpPr>
            <a:spLocks xmlns:a="http://schemas.openxmlformats.org/drawingml/2006/main" noGrp="1"/>
          </p:cNvSpPr>
          <p:nvPr/>
        </p:nvSpPr>
        <p:spPr>
          <a:xfrm xmlns:a="http://schemas.openxmlformats.org/drawingml/2006/main">
            <a:off x="7493905" y="4130364"/>
            <a:ext cx="1334640" cy="20538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94" b="1" i="0">
                <a:solidFill>
                  <a:srgbClr val="0B0B0B"/>
                </a:solidFill>
                <a:latin typeface="Arial"/>
                <a:ea typeface="Arial"/>
                <a:cs typeface="Arial"/>
              </a:defRPr>
            </a:defPPr>
          </a:lstStyle>
          <a:p xmlns:a="http://schemas.openxmlformats.org/drawingml/2006/main">
            <a:pPr>
              <a:defRPr sz="1294" b="1" i="0">
                <a:solidFill>
                  <a:srgbClr val="0B0B0B"/>
                </a:solidFill>
                <a:latin typeface="Arial"/>
                <a:ea typeface="Arial"/>
                <a:cs typeface="Arial"/>
              </a:defRPr>
            </a:pPr>
            <a:r>
              <a:rPr sz="1294" b="1" i="0">
                <a:solidFill>
                  <a:srgbClr val="0B0B0B"/>
                </a:solidFill>
                <a:latin typeface="Arial"/>
                <a:ea typeface="Arial"/>
                <a:cs typeface="Arial"/>
              </a:rPr>
              <a:t>Envío registrado</a:t>
            </a:r>
          </a:p>
        </p:txBody>
      </p:sp>
      <p:sp>
        <p:nvSpPr>
          <p:cNvPr id="9" name="text-8-7">
            <a:extLst xmlns:a="http://schemas.openxmlformats.org/drawingml/2006/main">
              <a:ext uri="{FF2B5EF4-FFF2-40B4-BE49-F238E27FC236}">
                <a16:creationId xmlns:a16="http://schemas.microsoft.com/office/drawing/2014/main" id="{B33DD869-A598-4BB9-9939-D52227853CF6}"/>
              </a:ext>
            </a:extLst>
          </p:cNvPr>
          <p:cNvSpPr>
            <a:spLocks xmlns:a="http://schemas.openxmlformats.org/drawingml/2006/main" noGrp="1"/>
          </p:cNvSpPr>
          <p:nvPr/>
        </p:nvSpPr>
        <p:spPr>
          <a:xfrm xmlns:a="http://schemas.openxmlformats.org/drawingml/2006/main">
            <a:off x="532209" y="4603582"/>
            <a:ext cx="5196176" cy="13394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844" b="0" i="0">
                <a:solidFill>
                  <a:srgbClr val="0B0B0B"/>
                </a:solidFill>
                <a:latin typeface="Arial"/>
                <a:ea typeface="Arial"/>
                <a:cs typeface="Arial"/>
              </a:defRPr>
            </a:defPPr>
          </a:lstStyle>
          <a:p xmlns:a="http://schemas.openxmlformats.org/drawingml/2006/main">
            <a:pPr>
              <a:defRPr sz="844" b="0" i="0">
                <a:solidFill>
                  <a:srgbClr val="0B0B0B"/>
                </a:solidFill>
                <a:latin typeface="Arial"/>
                <a:ea typeface="Arial"/>
                <a:cs typeface="Arial"/>
              </a:defRPr>
            </a:pPr>
            <a:r>
              <a:rPr sz="844" b="0" i="0">
                <a:solidFill>
                  <a:srgbClr val="0B0B0B"/>
                </a:solidFill>
                <a:latin typeface="Arial"/>
                <a:ea typeface="Arial"/>
                <a:cs typeface="Arial"/>
              </a:rPr>
              <a:t>Captura del módulo interno aportada por el equipo. Los estados no acreditan ejecución bancaria automática.</a:t>
            </a:r>
          </a:p>
        </p:txBody>
      </p:sp>
      <p:sp>
        <p:nvSpPr>
          <p:cNvPr id="10" name="text-8-8">
            <a:extLst xmlns:a="http://schemas.openxmlformats.org/drawingml/2006/main">
              <a:ext uri="{FF2B5EF4-FFF2-40B4-BE49-F238E27FC236}">
                <a16:creationId xmlns:a16="http://schemas.microsoft.com/office/drawing/2014/main" id="{0FCBEBAD-CB04-4A9F-BEA6-AB9C072B17F7}"/>
              </a:ext>
            </a:extLst>
          </p:cNvPr>
          <p:cNvSpPr>
            <a:spLocks xmlns:a="http://schemas.openxmlformats.org/drawingml/2006/main" noGrp="1"/>
          </p:cNvSpPr>
          <p:nvPr/>
        </p:nvSpPr>
        <p:spPr>
          <a:xfrm xmlns:a="http://schemas.openxmlformats.org/drawingml/2006/main">
            <a:off x="532209" y="4923697"/>
            <a:ext cx="2065588"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0B0B0B"/>
                </a:solidFill>
                <a:latin typeface="Arial"/>
                <a:ea typeface="Arial"/>
                <a:cs typeface="Arial"/>
              </a:defRPr>
            </a:defPPr>
          </a:lstStyle>
          <a:p xmlns:a="http://schemas.openxmlformats.org/drawingml/2006/main">
            <a:pPr>
              <a:defRPr sz="731" b="1" i="0">
                <a:solidFill>
                  <a:srgbClr val="0B0B0B"/>
                </a:solidFill>
                <a:latin typeface="Arial"/>
                <a:ea typeface="Arial"/>
                <a:cs typeface="Arial"/>
              </a:defRPr>
            </a:pPr>
            <a:r>
              <a:rPr sz="731" b="1" i="0">
                <a:solidFill>
                  <a:srgbClr val="0B0B0B"/>
                </a:solidFill>
                <a:latin typeface="Arial"/>
                <a:ea typeface="Arial"/>
                <a:cs typeface="Arial"/>
              </a:rPr>
              <a:t>02 / SOLUCIÓN PROPUESTA / OMNI by 5.5</a:t>
            </a:r>
          </a:p>
        </p:txBody>
      </p:sp>
      <p:sp>
        <p:nvSpPr>
          <p:cNvPr id="11" name="text-8-9">
            <a:extLst xmlns:a="http://schemas.openxmlformats.org/drawingml/2006/main">
              <a:ext uri="{FF2B5EF4-FFF2-40B4-BE49-F238E27FC236}">
                <a16:creationId xmlns:a16="http://schemas.microsoft.com/office/drawing/2014/main" id="{D5067D0D-13A4-48F8-A9E3-9EF94BA95F11}"/>
              </a:ext>
            </a:extLst>
          </p:cNvPr>
          <p:cNvSpPr>
            <a:spLocks xmlns:a="http://schemas.openxmlformats.org/drawingml/2006/main" noGrp="1"/>
          </p:cNvSpPr>
          <p:nvPr/>
        </p:nvSpPr>
        <p:spPr>
          <a:xfrm xmlns:a="http://schemas.openxmlformats.org/drawingml/2006/main">
            <a:off x="8446257" y="4923697"/>
            <a:ext cx="377893"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0B0B0B"/>
                </a:solidFill>
                <a:latin typeface="Arial"/>
                <a:ea typeface="Arial"/>
                <a:cs typeface="Arial"/>
              </a:defRPr>
            </a:defPPr>
          </a:lstStyle>
          <a:p xmlns:a="http://schemas.openxmlformats.org/drawingml/2006/main">
            <a:pPr>
              <a:defRPr sz="731" b="1" i="0">
                <a:solidFill>
                  <a:srgbClr val="0B0B0B"/>
                </a:solidFill>
                <a:latin typeface="Arial"/>
                <a:ea typeface="Arial"/>
                <a:cs typeface="Arial"/>
              </a:defRPr>
            </a:pPr>
            <a:r>
              <a:rPr sz="731" b="1" i="0">
                <a:solidFill>
                  <a:srgbClr val="0B0B0B"/>
                </a:solidFill>
                <a:latin typeface="Arial"/>
                <a:ea typeface="Arial"/>
                <a:cs typeface="Arial"/>
              </a:rPr>
              <a:t>08 / 5.5</a:t>
            </a:r>
          </a:p>
        </p:txBody>
      </p:sp>
    </p:spTree>
    <p:extLst>
      <p:ext uri="{BB962C8B-B14F-4D97-AF65-F5344CB8AC3E}">
        <p14:creationId xmlns:p14="http://schemas.microsoft.com/office/powerpoint/2010/main" val="968141270"/>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pic>
        <p:nvPicPr>
          <p:cNvPr id="9" name="">
            <a:extLst xmlns:a="http://schemas.openxmlformats.org/drawingml/2006/main">
              <a:ext uri="{FF2B5EF4-FFF2-40B4-BE49-F238E27FC236}">
                <a16:creationId xmlns:a16="http://schemas.microsoft.com/office/drawing/2014/main" id="{FD634863-E354-4B26-BBF7-88460A5CCE80}"/>
              </a:ext>
            </a:extLst>
          </p:cNvPr>
          <p:cNvPicPr>
            <a:picLocks xmlns:a="http://schemas.openxmlformats.org/drawingml/2006/main" noChangeAspect="1"/>
          </p:cNvPicPr>
          <p:nvPr/>
        </p:nvPicPr>
        <p:blipFill>
          <a:blip xmlns:r="http://schemas.openxmlformats.org/officeDocument/2006/relationships" xmlns:a="http://schemas.openxmlformats.org/drawingml/2006/main" r:embed="R7be01654c673498e"/>
          <a:stretch xmlns:a="http://schemas.openxmlformats.org/drawingml/2006/main"/>
        </p:blipFill>
        <p:spPr>
          <a:xfrm xmlns:a="http://schemas.openxmlformats.org/drawingml/2006/main">
            <a:off x="0" y="0"/>
            <a:ext cx="9324594" cy="5248656"/>
          </a:xfrm>
          <a:prstGeom xmlns:a="http://schemas.openxmlformats.org/drawingml/2006/main" prst="rect">
            <a:avLst/>
          </a:prstGeom>
        </p:spPr>
      </p:pic>
      <p:sp>
        <p:nvSpPr>
          <p:cNvPr id="2" name="text-9-0">
            <a:extLst xmlns:a="http://schemas.openxmlformats.org/drawingml/2006/main">
              <a:ext uri="{FF2B5EF4-FFF2-40B4-BE49-F238E27FC236}">
                <a16:creationId xmlns:a16="http://schemas.microsoft.com/office/drawing/2014/main" id="{1D216222-5996-4AE9-817B-E0A0D0F481ED}"/>
              </a:ext>
            </a:extLst>
          </p:cNvPr>
          <p:cNvSpPr>
            <a:spLocks xmlns:a="http://schemas.openxmlformats.org/drawingml/2006/main" noGrp="1"/>
          </p:cNvSpPr>
          <p:nvPr/>
        </p:nvSpPr>
        <p:spPr>
          <a:xfrm xmlns:a="http://schemas.openxmlformats.org/drawingml/2006/main">
            <a:off x="532209" y="382979"/>
            <a:ext cx="2393681" cy="1518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956" b="1" i="0">
                <a:solidFill>
                  <a:srgbClr val="0B0B0B"/>
                </a:solidFill>
                <a:latin typeface="Arial"/>
                <a:ea typeface="Arial"/>
                <a:cs typeface="Arial"/>
              </a:defRPr>
            </a:defPPr>
          </a:lstStyle>
          <a:p xmlns:a="http://schemas.openxmlformats.org/drawingml/2006/main">
            <a:pPr>
              <a:defRPr sz="956" b="1" i="0">
                <a:solidFill>
                  <a:srgbClr val="0B0B0B"/>
                </a:solidFill>
                <a:latin typeface="Arial"/>
                <a:ea typeface="Arial"/>
                <a:cs typeface="Arial"/>
              </a:defRPr>
            </a:pPr>
            <a:r>
              <a:rPr sz="956" b="1" i="0">
                <a:solidFill>
                  <a:srgbClr val="0B0B0B"/>
                </a:solidFill>
                <a:latin typeface="Arial"/>
                <a:ea typeface="Arial"/>
                <a:cs typeface="Arial"/>
              </a:rPr>
              <a:t>03 / IMPACTO · MÉTRICAS Y KPIs</a:t>
            </a:r>
          </a:p>
        </p:txBody>
      </p:sp>
      <p:sp>
        <p:nvSpPr>
          <p:cNvPr id="3" name="text-9-1">
            <a:extLst xmlns:a="http://schemas.openxmlformats.org/drawingml/2006/main">
              <a:ext uri="{FF2B5EF4-FFF2-40B4-BE49-F238E27FC236}">
                <a16:creationId xmlns:a16="http://schemas.microsoft.com/office/drawing/2014/main" id="{6C0ABE3B-37E8-4FE2-82DE-EAF4A0474B11}"/>
              </a:ext>
            </a:extLst>
          </p:cNvPr>
          <p:cNvSpPr>
            <a:spLocks xmlns:a="http://schemas.openxmlformats.org/drawingml/2006/main" noGrp="1"/>
          </p:cNvSpPr>
          <p:nvPr/>
        </p:nvSpPr>
        <p:spPr>
          <a:xfrm xmlns:a="http://schemas.openxmlformats.org/drawingml/2006/main">
            <a:off x="532209" y="674261"/>
            <a:ext cx="2217024" cy="62507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3938" b="0" i="0">
                <a:solidFill>
                  <a:srgbClr val="0B0B0B"/>
                </a:solidFill>
                <a:latin typeface="Impact"/>
                <a:ea typeface="Impact"/>
                <a:cs typeface="Impact"/>
              </a:defRPr>
            </a:defPPr>
          </a:lstStyle>
          <a:p xmlns:a="http://schemas.openxmlformats.org/drawingml/2006/main">
            <a:pPr>
              <a:defRPr sz="3938" b="0" i="0">
                <a:solidFill>
                  <a:srgbClr val="0B0B0B"/>
                </a:solidFill>
                <a:latin typeface="Impact"/>
                <a:ea typeface="Impact"/>
                <a:cs typeface="Impact"/>
              </a:defRPr>
            </a:pPr>
            <a:r>
              <a:rPr sz="3938" b="0" i="0">
                <a:solidFill>
                  <a:srgbClr val="0B0B0B"/>
                </a:solidFill>
                <a:latin typeface="Impact"/>
                <a:ea typeface="Impact"/>
                <a:cs typeface="Impact"/>
              </a:rPr>
              <a:t>CADA ETAPA</a:t>
            </a:r>
          </a:p>
        </p:txBody>
      </p:sp>
      <p:sp>
        <p:nvSpPr>
          <p:cNvPr id="4" name="text-9-2">
            <a:extLst xmlns:a="http://schemas.openxmlformats.org/drawingml/2006/main">
              <a:ext uri="{FF2B5EF4-FFF2-40B4-BE49-F238E27FC236}">
                <a16:creationId xmlns:a16="http://schemas.microsoft.com/office/drawing/2014/main" id="{41925F10-A20B-495A-B84B-471C7528F2A6}"/>
              </a:ext>
            </a:extLst>
          </p:cNvPr>
          <p:cNvSpPr>
            <a:spLocks xmlns:a="http://schemas.openxmlformats.org/drawingml/2006/main" noGrp="1"/>
          </p:cNvSpPr>
          <p:nvPr/>
        </p:nvSpPr>
        <p:spPr>
          <a:xfrm xmlns:a="http://schemas.openxmlformats.org/drawingml/2006/main">
            <a:off x="532209" y="1181467"/>
            <a:ext cx="5233296" cy="62507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3938" b="0" i="0">
                <a:solidFill>
                  <a:srgbClr val="0B0B0B"/>
                </a:solidFill>
                <a:latin typeface="Impact"/>
                <a:ea typeface="Impact"/>
                <a:cs typeface="Impact"/>
              </a:defRPr>
            </a:defPPr>
          </a:lstStyle>
          <a:p xmlns:a="http://schemas.openxmlformats.org/drawingml/2006/main">
            <a:pPr>
              <a:defRPr sz="3938" b="0" i="0">
                <a:solidFill>
                  <a:srgbClr val="0B0B0B"/>
                </a:solidFill>
                <a:latin typeface="Impact"/>
                <a:ea typeface="Impact"/>
                <a:cs typeface="Impact"/>
              </a:defRPr>
            </a:pPr>
            <a:r>
              <a:rPr sz="3938" b="0" i="0">
                <a:solidFill>
                  <a:srgbClr val="0B0B0B"/>
                </a:solidFill>
                <a:latin typeface="Impact"/>
                <a:ea typeface="Impact"/>
                <a:cs typeface="Impact"/>
              </a:rPr>
              <a:t>TIENE QUE DEJAR UN NÚMERO</a:t>
            </a:r>
          </a:p>
        </p:txBody>
      </p:sp>
      <p:sp>
        <p:nvSpPr>
          <p:cNvPr id="5" name="text-9-3">
            <a:extLst xmlns:a="http://schemas.openxmlformats.org/drawingml/2006/main">
              <a:ext uri="{FF2B5EF4-FFF2-40B4-BE49-F238E27FC236}">
                <a16:creationId xmlns:a16="http://schemas.microsoft.com/office/drawing/2014/main" id="{E6CB966E-54B3-4AE9-A882-3F3B7EEF38B9}"/>
              </a:ext>
            </a:extLst>
          </p:cNvPr>
          <p:cNvSpPr>
            <a:spLocks xmlns:a="http://schemas.openxmlformats.org/drawingml/2006/main" noGrp="1"/>
          </p:cNvSpPr>
          <p:nvPr/>
        </p:nvSpPr>
        <p:spPr>
          <a:xfrm xmlns:a="http://schemas.openxmlformats.org/drawingml/2006/main">
            <a:off x="532209" y="4603582"/>
            <a:ext cx="6405442" cy="13394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844" b="0" i="0">
                <a:solidFill>
                  <a:srgbClr val="0B0B0B"/>
                </a:solidFill>
                <a:latin typeface="Arial"/>
                <a:ea typeface="Arial"/>
                <a:cs typeface="Arial"/>
              </a:defRPr>
            </a:defPPr>
          </a:lstStyle>
          <a:p xmlns:a="http://schemas.openxmlformats.org/drawingml/2006/main">
            <a:pPr>
              <a:defRPr sz="844" b="0" i="0">
                <a:solidFill>
                  <a:srgbClr val="0B0B0B"/>
                </a:solidFill>
                <a:latin typeface="Arial"/>
                <a:ea typeface="Arial"/>
                <a:cs typeface="Arial"/>
              </a:defRPr>
            </a:pPr>
            <a:r>
              <a:rPr sz="844" b="0" i="0">
                <a:solidFill>
                  <a:srgbClr val="0B0B0B"/>
                </a:solidFill>
                <a:latin typeface="Arial"/>
                <a:ea typeface="Arial"/>
                <a:cs typeface="Arial"/>
              </a:rPr>
              <a:t>Base de conversión informada por Brasper. Ahorro de tiempo y reducción de errores: resultados a medir, no porcentajes ya obtenidos.</a:t>
            </a:r>
          </a:p>
        </p:txBody>
      </p:sp>
      <p:sp>
        <p:nvSpPr>
          <p:cNvPr id="6" name="text-9-4">
            <a:extLst xmlns:a="http://schemas.openxmlformats.org/drawingml/2006/main">
              <a:ext uri="{FF2B5EF4-FFF2-40B4-BE49-F238E27FC236}">
                <a16:creationId xmlns:a16="http://schemas.microsoft.com/office/drawing/2014/main" id="{DF67CCFA-6733-4FC4-9899-F0AFFB59FA32}"/>
              </a:ext>
            </a:extLst>
          </p:cNvPr>
          <p:cNvSpPr>
            <a:spLocks xmlns:a="http://schemas.openxmlformats.org/drawingml/2006/main" noGrp="1"/>
          </p:cNvSpPr>
          <p:nvPr/>
        </p:nvSpPr>
        <p:spPr>
          <a:xfrm xmlns:a="http://schemas.openxmlformats.org/drawingml/2006/main">
            <a:off x="532209" y="4923697"/>
            <a:ext cx="2315837"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0B0B0B"/>
                </a:solidFill>
                <a:latin typeface="Arial"/>
                <a:ea typeface="Arial"/>
                <a:cs typeface="Arial"/>
              </a:defRPr>
            </a:defPPr>
          </a:lstStyle>
          <a:p xmlns:a="http://schemas.openxmlformats.org/drawingml/2006/main">
            <a:pPr>
              <a:defRPr sz="731" b="1" i="0">
                <a:solidFill>
                  <a:srgbClr val="0B0B0B"/>
                </a:solidFill>
                <a:latin typeface="Arial"/>
                <a:ea typeface="Arial"/>
                <a:cs typeface="Arial"/>
              </a:defRPr>
            </a:pPr>
            <a:r>
              <a:rPr sz="731" b="1" i="0">
                <a:solidFill>
                  <a:srgbClr val="0B0B0B"/>
                </a:solidFill>
                <a:latin typeface="Arial"/>
                <a:ea typeface="Arial"/>
                <a:cs typeface="Arial"/>
              </a:rPr>
              <a:t>03 / IMPACTO · MÉTRICAS Y KPIs / OMNI by 5.5</a:t>
            </a:r>
          </a:p>
        </p:txBody>
      </p:sp>
      <p:sp>
        <p:nvSpPr>
          <p:cNvPr id="7" name="text-9-5">
            <a:extLst xmlns:a="http://schemas.openxmlformats.org/drawingml/2006/main">
              <a:ext uri="{FF2B5EF4-FFF2-40B4-BE49-F238E27FC236}">
                <a16:creationId xmlns:a16="http://schemas.microsoft.com/office/drawing/2014/main" id="{F87637F0-65EC-4B40-8A10-2B212DC1FC19}"/>
              </a:ext>
            </a:extLst>
          </p:cNvPr>
          <p:cNvSpPr>
            <a:spLocks xmlns:a="http://schemas.openxmlformats.org/drawingml/2006/main" noGrp="1"/>
          </p:cNvSpPr>
          <p:nvPr/>
        </p:nvSpPr>
        <p:spPr>
          <a:xfrm xmlns:a="http://schemas.openxmlformats.org/drawingml/2006/main">
            <a:off x="8446257" y="4923697"/>
            <a:ext cx="377893"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0B0B0B"/>
                </a:solidFill>
                <a:latin typeface="Arial"/>
                <a:ea typeface="Arial"/>
                <a:cs typeface="Arial"/>
              </a:defRPr>
            </a:defPPr>
          </a:lstStyle>
          <a:p xmlns:a="http://schemas.openxmlformats.org/drawingml/2006/main">
            <a:pPr>
              <a:defRPr sz="731" b="1" i="0">
                <a:solidFill>
                  <a:srgbClr val="0B0B0B"/>
                </a:solidFill>
                <a:latin typeface="Arial"/>
                <a:ea typeface="Arial"/>
                <a:cs typeface="Arial"/>
              </a:defRPr>
            </a:pPr>
            <a:r>
              <a:rPr sz="731" b="1" i="0">
                <a:solidFill>
                  <a:srgbClr val="0B0B0B"/>
                </a:solidFill>
                <a:latin typeface="Arial"/>
                <a:ea typeface="Arial"/>
                <a:cs typeface="Arial"/>
              </a:rPr>
              <a:t>09 / 5.5</a:t>
            </a:r>
          </a:p>
        </p:txBody>
      </p:sp>
      <p:graphicFrame>
        <p:nvGraphicFramePr>
          <p:cNvPr id="8" name="">
            <a:extLst xmlns:a="http://schemas.openxmlformats.org/drawingml/2006/main">
              <a:ext uri="{FF2B5EF4-FFF2-40B4-BE49-F238E27FC236}">
                <a16:creationId xmlns:a16="http://schemas.microsoft.com/office/drawing/2014/main" id="{344B7E4D-8C70-47B3-8A58-15A65F49093D}"/>
              </a:ext>
            </a:extLst>
          </p:cNvPr>
          <p:cNvGraphicFramePr/>
          <p:nvPr/>
        </p:nvGraphicFramePr>
        <p:xfrm>
          <a:off xmlns:a="http://schemas.openxmlformats.org/drawingml/2006/main" x="532209" y="1963778"/>
          <a:ext xmlns:a="http://schemas.openxmlformats.org/drawingml/2006/main" cx="8261747" cy="2443883"/>
        </p:xfrm>
        <a:graphic xmlns:a="http://schemas.openxmlformats.org/drawingml/2006/main">
          <a:graphicData uri="http://schemas.openxmlformats.org/drawingml/2006/table">
            <a:tbl>
              <a:tblPr/>
              <a:tblGrid>
                <a:gridCol w="1759744"/>
                <a:gridCol w="2357438"/>
                <a:gridCol w="4144566"/>
              </a:tblGrid>
              <a:tr h="488777">
                <a:tc>
                  <a:txBody>
                    <a:bodyPr/>
                    <a:lstStyle/>
                    <a:p>
                      <a:r>
                        <a:rPr sz="1050" b="1">
                          <a:solidFill>
                            <a:srgbClr val="FFFFFF"/>
                          </a:solidFill>
                          <a:latin typeface="Arial"/>
                          <a:ea typeface="Arial"/>
                          <a:cs typeface="Arial"/>
                        </a:rPr>
                        <a:t>KPI</a:t>
                      </a:r>
                    </a:p>
                  </a:txBody>
                  <a:tcPr marL="95250" marR="95250" marT="66675" marB="66675">
                    <a:lnL w="4763">
                      <a:solidFill>
                        <a:srgbClr val="D0CBC4"/>
                      </a:solidFill>
                      <a:prstDash val="solid"/>
                    </a:lnL>
                    <a:lnR w="4763">
                      <a:solidFill>
                        <a:srgbClr val="D0CBC4"/>
                      </a:solidFill>
                      <a:prstDash val="solid"/>
                    </a:lnR>
                    <a:lnT w="4763">
                      <a:solidFill>
                        <a:srgbClr val="D0CBC4"/>
                      </a:solidFill>
                      <a:prstDash val="solid"/>
                    </a:lnT>
                    <a:lnB w="4763">
                      <a:solidFill>
                        <a:srgbClr val="D0CBC4"/>
                      </a:solidFill>
                      <a:prstDash val="solid"/>
                    </a:lnB>
                    <a:solidFill>
                      <a:srgbClr val="DC0A1E"/>
                    </a:solidFill>
                  </a:tcPr>
                </a:tc>
                <a:tc>
                  <a:txBody>
                    <a:bodyPr/>
                    <a:lstStyle/>
                    <a:p>
                      <a:r>
                        <a:rPr sz="1050" b="1">
                          <a:solidFill>
                            <a:srgbClr val="FFFFFF"/>
                          </a:solidFill>
                          <a:latin typeface="Arial"/>
                          <a:ea typeface="Arial"/>
                          <a:cs typeface="Arial"/>
                        </a:rPr>
                        <a:t>Punto de partida</a:t>
                      </a:r>
                    </a:p>
                  </a:txBody>
                  <a:tcPr marL="95250" marR="95250" marT="66675" marB="66675">
                    <a:lnR w="4763">
                      <a:solidFill>
                        <a:srgbClr val="D0CBC4"/>
                      </a:solidFill>
                      <a:prstDash val="solid"/>
                    </a:lnR>
                    <a:lnT w="4763">
                      <a:solidFill>
                        <a:srgbClr val="D0CBC4"/>
                      </a:solidFill>
                      <a:prstDash val="solid"/>
                    </a:lnT>
                    <a:lnB w="4763">
                      <a:solidFill>
                        <a:srgbClr val="D0CBC4"/>
                      </a:solidFill>
                      <a:prstDash val="solid"/>
                    </a:lnB>
                    <a:solidFill>
                      <a:srgbClr val="DC0A1E"/>
                    </a:solidFill>
                  </a:tcPr>
                </a:tc>
                <a:tc>
                  <a:txBody>
                    <a:bodyPr/>
                    <a:lstStyle/>
                    <a:p>
                      <a:r>
                        <a:rPr sz="1050" b="1">
                          <a:solidFill>
                            <a:srgbClr val="FFFFFF"/>
                          </a:solidFill>
                          <a:latin typeface="Arial"/>
                          <a:ea typeface="Arial"/>
                          <a:cs typeface="Arial"/>
                        </a:rPr>
                        <a:t>Qué mediremos en el piloto</a:t>
                      </a:r>
                    </a:p>
                  </a:txBody>
                  <a:tcPr marL="95250" marR="95250" marT="66675" marB="66675">
                    <a:lnR w="4763">
                      <a:solidFill>
                        <a:srgbClr val="D0CBC4"/>
                      </a:solidFill>
                      <a:prstDash val="solid"/>
                    </a:lnR>
                    <a:lnT w="4763">
                      <a:solidFill>
                        <a:srgbClr val="D0CBC4"/>
                      </a:solidFill>
                      <a:prstDash val="solid"/>
                    </a:lnT>
                    <a:lnB w="4763">
                      <a:solidFill>
                        <a:srgbClr val="D0CBC4"/>
                      </a:solidFill>
                      <a:prstDash val="solid"/>
                    </a:lnB>
                    <a:solidFill>
                      <a:srgbClr val="DC0A1E"/>
                    </a:solidFill>
                  </a:tcPr>
                </a:tc>
              </a:tr>
              <a:tr h="488777">
                <a:tc>
                  <a:txBody>
                    <a:bodyPr/>
                    <a:lstStyle/>
                    <a:p>
                      <a:r>
                        <a:rPr sz="1050">
                          <a:solidFill>
                            <a:srgbClr val="0B0B0B"/>
                          </a:solidFill>
                          <a:latin typeface="Arial"/>
                          <a:ea typeface="Arial"/>
                          <a:cs typeface="Arial"/>
                        </a:rPr>
                        <a:t>Conversión</a:t>
                      </a:r>
                    </a:p>
                  </a:txBody>
                  <a:tcPr marL="95250" marR="95250" marT="66675" marB="66675">
                    <a:lnL w="4763">
                      <a:solidFill>
                        <a:srgbClr val="D0CBC4"/>
                      </a:solidFill>
                      <a:prstDash val="solid"/>
                    </a:lnL>
                    <a:lnR w="4763">
                      <a:solidFill>
                        <a:srgbClr val="D0CBC4"/>
                      </a:solidFill>
                      <a:prstDash val="solid"/>
                    </a:lnR>
                    <a:lnB w="4763">
                      <a:solidFill>
                        <a:srgbClr val="D0CBC4"/>
                      </a:solidFill>
                      <a:prstDash val="solid"/>
                    </a:lnB>
                    <a:solidFill>
                      <a:srgbClr val="F5F0E8"/>
                    </a:solidFill>
                  </a:tcPr>
                </a:tc>
                <a:tc>
                  <a:txBody>
                    <a:bodyPr/>
                    <a:lstStyle/>
                    <a:p>
                      <a:r>
                        <a:rPr sz="1050">
                          <a:solidFill>
                            <a:srgbClr val="0B0B0B"/>
                          </a:solidFill>
                          <a:latin typeface="Arial"/>
                          <a:ea typeface="Arial"/>
                          <a:cs typeface="Arial"/>
                        </a:rPr>
                        <a:t>51,1% de chats</a:t>
                      </a:r>
                    </a:p>
                  </a:txBody>
                  <a:tcPr marL="95250" marR="95250" marT="66675" marB="66675">
                    <a:lnR w="4763">
                      <a:solidFill>
                        <a:srgbClr val="D0CBC4"/>
                      </a:solidFill>
                      <a:prstDash val="solid"/>
                    </a:lnR>
                    <a:lnB w="4763">
                      <a:solidFill>
                        <a:srgbClr val="D0CBC4"/>
                      </a:solidFill>
                      <a:prstDash val="solid"/>
                    </a:lnB>
                    <a:solidFill>
                      <a:srgbClr val="F5F0E8"/>
                    </a:solidFill>
                  </a:tcPr>
                </a:tc>
                <a:tc>
                  <a:txBody>
                    <a:bodyPr/>
                    <a:lstStyle/>
                    <a:p>
                      <a:r>
                        <a:rPr sz="1050">
                          <a:solidFill>
                            <a:srgbClr val="0B0B0B"/>
                          </a:solidFill>
                          <a:latin typeface="Arial"/>
                          <a:ea typeface="Arial"/>
                          <a:cs typeface="Arial"/>
                        </a:rPr>
                        <a:t>Transferencias / chats comparables</a:t>
                      </a:r>
                    </a:p>
                  </a:txBody>
                  <a:tcPr marL="95250" marR="95250" marT="66675" marB="66675">
                    <a:lnR w="4763">
                      <a:solidFill>
                        <a:srgbClr val="D0CBC4"/>
                      </a:solidFill>
                      <a:prstDash val="solid"/>
                    </a:lnR>
                    <a:lnB w="4763">
                      <a:solidFill>
                        <a:srgbClr val="D0CBC4"/>
                      </a:solidFill>
                      <a:prstDash val="solid"/>
                    </a:lnB>
                    <a:solidFill>
                      <a:srgbClr val="F5F0E8"/>
                    </a:solidFill>
                  </a:tcPr>
                </a:tc>
              </a:tr>
              <a:tr h="488777">
                <a:tc>
                  <a:txBody>
                    <a:bodyPr/>
                    <a:lstStyle/>
                    <a:p>
                      <a:r>
                        <a:rPr sz="1050">
                          <a:solidFill>
                            <a:srgbClr val="0B0B0B"/>
                          </a:solidFill>
                          <a:latin typeface="Arial"/>
                          <a:ea typeface="Arial"/>
                          <a:cs typeface="Arial"/>
                        </a:rPr>
                        <a:t>Tiempo por operación</a:t>
                      </a:r>
                    </a:p>
                  </a:txBody>
                  <a:tcPr marL="95250" marR="95250" marT="66675" marB="66675">
                    <a:lnL w="4763">
                      <a:solidFill>
                        <a:srgbClr val="D0CBC4"/>
                      </a:solidFill>
                      <a:prstDash val="solid"/>
                    </a:lnL>
                    <a:lnR w="4763">
                      <a:solidFill>
                        <a:srgbClr val="D0CBC4"/>
                      </a:solidFill>
                      <a:prstDash val="solid"/>
                    </a:lnR>
                    <a:lnB w="4763">
                      <a:solidFill>
                        <a:srgbClr val="D0CBC4"/>
                      </a:solidFill>
                      <a:prstDash val="solid"/>
                    </a:lnB>
                    <a:solidFill>
                      <a:srgbClr val="F5F0E8"/>
                    </a:solidFill>
                  </a:tcPr>
                </a:tc>
                <a:tc>
                  <a:txBody>
                    <a:bodyPr/>
                    <a:lstStyle/>
                    <a:p>
                      <a:r>
                        <a:rPr sz="1050">
                          <a:solidFill>
                            <a:srgbClr val="0B0B0B"/>
                          </a:solidFill>
                          <a:latin typeface="Arial"/>
                          <a:ea typeface="Arial"/>
                          <a:cs typeface="Arial"/>
                        </a:rPr>
                        <a:t>Sin medición de cierre</a:t>
                      </a:r>
                    </a:p>
                  </a:txBody>
                  <a:tcPr marL="95250" marR="95250" marT="66675" marB="66675">
                    <a:lnR w="4763">
                      <a:solidFill>
                        <a:srgbClr val="D0CBC4"/>
                      </a:solidFill>
                      <a:prstDash val="solid"/>
                    </a:lnR>
                    <a:lnB w="4763">
                      <a:solidFill>
                        <a:srgbClr val="D0CBC4"/>
                      </a:solidFill>
                      <a:prstDash val="solid"/>
                    </a:lnB>
                    <a:solidFill>
                      <a:srgbClr val="F5F0E8"/>
                    </a:solidFill>
                  </a:tcPr>
                </a:tc>
                <a:tc>
                  <a:txBody>
                    <a:bodyPr/>
                    <a:lstStyle/>
                    <a:p>
                      <a:r>
                        <a:rPr sz="1050">
                          <a:solidFill>
                            <a:srgbClr val="0B0B0B"/>
                          </a:solidFill>
                          <a:latin typeface="Arial"/>
                          <a:ea typeface="Arial"/>
                          <a:cs typeface="Arial"/>
                        </a:rPr>
                        <a:t>Registro, validación y envío</a:t>
                      </a:r>
                    </a:p>
                  </a:txBody>
                  <a:tcPr marL="95250" marR="95250" marT="66675" marB="66675">
                    <a:lnR w="4763">
                      <a:solidFill>
                        <a:srgbClr val="D0CBC4"/>
                      </a:solidFill>
                      <a:prstDash val="solid"/>
                    </a:lnR>
                    <a:lnB w="4763">
                      <a:solidFill>
                        <a:srgbClr val="D0CBC4"/>
                      </a:solidFill>
                      <a:prstDash val="solid"/>
                    </a:lnB>
                    <a:solidFill>
                      <a:srgbClr val="F5F0E8"/>
                    </a:solidFill>
                  </a:tcPr>
                </a:tc>
              </a:tr>
              <a:tr h="488777">
                <a:tc>
                  <a:txBody>
                    <a:bodyPr/>
                    <a:lstStyle/>
                    <a:p>
                      <a:r>
                        <a:rPr sz="1050">
                          <a:solidFill>
                            <a:srgbClr val="0B0B0B"/>
                          </a:solidFill>
                          <a:latin typeface="Arial"/>
                          <a:ea typeface="Arial"/>
                          <a:cs typeface="Arial"/>
                        </a:rPr>
                        <a:t>Errores y retrabajo</a:t>
                      </a:r>
                    </a:p>
                  </a:txBody>
                  <a:tcPr marL="95250" marR="95250" marT="66675" marB="66675">
                    <a:lnL w="4763">
                      <a:solidFill>
                        <a:srgbClr val="D0CBC4"/>
                      </a:solidFill>
                      <a:prstDash val="solid"/>
                    </a:lnL>
                    <a:lnR w="4763">
                      <a:solidFill>
                        <a:srgbClr val="D0CBC4"/>
                      </a:solidFill>
                      <a:prstDash val="solid"/>
                    </a:lnR>
                    <a:lnB w="4763">
                      <a:solidFill>
                        <a:srgbClr val="D0CBC4"/>
                      </a:solidFill>
                      <a:prstDash val="solid"/>
                    </a:lnB>
                    <a:solidFill>
                      <a:srgbClr val="F5F0E8"/>
                    </a:solidFill>
                  </a:tcPr>
                </a:tc>
                <a:tc>
                  <a:txBody>
                    <a:bodyPr/>
                    <a:lstStyle/>
                    <a:p>
                      <a:r>
                        <a:rPr sz="1050">
                          <a:solidFill>
                            <a:srgbClr val="0B0B0B"/>
                          </a:solidFill>
                          <a:latin typeface="Arial"/>
                          <a:ea typeface="Arial"/>
                          <a:cs typeface="Arial"/>
                        </a:rPr>
                        <a:t>Línea base pendiente</a:t>
                      </a:r>
                    </a:p>
                  </a:txBody>
                  <a:tcPr marL="95250" marR="95250" marT="66675" marB="66675">
                    <a:lnR w="4763">
                      <a:solidFill>
                        <a:srgbClr val="D0CBC4"/>
                      </a:solidFill>
                      <a:prstDash val="solid"/>
                    </a:lnR>
                    <a:lnB w="4763">
                      <a:solidFill>
                        <a:srgbClr val="D0CBC4"/>
                      </a:solidFill>
                      <a:prstDash val="solid"/>
                    </a:lnB>
                    <a:solidFill>
                      <a:srgbClr val="F5F0E8"/>
                    </a:solidFill>
                  </a:tcPr>
                </a:tc>
                <a:tc>
                  <a:txBody>
                    <a:bodyPr/>
                    <a:lstStyle/>
                    <a:p>
                      <a:r>
                        <a:rPr sz="1050">
                          <a:solidFill>
                            <a:srgbClr val="0B0B0B"/>
                          </a:solidFill>
                          <a:latin typeface="Arial"/>
                          <a:ea typeface="Arial"/>
                          <a:cs typeface="Arial"/>
                        </a:rPr>
                        <a:t>Correcciones / operaciones</a:t>
                      </a:r>
                    </a:p>
                  </a:txBody>
                  <a:tcPr marL="95250" marR="95250" marT="66675" marB="66675">
                    <a:lnR w="4763">
                      <a:solidFill>
                        <a:srgbClr val="D0CBC4"/>
                      </a:solidFill>
                      <a:prstDash val="solid"/>
                    </a:lnR>
                    <a:lnB w="4763">
                      <a:solidFill>
                        <a:srgbClr val="D0CBC4"/>
                      </a:solidFill>
                      <a:prstDash val="solid"/>
                    </a:lnB>
                    <a:solidFill>
                      <a:srgbClr val="F5F0E8"/>
                    </a:solidFill>
                  </a:tcPr>
                </a:tc>
              </a:tr>
              <a:tr h="488777">
                <a:tc>
                  <a:txBody>
                    <a:bodyPr/>
                    <a:lstStyle/>
                    <a:p>
                      <a:r>
                        <a:rPr sz="1050">
                          <a:solidFill>
                            <a:srgbClr val="0B0B0B"/>
                          </a:solidFill>
                          <a:latin typeface="Arial"/>
                          <a:ea typeface="Arial"/>
                          <a:cs typeface="Arial"/>
                        </a:rPr>
                        <a:t>Productividad</a:t>
                      </a:r>
                    </a:p>
                  </a:txBody>
                  <a:tcPr marL="95250" marR="95250" marT="66675" marB="66675">
                    <a:lnL w="4763">
                      <a:solidFill>
                        <a:srgbClr val="D0CBC4"/>
                      </a:solidFill>
                      <a:prstDash val="solid"/>
                    </a:lnL>
                    <a:lnR w="4763">
                      <a:solidFill>
                        <a:srgbClr val="D0CBC4"/>
                      </a:solidFill>
                      <a:prstDash val="solid"/>
                    </a:lnR>
                    <a:lnB w="4763">
                      <a:solidFill>
                        <a:srgbClr val="D0CBC4"/>
                      </a:solidFill>
                      <a:prstDash val="solid"/>
                    </a:lnB>
                    <a:solidFill>
                      <a:srgbClr val="F5F0E8"/>
                    </a:solidFill>
                  </a:tcPr>
                </a:tc>
                <a:tc>
                  <a:txBody>
                    <a:bodyPr/>
                    <a:lstStyle/>
                    <a:p>
                      <a:r>
                        <a:rPr sz="1050">
                          <a:solidFill>
                            <a:srgbClr val="0B0B0B"/>
                          </a:solidFill>
                          <a:latin typeface="Arial"/>
                          <a:ea typeface="Arial"/>
                          <a:cs typeface="Arial"/>
                        </a:rPr>
                        <a:t>Plantilla: 6 ventas + 3 contabilidad</a:t>
                      </a:r>
                    </a:p>
                  </a:txBody>
                  <a:tcPr marL="95250" marR="95250" marT="66675" marB="66675">
                    <a:lnR w="4763">
                      <a:solidFill>
                        <a:srgbClr val="D0CBC4"/>
                      </a:solidFill>
                      <a:prstDash val="solid"/>
                    </a:lnR>
                    <a:lnB w="4763">
                      <a:solidFill>
                        <a:srgbClr val="D0CBC4"/>
                      </a:solidFill>
                      <a:prstDash val="solid"/>
                    </a:lnB>
                    <a:solidFill>
                      <a:srgbClr val="F5F0E8"/>
                    </a:solidFill>
                  </a:tcPr>
                </a:tc>
                <a:tc>
                  <a:txBody>
                    <a:bodyPr/>
                    <a:lstStyle/>
                    <a:p>
                      <a:r>
                        <a:rPr sz="1050">
                          <a:solidFill>
                            <a:srgbClr val="0B0B0B"/>
                          </a:solidFill>
                          <a:latin typeface="Arial"/>
                          <a:ea typeface="Arial"/>
                          <a:cs typeface="Arial"/>
                        </a:rPr>
                        <a:t>Operaciones / hora de equipo</a:t>
                      </a:r>
                    </a:p>
                  </a:txBody>
                  <a:tcPr marL="95250" marR="95250" marT="66675" marB="66675">
                    <a:lnR w="4763">
                      <a:solidFill>
                        <a:srgbClr val="D0CBC4"/>
                      </a:solidFill>
                      <a:prstDash val="solid"/>
                    </a:lnR>
                    <a:lnB w="4763">
                      <a:solidFill>
                        <a:srgbClr val="D0CBC4"/>
                      </a:solidFill>
                      <a:prstDash val="solid"/>
                    </a:lnB>
                    <a:solidFill>
                      <a:srgbClr val="F5F0E8"/>
                    </a:solidFill>
                  </a:tcPr>
                </a:tc>
              </a:tr>
            </a:tbl>
          </a:graphicData>
        </a:graphic>
      </p:graphicFrame>
    </p:spTree>
    <p:extLst>
      <p:ext uri="{BB962C8B-B14F-4D97-AF65-F5344CB8AC3E}">
        <p14:creationId xmlns:p14="http://schemas.microsoft.com/office/powerpoint/2010/main" val="1763784096"/>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pic>
        <p:nvPicPr>
          <p:cNvPr id="17" name="">
            <a:extLst xmlns:a="http://schemas.openxmlformats.org/drawingml/2006/main">
              <a:ext uri="{FF2B5EF4-FFF2-40B4-BE49-F238E27FC236}">
                <a16:creationId xmlns:a16="http://schemas.microsoft.com/office/drawing/2014/main" id="{71229E1C-DE18-4CFB-BEDD-A2941E0122A6}"/>
              </a:ext>
            </a:extLst>
          </p:cNvPr>
          <p:cNvPicPr>
            <a:picLocks xmlns:a="http://schemas.openxmlformats.org/drawingml/2006/main" noChangeAspect="1"/>
          </p:cNvPicPr>
          <p:nvPr/>
        </p:nvPicPr>
        <p:blipFill>
          <a:blip xmlns:r="http://schemas.openxmlformats.org/officeDocument/2006/relationships" xmlns:a="http://schemas.openxmlformats.org/drawingml/2006/main" r:embed="Rcaaff093e69c4d62"/>
          <a:stretch xmlns:a="http://schemas.openxmlformats.org/drawingml/2006/main"/>
        </p:blipFill>
        <p:spPr>
          <a:xfrm xmlns:a="http://schemas.openxmlformats.org/drawingml/2006/main">
            <a:off x="0" y="0"/>
            <a:ext cx="9324594" cy="5248656"/>
          </a:xfrm>
          <a:prstGeom xmlns:a="http://schemas.openxmlformats.org/drawingml/2006/main" prst="rect">
            <a:avLst/>
          </a:prstGeom>
        </p:spPr>
      </p:pic>
      <p:sp>
        <p:nvSpPr>
          <p:cNvPr id="2" name="text-10-0">
            <a:extLst xmlns:a="http://schemas.openxmlformats.org/drawingml/2006/main">
              <a:ext uri="{FF2B5EF4-FFF2-40B4-BE49-F238E27FC236}">
                <a16:creationId xmlns:a16="http://schemas.microsoft.com/office/drawing/2014/main" id="{0D758893-F260-4C7E-A5AB-31CE7431AE01}"/>
              </a:ext>
            </a:extLst>
          </p:cNvPr>
          <p:cNvSpPr>
            <a:spLocks xmlns:a="http://schemas.openxmlformats.org/drawingml/2006/main" noGrp="1"/>
          </p:cNvSpPr>
          <p:nvPr/>
        </p:nvSpPr>
        <p:spPr>
          <a:xfrm xmlns:a="http://schemas.openxmlformats.org/drawingml/2006/main">
            <a:off x="532209" y="382979"/>
            <a:ext cx="2927353" cy="1518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956" b="1" i="0">
                <a:solidFill>
                  <a:srgbClr val="F5F0E8"/>
                </a:solidFill>
                <a:latin typeface="Arial"/>
                <a:ea typeface="Arial"/>
                <a:cs typeface="Arial"/>
              </a:defRPr>
            </a:defPPr>
          </a:lstStyle>
          <a:p xmlns:a="http://schemas.openxmlformats.org/drawingml/2006/main">
            <a:pPr>
              <a:defRPr sz="956" b="1" i="0">
                <a:solidFill>
                  <a:srgbClr val="F5F0E8"/>
                </a:solidFill>
                <a:latin typeface="Arial"/>
                <a:ea typeface="Arial"/>
                <a:cs typeface="Arial"/>
              </a:defRPr>
            </a:pPr>
            <a:r>
              <a:rPr sz="956" b="1" i="0">
                <a:solidFill>
                  <a:srgbClr val="F5F0E8"/>
                </a:solidFill>
                <a:latin typeface="Arial"/>
                <a:ea typeface="Arial"/>
                <a:cs typeface="Arial"/>
              </a:rPr>
              <a:t>03 / IMPACTO · GANANCIA PROYECTADA</a:t>
            </a:r>
          </a:p>
        </p:txBody>
      </p:sp>
      <p:sp>
        <p:nvSpPr>
          <p:cNvPr id="3" name="text-10-1">
            <a:extLst xmlns:a="http://schemas.openxmlformats.org/drawingml/2006/main">
              <a:ext uri="{FF2B5EF4-FFF2-40B4-BE49-F238E27FC236}">
                <a16:creationId xmlns:a16="http://schemas.microsoft.com/office/drawing/2014/main" id="{B91712CC-66C8-4D84-9062-B1E70D6D9EE1}"/>
              </a:ext>
            </a:extLst>
          </p:cNvPr>
          <p:cNvSpPr>
            <a:spLocks xmlns:a="http://schemas.openxmlformats.org/drawingml/2006/main" noGrp="1"/>
          </p:cNvSpPr>
          <p:nvPr/>
        </p:nvSpPr>
        <p:spPr>
          <a:xfrm xmlns:a="http://schemas.openxmlformats.org/drawingml/2006/main">
            <a:off x="532209" y="673884"/>
            <a:ext cx="4158752" cy="6786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4275" b="0" i="0">
                <a:solidFill>
                  <a:srgbClr val="F5F0E8"/>
                </a:solidFill>
                <a:latin typeface="Impact"/>
                <a:ea typeface="Impact"/>
                <a:cs typeface="Impact"/>
              </a:defRPr>
            </a:defPPr>
          </a:lstStyle>
          <a:p xmlns:a="http://schemas.openxmlformats.org/drawingml/2006/main">
            <a:pPr>
              <a:defRPr sz="4275" b="0" i="0">
                <a:solidFill>
                  <a:srgbClr val="F5F0E8"/>
                </a:solidFill>
                <a:latin typeface="Impact"/>
                <a:ea typeface="Impact"/>
                <a:cs typeface="Impact"/>
              </a:defRPr>
            </a:pPr>
            <a:r>
              <a:rPr sz="4275" b="0" i="0">
                <a:solidFill>
                  <a:srgbClr val="F5F0E8"/>
                </a:solidFill>
                <a:latin typeface="Impact"/>
                <a:ea typeface="Impact"/>
                <a:cs typeface="Impact"/>
              </a:rPr>
              <a:t>TU PRÓXIMO CLIENTE</a:t>
            </a:r>
          </a:p>
        </p:txBody>
      </p:sp>
      <p:sp>
        <p:nvSpPr>
          <p:cNvPr id="4" name="text-10-2">
            <a:extLst xmlns:a="http://schemas.openxmlformats.org/drawingml/2006/main">
              <a:ext uri="{FF2B5EF4-FFF2-40B4-BE49-F238E27FC236}">
                <a16:creationId xmlns:a16="http://schemas.microsoft.com/office/drawing/2014/main" id="{A0D1579F-65A3-487F-AF34-2C77E98743CF}"/>
              </a:ext>
            </a:extLst>
          </p:cNvPr>
          <p:cNvSpPr>
            <a:spLocks xmlns:a="http://schemas.openxmlformats.org/drawingml/2006/main" noGrp="1"/>
          </p:cNvSpPr>
          <p:nvPr/>
        </p:nvSpPr>
        <p:spPr>
          <a:xfrm xmlns:a="http://schemas.openxmlformats.org/drawingml/2006/main">
            <a:off x="532209" y="1231097"/>
            <a:ext cx="4325610" cy="6786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4275" b="0" i="0">
                <a:solidFill>
                  <a:srgbClr val="F5F0E8"/>
                </a:solidFill>
                <a:latin typeface="Impact"/>
                <a:ea typeface="Impact"/>
                <a:cs typeface="Impact"/>
              </a:defRPr>
            </a:defPPr>
          </a:lstStyle>
          <a:p xmlns:a="http://schemas.openxmlformats.org/drawingml/2006/main">
            <a:pPr>
              <a:defRPr sz="4275" b="0" i="0">
                <a:solidFill>
                  <a:srgbClr val="F5F0E8"/>
                </a:solidFill>
                <a:latin typeface="Impact"/>
                <a:ea typeface="Impact"/>
                <a:cs typeface="Impact"/>
              </a:defRPr>
            </a:pPr>
            <a:r>
              <a:rPr sz="4275" b="0" i="0">
                <a:solidFill>
                  <a:srgbClr val="F5F0E8"/>
                </a:solidFill>
                <a:latin typeface="Impact"/>
                <a:ea typeface="Impact"/>
                <a:cs typeface="Impact"/>
              </a:rPr>
              <a:t>NO ESPERA A MAÑANA</a:t>
            </a:r>
          </a:p>
        </p:txBody>
      </p:sp>
      <p:sp>
        <p:nvSpPr>
          <p:cNvPr id="5" name="text-10-3">
            <a:extLst xmlns:a="http://schemas.openxmlformats.org/drawingml/2006/main">
              <a:ext uri="{FF2B5EF4-FFF2-40B4-BE49-F238E27FC236}">
                <a16:creationId xmlns:a16="http://schemas.microsoft.com/office/drawing/2014/main" id="{0D5C785B-86FA-4541-B81B-29734A715D66}"/>
              </a:ext>
            </a:extLst>
          </p:cNvPr>
          <p:cNvSpPr>
            <a:spLocks xmlns:a="http://schemas.openxmlformats.org/drawingml/2006/main" noGrp="1"/>
          </p:cNvSpPr>
          <p:nvPr/>
        </p:nvSpPr>
        <p:spPr>
          <a:xfrm xmlns:a="http://schemas.openxmlformats.org/drawingml/2006/main">
            <a:off x="532209" y="1911309"/>
            <a:ext cx="2016042" cy="147339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9281" b="0" i="0">
                <a:solidFill>
                  <a:srgbClr val="F5F0E8"/>
                </a:solidFill>
                <a:latin typeface="Impact"/>
                <a:ea typeface="Impact"/>
                <a:cs typeface="Impact"/>
              </a:defRPr>
            </a:defPPr>
          </a:lstStyle>
          <a:p xmlns:a="http://schemas.openxmlformats.org/drawingml/2006/main">
            <a:pPr>
              <a:defRPr sz="9281" b="0" i="0">
                <a:solidFill>
                  <a:srgbClr val="F5F0E8"/>
                </a:solidFill>
                <a:latin typeface="Impact"/>
                <a:ea typeface="Impact"/>
                <a:cs typeface="Impact"/>
              </a:defRPr>
            </a:pPr>
            <a:r>
              <a:rPr sz="9281" b="0" i="0">
                <a:solidFill>
                  <a:srgbClr val="F5F0E8"/>
                </a:solidFill>
                <a:latin typeface="Impact"/>
                <a:ea typeface="Impact"/>
                <a:cs typeface="Impact"/>
              </a:rPr>
              <a:t>24/7</a:t>
            </a:r>
          </a:p>
        </p:txBody>
      </p:sp>
      <p:sp>
        <p:nvSpPr>
          <p:cNvPr id="6" name="text-10-4">
            <a:extLst xmlns:a="http://schemas.openxmlformats.org/drawingml/2006/main">
              <a:ext uri="{FF2B5EF4-FFF2-40B4-BE49-F238E27FC236}">
                <a16:creationId xmlns:a16="http://schemas.microsoft.com/office/drawing/2014/main" id="{D4A195B2-2289-402B-A8C8-2CB336BF5918}"/>
              </a:ext>
            </a:extLst>
          </p:cNvPr>
          <p:cNvSpPr>
            <a:spLocks xmlns:a="http://schemas.openxmlformats.org/drawingml/2006/main" noGrp="1"/>
          </p:cNvSpPr>
          <p:nvPr/>
        </p:nvSpPr>
        <p:spPr>
          <a:xfrm xmlns:a="http://schemas.openxmlformats.org/drawingml/2006/main">
            <a:off x="2866876" y="2226366"/>
            <a:ext cx="2950663" cy="2500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575" b="0" i="0">
                <a:solidFill>
                  <a:srgbClr val="F5F0E8"/>
                </a:solidFill>
                <a:latin typeface="Arial"/>
                <a:ea typeface="Arial"/>
                <a:cs typeface="Arial"/>
              </a:defRPr>
            </a:defPPr>
          </a:lstStyle>
          <a:p xmlns:a="http://schemas.openxmlformats.org/drawingml/2006/main">
            <a:pPr>
              <a:defRPr sz="1575" b="0" i="0">
                <a:solidFill>
                  <a:srgbClr val="F5F0E8"/>
                </a:solidFill>
                <a:latin typeface="Arial"/>
                <a:ea typeface="Arial"/>
                <a:cs typeface="Arial"/>
              </a:defRPr>
            </a:pPr>
            <a:r>
              <a:rPr sz="1575" b="0" i="0">
                <a:solidFill>
                  <a:srgbClr val="F5F0E8"/>
                </a:solidFill>
                <a:latin typeface="Arial"/>
                <a:ea typeface="Arial"/>
                <a:cs typeface="Arial"/>
              </a:rPr>
              <a:t>para recibir intención de compra.</a:t>
            </a:r>
          </a:p>
        </p:txBody>
      </p:sp>
      <p:sp>
        <p:nvSpPr>
          <p:cNvPr id="7" name="text-10-5">
            <a:extLst xmlns:a="http://schemas.openxmlformats.org/drawingml/2006/main">
              <a:ext uri="{FF2B5EF4-FFF2-40B4-BE49-F238E27FC236}">
                <a16:creationId xmlns:a16="http://schemas.microsoft.com/office/drawing/2014/main" id="{1BE7A955-092A-4D8B-947C-1F16FE20427E}"/>
              </a:ext>
            </a:extLst>
          </p:cNvPr>
          <p:cNvSpPr>
            <a:spLocks xmlns:a="http://schemas.openxmlformats.org/drawingml/2006/main" noGrp="1"/>
          </p:cNvSpPr>
          <p:nvPr/>
        </p:nvSpPr>
        <p:spPr>
          <a:xfrm xmlns:a="http://schemas.openxmlformats.org/drawingml/2006/main">
            <a:off x="2866876" y="2519260"/>
            <a:ext cx="3451326" cy="2500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575" b="0" i="0">
                <a:solidFill>
                  <a:srgbClr val="F5F0E8"/>
                </a:solidFill>
                <a:latin typeface="Arial"/>
                <a:ea typeface="Arial"/>
                <a:cs typeface="Arial"/>
              </a:defRPr>
            </a:defPPr>
          </a:lstStyle>
          <a:p xmlns:a="http://schemas.openxmlformats.org/drawingml/2006/main">
            <a:pPr>
              <a:defRPr sz="1575" b="0" i="0">
                <a:solidFill>
                  <a:srgbClr val="F5F0E8"/>
                </a:solidFill>
                <a:latin typeface="Arial"/>
                <a:ea typeface="Arial"/>
                <a:cs typeface="Arial"/>
              </a:defRPr>
            </a:pPr>
            <a:r>
              <a:rPr sz="1575" b="0" i="0">
                <a:solidFill>
                  <a:srgbClr val="F5F0E8"/>
                </a:solidFill>
                <a:latin typeface="Arial"/>
                <a:ea typeface="Arial"/>
                <a:cs typeface="Arial"/>
              </a:rPr>
              <a:t>Más canales y una experiencia que da</a:t>
            </a:r>
          </a:p>
        </p:txBody>
      </p:sp>
      <p:sp>
        <p:nvSpPr>
          <p:cNvPr id="8" name="text-10-6">
            <a:extLst xmlns:a="http://schemas.openxmlformats.org/drawingml/2006/main">
              <a:ext uri="{FF2B5EF4-FFF2-40B4-BE49-F238E27FC236}">
                <a16:creationId xmlns:a16="http://schemas.microsoft.com/office/drawing/2014/main" id="{54C0FC7D-F2A5-4E25-8509-1D64CBC72FD6}"/>
              </a:ext>
            </a:extLst>
          </p:cNvPr>
          <p:cNvSpPr>
            <a:spLocks xmlns:a="http://schemas.openxmlformats.org/drawingml/2006/main" noGrp="1"/>
          </p:cNvSpPr>
          <p:nvPr/>
        </p:nvSpPr>
        <p:spPr>
          <a:xfrm xmlns:a="http://schemas.openxmlformats.org/drawingml/2006/main">
            <a:off x="2866876" y="2812154"/>
            <a:ext cx="793995" cy="2500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575" b="0" i="0">
                <a:solidFill>
                  <a:srgbClr val="F5F0E8"/>
                </a:solidFill>
                <a:latin typeface="Arial"/>
                <a:ea typeface="Arial"/>
                <a:cs typeface="Arial"/>
              </a:defRPr>
            </a:defPPr>
          </a:lstStyle>
          <a:p xmlns:a="http://schemas.openxmlformats.org/drawingml/2006/main">
            <a:pPr>
              <a:defRPr sz="1575" b="0" i="0">
                <a:solidFill>
                  <a:srgbClr val="F5F0E8"/>
                </a:solidFill>
                <a:latin typeface="Arial"/>
                <a:ea typeface="Arial"/>
                <a:cs typeface="Arial"/>
              </a:defRPr>
            </a:pPr>
            <a:r>
              <a:rPr sz="1575" b="0" i="0">
                <a:solidFill>
                  <a:srgbClr val="F5F0E8"/>
                </a:solidFill>
                <a:latin typeface="Arial"/>
                <a:ea typeface="Arial"/>
                <a:cs typeface="Arial"/>
              </a:rPr>
              <a:t>claridad.</a:t>
            </a:r>
          </a:p>
        </p:txBody>
      </p:sp>
      <p:sp>
        <p:nvSpPr>
          <p:cNvPr id="9" name="text-10-7">
            <a:extLst xmlns:a="http://schemas.openxmlformats.org/drawingml/2006/main">
              <a:ext uri="{FF2B5EF4-FFF2-40B4-BE49-F238E27FC236}">
                <a16:creationId xmlns:a16="http://schemas.microsoft.com/office/drawing/2014/main" id="{696FD9D2-30C6-415E-BE1D-71961B340D75}"/>
              </a:ext>
            </a:extLst>
          </p:cNvPr>
          <p:cNvSpPr>
            <a:spLocks xmlns:a="http://schemas.openxmlformats.org/drawingml/2006/main" noGrp="1"/>
          </p:cNvSpPr>
          <p:nvPr/>
        </p:nvSpPr>
        <p:spPr>
          <a:xfrm xmlns:a="http://schemas.openxmlformats.org/drawingml/2006/main">
            <a:off x="532209" y="3496419"/>
            <a:ext cx="266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3600" b="0" i="0">
                <a:solidFill>
                  <a:srgbClr val="F5F0E8"/>
                </a:solidFill>
                <a:latin typeface="Impact"/>
                <a:ea typeface="Impact"/>
                <a:cs typeface="Impact"/>
              </a:defRPr>
            </a:defPPr>
          </a:lstStyle>
          <a:p xmlns:a="http://schemas.openxmlformats.org/drawingml/2006/main">
            <a:pPr>
              <a:defRPr sz="3600" b="0" i="0">
                <a:solidFill>
                  <a:srgbClr val="F5F0E8"/>
                </a:solidFill>
                <a:latin typeface="Impact"/>
                <a:ea typeface="Impact"/>
                <a:cs typeface="Impact"/>
              </a:defRPr>
            </a:pPr>
            <a:r>
              <a:rPr sz="3600" b="0" i="0">
                <a:solidFill>
                  <a:srgbClr val="F5F0E8"/>
                </a:solidFill>
                <a:latin typeface="Impact"/>
                <a:ea typeface="Impact"/>
                <a:cs typeface="Impact"/>
              </a:rPr>
              <a:t>4</a:t>
            </a:r>
          </a:p>
        </p:txBody>
      </p:sp>
      <p:sp>
        <p:nvSpPr>
          <p:cNvPr id="10" name="text-10-8">
            <a:extLst xmlns:a="http://schemas.openxmlformats.org/drawingml/2006/main">
              <a:ext uri="{FF2B5EF4-FFF2-40B4-BE49-F238E27FC236}">
                <a16:creationId xmlns:a16="http://schemas.microsoft.com/office/drawing/2014/main" id="{F1273BB8-A577-4B6A-B1C9-D93275CB767B}"/>
              </a:ext>
            </a:extLst>
          </p:cNvPr>
          <p:cNvSpPr>
            <a:spLocks xmlns:a="http://schemas.openxmlformats.org/drawingml/2006/main" noGrp="1"/>
          </p:cNvSpPr>
          <p:nvPr/>
        </p:nvSpPr>
        <p:spPr>
          <a:xfrm xmlns:a="http://schemas.openxmlformats.org/drawingml/2006/main">
            <a:off x="532209" y="4073214"/>
            <a:ext cx="3061006" cy="20538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94" b="0" i="0">
                <a:solidFill>
                  <a:srgbClr val="F5F0E8"/>
                </a:solidFill>
                <a:latin typeface="Arial"/>
                <a:ea typeface="Arial"/>
                <a:cs typeface="Arial"/>
              </a:defRPr>
            </a:defPPr>
          </a:lstStyle>
          <a:p xmlns:a="http://schemas.openxmlformats.org/drawingml/2006/main">
            <a:pPr>
              <a:defRPr sz="1294" b="0" i="0">
                <a:solidFill>
                  <a:srgbClr val="F5F0E8"/>
                </a:solidFill>
                <a:latin typeface="Arial"/>
                <a:ea typeface="Arial"/>
                <a:cs typeface="Arial"/>
              </a:defRPr>
            </a:pPr>
            <a:r>
              <a:rPr sz="1294" b="0" i="0">
                <a:solidFill>
                  <a:srgbClr val="F5F0E8"/>
                </a:solidFill>
                <a:latin typeface="Arial"/>
                <a:ea typeface="Arial"/>
                <a:cs typeface="Arial"/>
              </a:rPr>
              <a:t>puntos de acceso: WhatsApp, web, iOS y</a:t>
            </a:r>
          </a:p>
        </p:txBody>
      </p:sp>
      <p:sp>
        <p:nvSpPr>
          <p:cNvPr id="11" name="text-10-9">
            <a:extLst xmlns:a="http://schemas.openxmlformats.org/drawingml/2006/main">
              <a:ext uri="{FF2B5EF4-FFF2-40B4-BE49-F238E27FC236}">
                <a16:creationId xmlns:a16="http://schemas.microsoft.com/office/drawing/2014/main" id="{48EC3D7D-20C0-4FD0-9689-63D7C371B613}"/>
              </a:ext>
            </a:extLst>
          </p:cNvPr>
          <p:cNvSpPr>
            <a:spLocks xmlns:a="http://schemas.openxmlformats.org/drawingml/2006/main" noGrp="1"/>
          </p:cNvSpPr>
          <p:nvPr/>
        </p:nvSpPr>
        <p:spPr>
          <a:xfrm xmlns:a="http://schemas.openxmlformats.org/drawingml/2006/main">
            <a:off x="532209" y="4237520"/>
            <a:ext cx="604299" cy="20538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94" b="0" i="0">
                <a:solidFill>
                  <a:srgbClr val="F5F0E8"/>
                </a:solidFill>
                <a:latin typeface="Arial"/>
                <a:ea typeface="Arial"/>
                <a:cs typeface="Arial"/>
              </a:defRPr>
            </a:defPPr>
          </a:lstStyle>
          <a:p xmlns:a="http://schemas.openxmlformats.org/drawingml/2006/main">
            <a:pPr>
              <a:defRPr sz="1294" b="0" i="0">
                <a:solidFill>
                  <a:srgbClr val="F5F0E8"/>
                </a:solidFill>
                <a:latin typeface="Arial"/>
                <a:ea typeface="Arial"/>
                <a:cs typeface="Arial"/>
              </a:defRPr>
            </a:pPr>
            <a:r>
              <a:rPr sz="1294" b="0" i="0">
                <a:solidFill>
                  <a:srgbClr val="F5F0E8"/>
                </a:solidFill>
                <a:latin typeface="Arial"/>
                <a:ea typeface="Arial"/>
                <a:cs typeface="Arial"/>
              </a:rPr>
              <a:t>Android</a:t>
            </a:r>
          </a:p>
        </p:txBody>
      </p:sp>
      <p:sp>
        <p:nvSpPr>
          <p:cNvPr id="12" name="text-10-10">
            <a:extLst xmlns:a="http://schemas.openxmlformats.org/drawingml/2006/main">
              <a:ext uri="{FF2B5EF4-FFF2-40B4-BE49-F238E27FC236}">
                <a16:creationId xmlns:a16="http://schemas.microsoft.com/office/drawing/2014/main" id="{93C0B873-5291-404D-8D54-FFAFAB69DD55}"/>
              </a:ext>
            </a:extLst>
          </p:cNvPr>
          <p:cNvSpPr>
            <a:spLocks xmlns:a="http://schemas.openxmlformats.org/drawingml/2006/main" noGrp="1"/>
          </p:cNvSpPr>
          <p:nvPr/>
        </p:nvSpPr>
        <p:spPr>
          <a:xfrm xmlns:a="http://schemas.openxmlformats.org/drawingml/2006/main">
            <a:off x="4768453" y="3496419"/>
            <a:ext cx="1349244"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3600" b="0" i="0">
                <a:solidFill>
                  <a:srgbClr val="F5F0E8"/>
                </a:solidFill>
                <a:latin typeface="Impact"/>
                <a:ea typeface="Impact"/>
                <a:cs typeface="Impact"/>
              </a:defRPr>
            </a:defPPr>
          </a:lstStyle>
          <a:p xmlns:a="http://schemas.openxmlformats.org/drawingml/2006/main">
            <a:pPr>
              <a:defRPr sz="3600" b="0" i="0">
                <a:solidFill>
                  <a:srgbClr val="F5F0E8"/>
                </a:solidFill>
                <a:latin typeface="Impact"/>
                <a:ea typeface="Impact"/>
                <a:cs typeface="Impact"/>
              </a:defRPr>
            </a:pPr>
            <a:r>
              <a:rPr sz="3600" b="0" i="0">
                <a:solidFill>
                  <a:srgbClr val="F5F0E8"/>
                </a:solidFill>
                <a:latin typeface="Impact"/>
                <a:ea typeface="Impact"/>
                <a:cs typeface="Impact"/>
              </a:rPr>
              <a:t>64 / día</a:t>
            </a:r>
          </a:p>
        </p:txBody>
      </p:sp>
      <p:sp>
        <p:nvSpPr>
          <p:cNvPr id="13" name="text-10-11">
            <a:extLst xmlns:a="http://schemas.openxmlformats.org/drawingml/2006/main">
              <a:ext uri="{FF2B5EF4-FFF2-40B4-BE49-F238E27FC236}">
                <a16:creationId xmlns:a16="http://schemas.microsoft.com/office/drawing/2014/main" id="{E268BF09-9AA5-458B-99AF-5703E10AE553}"/>
              </a:ext>
            </a:extLst>
          </p:cNvPr>
          <p:cNvSpPr>
            <a:spLocks xmlns:a="http://schemas.openxmlformats.org/drawingml/2006/main" noGrp="1"/>
          </p:cNvSpPr>
          <p:nvPr/>
        </p:nvSpPr>
        <p:spPr>
          <a:xfrm xmlns:a="http://schemas.openxmlformats.org/drawingml/2006/main">
            <a:off x="4768453" y="4073214"/>
            <a:ext cx="3060679" cy="20538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94" b="0" i="0">
                <a:solidFill>
                  <a:srgbClr val="F5F0E8"/>
                </a:solidFill>
                <a:latin typeface="Arial"/>
                <a:ea typeface="Arial"/>
                <a:cs typeface="Arial"/>
              </a:defRPr>
            </a:defPPr>
          </a:lstStyle>
          <a:p xmlns:a="http://schemas.openxmlformats.org/drawingml/2006/main">
            <a:pPr>
              <a:defRPr sz="1294" b="0" i="0">
                <a:solidFill>
                  <a:srgbClr val="F5F0E8"/>
                </a:solidFill>
                <a:latin typeface="Arial"/>
                <a:ea typeface="Arial"/>
                <a:cs typeface="Arial"/>
              </a:defRPr>
            </a:pPr>
            <a:r>
              <a:rPr sz="1294" b="0" i="0">
                <a:solidFill>
                  <a:srgbClr val="F5F0E8"/>
                </a:solidFill>
                <a:latin typeface="Arial"/>
                <a:ea typeface="Arial"/>
                <a:cs typeface="Arial"/>
              </a:rPr>
              <a:t>cotizaciones para investigar y acompañar</a:t>
            </a:r>
          </a:p>
        </p:txBody>
      </p:sp>
      <p:sp>
        <p:nvSpPr>
          <p:cNvPr id="14" name="text-10-12">
            <a:extLst xmlns:a="http://schemas.openxmlformats.org/drawingml/2006/main">
              <a:ext uri="{FF2B5EF4-FFF2-40B4-BE49-F238E27FC236}">
                <a16:creationId xmlns:a16="http://schemas.microsoft.com/office/drawing/2014/main" id="{F8D4A4BD-37C1-4C85-961F-97D4E2981813}"/>
              </a:ext>
            </a:extLst>
          </p:cNvPr>
          <p:cNvSpPr>
            <a:spLocks xmlns:a="http://schemas.openxmlformats.org/drawingml/2006/main" noGrp="1"/>
          </p:cNvSpPr>
          <p:nvPr/>
        </p:nvSpPr>
        <p:spPr>
          <a:xfrm xmlns:a="http://schemas.openxmlformats.org/drawingml/2006/main">
            <a:off x="532209" y="4603582"/>
            <a:ext cx="6547525" cy="13394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844" b="0" i="0">
                <a:solidFill>
                  <a:srgbClr val="F5F0E8"/>
                </a:solidFill>
                <a:latin typeface="Arial"/>
                <a:ea typeface="Arial"/>
                <a:cs typeface="Arial"/>
              </a:defRPr>
            </a:defPPr>
          </a:lstStyle>
          <a:p xmlns:a="http://schemas.openxmlformats.org/drawingml/2006/main">
            <a:pPr>
              <a:defRPr sz="844" b="0" i="0">
                <a:solidFill>
                  <a:srgbClr val="F5F0E8"/>
                </a:solidFill>
                <a:latin typeface="Arial"/>
                <a:ea typeface="Arial"/>
                <a:cs typeface="Arial"/>
              </a:defRPr>
            </a:pPr>
            <a:r>
              <a:rPr sz="844" b="0" i="0">
                <a:solidFill>
                  <a:srgbClr val="F5F0E8"/>
                </a:solidFill>
                <a:latin typeface="Arial"/>
                <a:ea typeface="Arial"/>
                <a:cs typeface="Arial"/>
              </a:rPr>
              <a:t>Potencial por medir: nueva demanda, conversión y seguimiento. Registrar motivos y contactos autorizados; revisión humana con horario.</a:t>
            </a:r>
          </a:p>
        </p:txBody>
      </p:sp>
      <p:sp>
        <p:nvSpPr>
          <p:cNvPr id="15" name="text-10-13">
            <a:extLst xmlns:a="http://schemas.openxmlformats.org/drawingml/2006/main">
              <a:ext uri="{FF2B5EF4-FFF2-40B4-BE49-F238E27FC236}">
                <a16:creationId xmlns:a16="http://schemas.microsoft.com/office/drawing/2014/main" id="{DDBF7F1D-8509-4DEC-BCB2-5CDD9A530C10}"/>
              </a:ext>
            </a:extLst>
          </p:cNvPr>
          <p:cNvSpPr>
            <a:spLocks xmlns:a="http://schemas.openxmlformats.org/drawingml/2006/main" noGrp="1"/>
          </p:cNvSpPr>
          <p:nvPr/>
        </p:nvSpPr>
        <p:spPr>
          <a:xfrm xmlns:a="http://schemas.openxmlformats.org/drawingml/2006/main">
            <a:off x="532209" y="4923697"/>
            <a:ext cx="2693937"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F5F0E8"/>
                </a:solidFill>
                <a:latin typeface="Arial"/>
                <a:ea typeface="Arial"/>
                <a:cs typeface="Arial"/>
              </a:defRPr>
            </a:defPPr>
          </a:lstStyle>
          <a:p xmlns:a="http://schemas.openxmlformats.org/drawingml/2006/main">
            <a:pPr>
              <a:defRPr sz="731" b="1" i="0">
                <a:solidFill>
                  <a:srgbClr val="F5F0E8"/>
                </a:solidFill>
                <a:latin typeface="Arial"/>
                <a:ea typeface="Arial"/>
                <a:cs typeface="Arial"/>
              </a:defRPr>
            </a:pPr>
            <a:r>
              <a:rPr sz="731" b="1" i="0">
                <a:solidFill>
                  <a:srgbClr val="F5F0E8"/>
                </a:solidFill>
                <a:latin typeface="Arial"/>
                <a:ea typeface="Arial"/>
                <a:cs typeface="Arial"/>
              </a:rPr>
              <a:t>03 / IMPACTO · GANANCIA PROYECTADA / OMNI by 5.5</a:t>
            </a:r>
          </a:p>
        </p:txBody>
      </p:sp>
      <p:sp>
        <p:nvSpPr>
          <p:cNvPr id="16" name="text-10-14">
            <a:extLst xmlns:a="http://schemas.openxmlformats.org/drawingml/2006/main">
              <a:ext uri="{FF2B5EF4-FFF2-40B4-BE49-F238E27FC236}">
                <a16:creationId xmlns:a16="http://schemas.microsoft.com/office/drawing/2014/main" id="{F15B760F-0EFF-4341-A358-85FC847BB2ED}"/>
              </a:ext>
            </a:extLst>
          </p:cNvPr>
          <p:cNvSpPr>
            <a:spLocks xmlns:a="http://schemas.openxmlformats.org/drawingml/2006/main" noGrp="1"/>
          </p:cNvSpPr>
          <p:nvPr/>
        </p:nvSpPr>
        <p:spPr>
          <a:xfrm xmlns:a="http://schemas.openxmlformats.org/drawingml/2006/main">
            <a:off x="8446257" y="4923697"/>
            <a:ext cx="377893"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F5F0E8"/>
                </a:solidFill>
                <a:latin typeface="Arial"/>
                <a:ea typeface="Arial"/>
                <a:cs typeface="Arial"/>
              </a:defRPr>
            </a:defPPr>
          </a:lstStyle>
          <a:p xmlns:a="http://schemas.openxmlformats.org/drawingml/2006/main">
            <a:pPr>
              <a:defRPr sz="731" b="1" i="0">
                <a:solidFill>
                  <a:srgbClr val="F5F0E8"/>
                </a:solidFill>
                <a:latin typeface="Arial"/>
                <a:ea typeface="Arial"/>
                <a:cs typeface="Arial"/>
              </a:defRPr>
            </a:pPr>
            <a:r>
              <a:rPr sz="731" b="1" i="0">
                <a:solidFill>
                  <a:srgbClr val="F5F0E8"/>
                </a:solidFill>
                <a:latin typeface="Arial"/>
                <a:ea typeface="Arial"/>
                <a:cs typeface="Arial"/>
              </a:rPr>
              <a:t>10 / 5.5</a:t>
            </a:r>
          </a:p>
        </p:txBody>
      </p:sp>
    </p:spTree>
    <p:extLst>
      <p:ext uri="{BB962C8B-B14F-4D97-AF65-F5344CB8AC3E}">
        <p14:creationId xmlns:p14="http://schemas.microsoft.com/office/powerpoint/2010/main" val="146656944"/>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pic>
        <p:nvPicPr>
          <p:cNvPr id="18" name="">
            <a:extLst xmlns:a="http://schemas.openxmlformats.org/drawingml/2006/main">
              <a:ext uri="{FF2B5EF4-FFF2-40B4-BE49-F238E27FC236}">
                <a16:creationId xmlns:a16="http://schemas.microsoft.com/office/drawing/2014/main" id="{7DEC084A-5D8B-435C-861C-7ADD1B1D22E7}"/>
              </a:ext>
            </a:extLst>
          </p:cNvPr>
          <p:cNvPicPr>
            <a:picLocks xmlns:a="http://schemas.openxmlformats.org/drawingml/2006/main" noChangeAspect="1"/>
          </p:cNvPicPr>
          <p:nvPr/>
        </p:nvPicPr>
        <p:blipFill>
          <a:blip xmlns:r="http://schemas.openxmlformats.org/officeDocument/2006/relationships" xmlns:a="http://schemas.openxmlformats.org/drawingml/2006/main" r:embed="R79875f5917774b4c"/>
          <a:stretch xmlns:a="http://schemas.openxmlformats.org/drawingml/2006/main"/>
        </p:blipFill>
        <p:spPr>
          <a:xfrm xmlns:a="http://schemas.openxmlformats.org/drawingml/2006/main">
            <a:off x="0" y="0"/>
            <a:ext cx="9324594" cy="5248656"/>
          </a:xfrm>
          <a:prstGeom xmlns:a="http://schemas.openxmlformats.org/drawingml/2006/main" prst="rect">
            <a:avLst/>
          </a:prstGeom>
        </p:spPr>
      </p:pic>
      <p:sp>
        <p:nvSpPr>
          <p:cNvPr id="2" name="text-11-0">
            <a:extLst xmlns:a="http://schemas.openxmlformats.org/drawingml/2006/main">
              <a:ext uri="{FF2B5EF4-FFF2-40B4-BE49-F238E27FC236}">
                <a16:creationId xmlns:a16="http://schemas.microsoft.com/office/drawing/2014/main" id="{762F0640-5D6E-4F95-8670-EC06389C7BD7}"/>
              </a:ext>
            </a:extLst>
          </p:cNvPr>
          <p:cNvSpPr>
            <a:spLocks xmlns:a="http://schemas.openxmlformats.org/drawingml/2006/main" noGrp="1"/>
          </p:cNvSpPr>
          <p:nvPr/>
        </p:nvSpPr>
        <p:spPr>
          <a:xfrm xmlns:a="http://schemas.openxmlformats.org/drawingml/2006/main">
            <a:off x="532209" y="382979"/>
            <a:ext cx="2846411" cy="1518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956" b="1" i="0">
                <a:solidFill>
                  <a:srgbClr val="F5F0E8"/>
                </a:solidFill>
                <a:latin typeface="Arial"/>
                <a:ea typeface="Arial"/>
                <a:cs typeface="Arial"/>
              </a:defRPr>
            </a:defPPr>
          </a:lstStyle>
          <a:p xmlns:a="http://schemas.openxmlformats.org/drawingml/2006/main">
            <a:pPr>
              <a:defRPr sz="956" b="1" i="0">
                <a:solidFill>
                  <a:srgbClr val="F5F0E8"/>
                </a:solidFill>
                <a:latin typeface="Arial"/>
                <a:ea typeface="Arial"/>
                <a:cs typeface="Arial"/>
              </a:defRPr>
            </a:pPr>
            <a:r>
              <a:rPr sz="956" b="1" i="0">
                <a:solidFill>
                  <a:srgbClr val="F5F0E8"/>
                </a:solidFill>
                <a:latin typeface="Arial"/>
                <a:ea typeface="Arial"/>
                <a:cs typeface="Arial"/>
              </a:rPr>
              <a:t>03 / IMPACTO · CAPACIDAD OPERATIVA</a:t>
            </a:r>
          </a:p>
        </p:txBody>
      </p:sp>
      <p:sp>
        <p:nvSpPr>
          <p:cNvPr id="3" name="text-11-1">
            <a:extLst xmlns:a="http://schemas.openxmlformats.org/drawingml/2006/main">
              <a:ext uri="{FF2B5EF4-FFF2-40B4-BE49-F238E27FC236}">
                <a16:creationId xmlns:a16="http://schemas.microsoft.com/office/drawing/2014/main" id="{5A4CA2AB-358A-4E7A-81D2-A78FE2FF699F}"/>
              </a:ext>
            </a:extLst>
          </p:cNvPr>
          <p:cNvSpPr>
            <a:spLocks xmlns:a="http://schemas.openxmlformats.org/drawingml/2006/main" noGrp="1"/>
          </p:cNvSpPr>
          <p:nvPr/>
        </p:nvSpPr>
        <p:spPr>
          <a:xfrm xmlns:a="http://schemas.openxmlformats.org/drawingml/2006/main">
            <a:off x="532209" y="611335"/>
            <a:ext cx="4588808" cy="144660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9113" b="0" i="0">
                <a:solidFill>
                  <a:srgbClr val="F5F0E8"/>
                </a:solidFill>
                <a:latin typeface="Impact"/>
                <a:ea typeface="Impact"/>
                <a:cs typeface="Impact"/>
              </a:defRPr>
            </a:defPPr>
          </a:lstStyle>
          <a:p xmlns:a="http://schemas.openxmlformats.org/drawingml/2006/main">
            <a:pPr>
              <a:defRPr sz="9113" b="0" i="0">
                <a:solidFill>
                  <a:srgbClr val="F5F0E8"/>
                </a:solidFill>
                <a:latin typeface="Impact"/>
                <a:ea typeface="Impact"/>
                <a:cs typeface="Impact"/>
              </a:defRPr>
            </a:pPr>
            <a:r>
              <a:rPr sz="9113" b="0" i="0">
                <a:solidFill>
                  <a:srgbClr val="F5F0E8"/>
                </a:solidFill>
                <a:latin typeface="Impact"/>
                <a:ea typeface="Impact"/>
                <a:cs typeface="Impact"/>
              </a:rPr>
              <a:t>S/109.200</a:t>
            </a:r>
          </a:p>
        </p:txBody>
      </p:sp>
      <p:sp>
        <p:nvSpPr>
          <p:cNvPr id="4" name="text-11-2">
            <a:extLst xmlns:a="http://schemas.openxmlformats.org/drawingml/2006/main">
              <a:ext uri="{FF2B5EF4-FFF2-40B4-BE49-F238E27FC236}">
                <a16:creationId xmlns:a16="http://schemas.microsoft.com/office/drawing/2014/main" id="{427C8F66-7288-4640-A332-5A313FFFE7D7}"/>
              </a:ext>
            </a:extLst>
          </p:cNvPr>
          <p:cNvSpPr>
            <a:spLocks xmlns:a="http://schemas.openxmlformats.org/drawingml/2006/main" noGrp="1"/>
          </p:cNvSpPr>
          <p:nvPr/>
        </p:nvSpPr>
        <p:spPr>
          <a:xfrm xmlns:a="http://schemas.openxmlformats.org/drawingml/2006/main">
            <a:off x="532209" y="2003557"/>
            <a:ext cx="4176265" cy="23217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463" b="1" i="0">
                <a:solidFill>
                  <a:srgbClr val="F5F0E8"/>
                </a:solidFill>
                <a:latin typeface="Arial"/>
                <a:ea typeface="Arial"/>
                <a:cs typeface="Arial"/>
              </a:defRPr>
            </a:defPPr>
          </a:lstStyle>
          <a:p xmlns:a="http://schemas.openxmlformats.org/drawingml/2006/main">
            <a:pPr>
              <a:defRPr sz="1463" b="1" i="0">
                <a:solidFill>
                  <a:srgbClr val="F5F0E8"/>
                </a:solidFill>
                <a:latin typeface="Arial"/>
                <a:ea typeface="Arial"/>
                <a:cs typeface="Arial"/>
              </a:defRPr>
            </a:pPr>
            <a:r>
              <a:rPr sz="1463" b="1" i="0">
                <a:solidFill>
                  <a:srgbClr val="F5F0E8"/>
                </a:solidFill>
                <a:latin typeface="Arial"/>
                <a:ea typeface="Arial"/>
                <a:cs typeface="Arial"/>
              </a:rPr>
              <a:t>AL AÑO DE AHORRO OPERATIVO POTENCIAL</a:t>
            </a:r>
          </a:p>
        </p:txBody>
      </p:sp>
      <p:sp>
        <p:nvSpPr>
          <p:cNvPr id="5" name="text-11-3">
            <a:extLst xmlns:a="http://schemas.openxmlformats.org/drawingml/2006/main">
              <a:ext uri="{FF2B5EF4-FFF2-40B4-BE49-F238E27FC236}">
                <a16:creationId xmlns:a16="http://schemas.microsoft.com/office/drawing/2014/main" id="{1AD9959E-753F-4BC0-BCFB-84CA2A7C3EA8}"/>
              </a:ext>
            </a:extLst>
          </p:cNvPr>
          <p:cNvSpPr>
            <a:spLocks xmlns:a="http://schemas.openxmlformats.org/drawingml/2006/main" noGrp="1"/>
          </p:cNvSpPr>
          <p:nvPr/>
        </p:nvSpPr>
        <p:spPr>
          <a:xfrm xmlns:a="http://schemas.openxmlformats.org/drawingml/2006/main">
            <a:off x="532209" y="2674762"/>
            <a:ext cx="889954" cy="5893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3713" b="0" i="0">
                <a:solidFill>
                  <a:srgbClr val="F5F0E8"/>
                </a:solidFill>
                <a:latin typeface="Impact"/>
                <a:ea typeface="Impact"/>
                <a:cs typeface="Impact"/>
              </a:defRPr>
            </a:defPPr>
          </a:lstStyle>
          <a:p xmlns:a="http://schemas.openxmlformats.org/drawingml/2006/main">
            <a:pPr>
              <a:defRPr sz="3713" b="0" i="0">
                <a:solidFill>
                  <a:srgbClr val="F5F0E8"/>
                </a:solidFill>
                <a:latin typeface="Impact"/>
                <a:ea typeface="Impact"/>
                <a:cs typeface="Impact"/>
              </a:defRPr>
            </a:pPr>
            <a:r>
              <a:rPr sz="3713" b="0" i="0">
                <a:solidFill>
                  <a:srgbClr val="F5F0E8"/>
                </a:solidFill>
                <a:latin typeface="Impact"/>
                <a:ea typeface="Impact"/>
                <a:cs typeface="Impact"/>
              </a:rPr>
              <a:t>6 a 3</a:t>
            </a:r>
          </a:p>
        </p:txBody>
      </p:sp>
      <p:sp>
        <p:nvSpPr>
          <p:cNvPr id="6" name="text-11-4">
            <a:extLst xmlns:a="http://schemas.openxmlformats.org/drawingml/2006/main">
              <a:ext uri="{FF2B5EF4-FFF2-40B4-BE49-F238E27FC236}">
                <a16:creationId xmlns:a16="http://schemas.microsoft.com/office/drawing/2014/main" id="{1D00DEDC-17C1-4B61-9502-D74F20A7F436}"/>
              </a:ext>
            </a:extLst>
          </p:cNvPr>
          <p:cNvSpPr>
            <a:spLocks xmlns:a="http://schemas.openxmlformats.org/drawingml/2006/main" noGrp="1"/>
          </p:cNvSpPr>
          <p:nvPr/>
        </p:nvSpPr>
        <p:spPr>
          <a:xfrm xmlns:a="http://schemas.openxmlformats.org/drawingml/2006/main">
            <a:off x="532209" y="3293192"/>
            <a:ext cx="1989243" cy="18752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181" b="0" i="0">
                <a:solidFill>
                  <a:srgbClr val="F5F0E8"/>
                </a:solidFill>
                <a:latin typeface="Arial"/>
                <a:ea typeface="Arial"/>
                <a:cs typeface="Arial"/>
              </a:defRPr>
            </a:defPPr>
          </a:lstStyle>
          <a:p xmlns:a="http://schemas.openxmlformats.org/drawingml/2006/main">
            <a:pPr>
              <a:defRPr sz="1181" b="0" i="0">
                <a:solidFill>
                  <a:srgbClr val="F5F0E8"/>
                </a:solidFill>
                <a:latin typeface="Arial"/>
                <a:ea typeface="Arial"/>
                <a:cs typeface="Arial"/>
              </a:defRPr>
            </a:pPr>
            <a:r>
              <a:rPr sz="1181" b="0" i="0">
                <a:solidFill>
                  <a:srgbClr val="F5F0E8"/>
                </a:solidFill>
                <a:latin typeface="Arial"/>
                <a:ea typeface="Arial"/>
                <a:cs typeface="Arial"/>
              </a:rPr>
              <a:t>ventas · dedicación operativa</a:t>
            </a:r>
          </a:p>
        </p:txBody>
      </p:sp>
      <p:sp>
        <p:nvSpPr>
          <p:cNvPr id="7" name="text-11-5">
            <a:extLst xmlns:a="http://schemas.openxmlformats.org/drawingml/2006/main">
              <a:ext uri="{FF2B5EF4-FFF2-40B4-BE49-F238E27FC236}">
                <a16:creationId xmlns:a16="http://schemas.microsoft.com/office/drawing/2014/main" id="{D2B52735-3F89-4635-B3F8-990E7D9E0EAB}"/>
              </a:ext>
            </a:extLst>
          </p:cNvPr>
          <p:cNvSpPr>
            <a:spLocks xmlns:a="http://schemas.openxmlformats.org/drawingml/2006/main" noGrp="1"/>
          </p:cNvSpPr>
          <p:nvPr/>
        </p:nvSpPr>
        <p:spPr>
          <a:xfrm xmlns:a="http://schemas.openxmlformats.org/drawingml/2006/main">
            <a:off x="532209" y="3507505"/>
            <a:ext cx="805296" cy="18752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181" b="0" i="0">
                <a:solidFill>
                  <a:srgbClr val="F5F0E8"/>
                </a:solidFill>
                <a:latin typeface="Arial"/>
                <a:ea typeface="Arial"/>
                <a:cs typeface="Arial"/>
              </a:defRPr>
            </a:defPPr>
          </a:lstStyle>
          <a:p xmlns:a="http://schemas.openxmlformats.org/drawingml/2006/main">
            <a:pPr>
              <a:defRPr sz="1181" b="0" i="0">
                <a:solidFill>
                  <a:srgbClr val="F5F0E8"/>
                </a:solidFill>
                <a:latin typeface="Arial"/>
                <a:ea typeface="Arial"/>
                <a:cs typeface="Arial"/>
              </a:defRPr>
            </a:pPr>
            <a:r>
              <a:rPr sz="1181" b="0" i="0">
                <a:solidFill>
                  <a:srgbClr val="F5F0E8"/>
                </a:solidFill>
                <a:latin typeface="Arial"/>
                <a:ea typeface="Arial"/>
                <a:cs typeface="Arial"/>
              </a:rPr>
              <a:t>equivalente</a:t>
            </a:r>
          </a:p>
        </p:txBody>
      </p:sp>
      <p:sp>
        <p:nvSpPr>
          <p:cNvPr id="8" name="text-11-6">
            <a:extLst xmlns:a="http://schemas.openxmlformats.org/drawingml/2006/main">
              <a:ext uri="{FF2B5EF4-FFF2-40B4-BE49-F238E27FC236}">
                <a16:creationId xmlns:a16="http://schemas.microsoft.com/office/drawing/2014/main" id="{21535D7D-9ED7-4930-AB8B-2F37FA4D29DB}"/>
              </a:ext>
            </a:extLst>
          </p:cNvPr>
          <p:cNvSpPr>
            <a:spLocks xmlns:a="http://schemas.openxmlformats.org/drawingml/2006/main" noGrp="1"/>
          </p:cNvSpPr>
          <p:nvPr/>
        </p:nvSpPr>
        <p:spPr>
          <a:xfrm xmlns:a="http://schemas.openxmlformats.org/drawingml/2006/main">
            <a:off x="3206651" y="2674762"/>
            <a:ext cx="814407" cy="5893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3713" b="0" i="0">
                <a:solidFill>
                  <a:srgbClr val="F5F0E8"/>
                </a:solidFill>
                <a:latin typeface="Impact"/>
                <a:ea typeface="Impact"/>
                <a:cs typeface="Impact"/>
              </a:defRPr>
            </a:defPPr>
          </a:lstStyle>
          <a:p xmlns:a="http://schemas.openxmlformats.org/drawingml/2006/main">
            <a:pPr>
              <a:defRPr sz="3713" b="0" i="0">
                <a:solidFill>
                  <a:srgbClr val="F5F0E8"/>
                </a:solidFill>
                <a:latin typeface="Impact"/>
                <a:ea typeface="Impact"/>
                <a:cs typeface="Impact"/>
              </a:defRPr>
            </a:pPr>
            <a:r>
              <a:rPr sz="3713" b="0" i="0">
                <a:solidFill>
                  <a:srgbClr val="F5F0E8"/>
                </a:solidFill>
                <a:latin typeface="Impact"/>
                <a:ea typeface="Impact"/>
                <a:cs typeface="Impact"/>
              </a:rPr>
              <a:t>3 a 1</a:t>
            </a:r>
          </a:p>
        </p:txBody>
      </p:sp>
      <p:sp>
        <p:nvSpPr>
          <p:cNvPr id="9" name="text-11-7">
            <a:extLst xmlns:a="http://schemas.openxmlformats.org/drawingml/2006/main">
              <a:ext uri="{FF2B5EF4-FFF2-40B4-BE49-F238E27FC236}">
                <a16:creationId xmlns:a16="http://schemas.microsoft.com/office/drawing/2014/main" id="{EE3C9498-F7AD-4F66-B4B2-690C52DB1BEF}"/>
              </a:ext>
            </a:extLst>
          </p:cNvPr>
          <p:cNvSpPr>
            <a:spLocks xmlns:a="http://schemas.openxmlformats.org/drawingml/2006/main" noGrp="1"/>
          </p:cNvSpPr>
          <p:nvPr/>
        </p:nvSpPr>
        <p:spPr>
          <a:xfrm xmlns:a="http://schemas.openxmlformats.org/drawingml/2006/main">
            <a:off x="3206651" y="3293192"/>
            <a:ext cx="2347791" cy="18752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181" b="0" i="0">
                <a:solidFill>
                  <a:srgbClr val="F5F0E8"/>
                </a:solidFill>
                <a:latin typeface="Arial"/>
                <a:ea typeface="Arial"/>
                <a:cs typeface="Arial"/>
              </a:defRPr>
            </a:defPPr>
          </a:lstStyle>
          <a:p xmlns:a="http://schemas.openxmlformats.org/drawingml/2006/main">
            <a:pPr>
              <a:defRPr sz="1181" b="0" i="0">
                <a:solidFill>
                  <a:srgbClr val="F5F0E8"/>
                </a:solidFill>
                <a:latin typeface="Arial"/>
                <a:ea typeface="Arial"/>
                <a:cs typeface="Arial"/>
              </a:defRPr>
            </a:pPr>
            <a:r>
              <a:rPr sz="1181" b="0" i="0">
                <a:solidFill>
                  <a:srgbClr val="F5F0E8"/>
                </a:solidFill>
                <a:latin typeface="Arial"/>
                <a:ea typeface="Arial"/>
                <a:cs typeface="Arial"/>
              </a:rPr>
              <a:t>contabilidad · dedicación operativa</a:t>
            </a:r>
          </a:p>
        </p:txBody>
      </p:sp>
      <p:sp>
        <p:nvSpPr>
          <p:cNvPr id="10" name="text-11-8">
            <a:extLst xmlns:a="http://schemas.openxmlformats.org/drawingml/2006/main">
              <a:ext uri="{FF2B5EF4-FFF2-40B4-BE49-F238E27FC236}">
                <a16:creationId xmlns:a16="http://schemas.microsoft.com/office/drawing/2014/main" id="{ABE955C6-A95A-4601-AEF7-562588329680}"/>
              </a:ext>
            </a:extLst>
          </p:cNvPr>
          <p:cNvSpPr>
            <a:spLocks xmlns:a="http://schemas.openxmlformats.org/drawingml/2006/main" noGrp="1"/>
          </p:cNvSpPr>
          <p:nvPr/>
        </p:nvSpPr>
        <p:spPr>
          <a:xfrm xmlns:a="http://schemas.openxmlformats.org/drawingml/2006/main">
            <a:off x="3206651" y="3507505"/>
            <a:ext cx="805296" cy="18752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181" b="0" i="0">
                <a:solidFill>
                  <a:srgbClr val="F5F0E8"/>
                </a:solidFill>
                <a:latin typeface="Arial"/>
                <a:ea typeface="Arial"/>
                <a:cs typeface="Arial"/>
              </a:defRPr>
            </a:defPPr>
          </a:lstStyle>
          <a:p xmlns:a="http://schemas.openxmlformats.org/drawingml/2006/main">
            <a:pPr>
              <a:defRPr sz="1181" b="0" i="0">
                <a:solidFill>
                  <a:srgbClr val="F5F0E8"/>
                </a:solidFill>
                <a:latin typeface="Arial"/>
                <a:ea typeface="Arial"/>
                <a:cs typeface="Arial"/>
              </a:defRPr>
            </a:pPr>
            <a:r>
              <a:rPr sz="1181" b="0" i="0">
                <a:solidFill>
                  <a:srgbClr val="F5F0E8"/>
                </a:solidFill>
                <a:latin typeface="Arial"/>
                <a:ea typeface="Arial"/>
                <a:cs typeface="Arial"/>
              </a:rPr>
              <a:t>equivalente</a:t>
            </a:r>
          </a:p>
        </p:txBody>
      </p:sp>
      <p:sp>
        <p:nvSpPr>
          <p:cNvPr id="11" name="text-11-9">
            <a:extLst xmlns:a="http://schemas.openxmlformats.org/drawingml/2006/main">
              <a:ext uri="{FF2B5EF4-FFF2-40B4-BE49-F238E27FC236}">
                <a16:creationId xmlns:a16="http://schemas.microsoft.com/office/drawing/2014/main" id="{9D82495B-50B6-45D4-9EEC-CB07024B15F7}"/>
              </a:ext>
            </a:extLst>
          </p:cNvPr>
          <p:cNvSpPr>
            <a:spLocks xmlns:a="http://schemas.openxmlformats.org/drawingml/2006/main" noGrp="1"/>
          </p:cNvSpPr>
          <p:nvPr/>
        </p:nvSpPr>
        <p:spPr>
          <a:xfrm xmlns:a="http://schemas.openxmlformats.org/drawingml/2006/main">
            <a:off x="5881092" y="2674762"/>
            <a:ext cx="1410056" cy="5893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3713" b="0" i="0">
                <a:solidFill>
                  <a:srgbClr val="FF4053"/>
                </a:solidFill>
                <a:latin typeface="Impact"/>
                <a:ea typeface="Impact"/>
                <a:cs typeface="Impact"/>
              </a:defRPr>
            </a:defPPr>
          </a:lstStyle>
          <a:p xmlns:a="http://schemas.openxmlformats.org/drawingml/2006/main">
            <a:pPr>
              <a:defRPr sz="3713" b="0" i="0">
                <a:solidFill>
                  <a:srgbClr val="FF4053"/>
                </a:solidFill>
                <a:latin typeface="Impact"/>
                <a:ea typeface="Impact"/>
                <a:cs typeface="Impact"/>
              </a:defRPr>
            </a:pPr>
            <a:r>
              <a:rPr sz="3713" b="0" i="0">
                <a:solidFill>
                  <a:srgbClr val="FF4053"/>
                </a:solidFill>
                <a:latin typeface="Impact"/>
                <a:ea typeface="Impact"/>
                <a:cs typeface="Impact"/>
              </a:rPr>
              <a:t>S/9.100</a:t>
            </a:r>
          </a:p>
        </p:txBody>
      </p:sp>
      <p:sp>
        <p:nvSpPr>
          <p:cNvPr id="12" name="text-11-10">
            <a:extLst xmlns:a="http://schemas.openxmlformats.org/drawingml/2006/main">
              <a:ext uri="{FF2B5EF4-FFF2-40B4-BE49-F238E27FC236}">
                <a16:creationId xmlns:a16="http://schemas.microsoft.com/office/drawing/2014/main" id="{C6020298-2BEA-4D20-A46E-97ABFB5771EB}"/>
              </a:ext>
            </a:extLst>
          </p:cNvPr>
          <p:cNvSpPr>
            <a:spLocks xmlns:a="http://schemas.openxmlformats.org/drawingml/2006/main" noGrp="1"/>
          </p:cNvSpPr>
          <p:nvPr/>
        </p:nvSpPr>
        <p:spPr>
          <a:xfrm xmlns:a="http://schemas.openxmlformats.org/drawingml/2006/main">
            <a:off x="5881092" y="3293192"/>
            <a:ext cx="2547767" cy="18752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181" b="0" i="0">
                <a:solidFill>
                  <a:srgbClr val="F5F0E8"/>
                </a:solidFill>
                <a:latin typeface="Arial"/>
                <a:ea typeface="Arial"/>
                <a:cs typeface="Arial"/>
              </a:defRPr>
            </a:defPPr>
          </a:lstStyle>
          <a:p xmlns:a="http://schemas.openxmlformats.org/drawingml/2006/main">
            <a:pPr>
              <a:defRPr sz="1181" b="0" i="0">
                <a:solidFill>
                  <a:srgbClr val="F5F0E8"/>
                </a:solidFill>
                <a:latin typeface="Arial"/>
                <a:ea typeface="Arial"/>
                <a:cs typeface="Arial"/>
              </a:defRPr>
            </a:pPr>
            <a:r>
              <a:rPr sz="1181" b="0" i="0">
                <a:solidFill>
                  <a:srgbClr val="F5F0E8"/>
                </a:solidFill>
                <a:latin typeface="Arial"/>
                <a:ea typeface="Arial"/>
                <a:cs typeface="Arial"/>
              </a:rPr>
              <a:t>valor mensual del tiempo y capacidad</a:t>
            </a:r>
          </a:p>
        </p:txBody>
      </p:sp>
      <p:sp>
        <p:nvSpPr>
          <p:cNvPr id="13" name="text-11-11">
            <a:extLst xmlns:a="http://schemas.openxmlformats.org/drawingml/2006/main">
              <a:ext uri="{FF2B5EF4-FFF2-40B4-BE49-F238E27FC236}">
                <a16:creationId xmlns:a16="http://schemas.microsoft.com/office/drawing/2014/main" id="{3BE538A0-EBE6-407B-B487-FE433286198B}"/>
              </a:ext>
            </a:extLst>
          </p:cNvPr>
          <p:cNvSpPr>
            <a:spLocks xmlns:a="http://schemas.openxmlformats.org/drawingml/2006/main" noGrp="1"/>
          </p:cNvSpPr>
          <p:nvPr/>
        </p:nvSpPr>
        <p:spPr>
          <a:xfrm xmlns:a="http://schemas.openxmlformats.org/drawingml/2006/main">
            <a:off x="5881092" y="3507505"/>
            <a:ext cx="646727" cy="18752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181" b="0" i="0">
                <a:solidFill>
                  <a:srgbClr val="F5F0E8"/>
                </a:solidFill>
                <a:latin typeface="Arial"/>
                <a:ea typeface="Arial"/>
                <a:cs typeface="Arial"/>
              </a:defRPr>
            </a:defPPr>
          </a:lstStyle>
          <a:p xmlns:a="http://schemas.openxmlformats.org/drawingml/2006/main">
            <a:pPr>
              <a:defRPr sz="1181" b="0" i="0">
                <a:solidFill>
                  <a:srgbClr val="F5F0E8"/>
                </a:solidFill>
                <a:latin typeface="Arial"/>
                <a:ea typeface="Arial"/>
                <a:cs typeface="Arial"/>
              </a:defRPr>
            </a:pPr>
            <a:r>
              <a:rPr sz="1181" b="0" i="0">
                <a:solidFill>
                  <a:srgbClr val="F5F0E8"/>
                </a:solidFill>
                <a:latin typeface="Arial"/>
                <a:ea typeface="Arial"/>
                <a:cs typeface="Arial"/>
              </a:rPr>
              <a:t>liberados</a:t>
            </a:r>
          </a:p>
        </p:txBody>
      </p:sp>
      <p:sp>
        <p:nvSpPr>
          <p:cNvPr id="14" name="text-11-12">
            <a:extLst xmlns:a="http://schemas.openxmlformats.org/drawingml/2006/main">
              <a:ext uri="{FF2B5EF4-FFF2-40B4-BE49-F238E27FC236}">
                <a16:creationId xmlns:a16="http://schemas.microsoft.com/office/drawing/2014/main" id="{6D91763C-90F1-4020-84AC-985652D4B355}"/>
              </a:ext>
            </a:extLst>
          </p:cNvPr>
          <p:cNvSpPr>
            <a:spLocks xmlns:a="http://schemas.openxmlformats.org/drawingml/2006/main" noGrp="1"/>
          </p:cNvSpPr>
          <p:nvPr/>
        </p:nvSpPr>
        <p:spPr>
          <a:xfrm xmlns:a="http://schemas.openxmlformats.org/drawingml/2006/main">
            <a:off x="532209" y="3940190"/>
            <a:ext cx="5076994" cy="24110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519" b="0" i="0">
                <a:solidFill>
                  <a:srgbClr val="F5F0E8"/>
                </a:solidFill>
                <a:latin typeface="Arial"/>
                <a:ea typeface="Arial"/>
                <a:cs typeface="Arial"/>
              </a:defRPr>
            </a:defPPr>
          </a:lstStyle>
          <a:p xmlns:a="http://schemas.openxmlformats.org/drawingml/2006/main">
            <a:pPr>
              <a:defRPr sz="1519" b="0" i="0">
                <a:solidFill>
                  <a:srgbClr val="F5F0E8"/>
                </a:solidFill>
                <a:latin typeface="Arial"/>
                <a:ea typeface="Arial"/>
                <a:cs typeface="Arial"/>
              </a:defRPr>
            </a:pPr>
            <a:r>
              <a:rPr sz="1519" b="0" i="0">
                <a:solidFill>
                  <a:srgbClr val="F5F0E8"/>
                </a:solidFill>
                <a:latin typeface="Arial"/>
                <a:ea typeface="Arial"/>
                <a:cs typeface="Arial"/>
              </a:rPr>
              <a:t>Más capacidad para captar, capacitar y hacer seguimiento.</a:t>
            </a:r>
          </a:p>
        </p:txBody>
      </p:sp>
      <p:sp>
        <p:nvSpPr>
          <p:cNvPr id="15" name="text-11-13">
            <a:extLst xmlns:a="http://schemas.openxmlformats.org/drawingml/2006/main">
              <a:ext uri="{FF2B5EF4-FFF2-40B4-BE49-F238E27FC236}">
                <a16:creationId xmlns:a16="http://schemas.microsoft.com/office/drawing/2014/main" id="{6D59148F-F304-4F77-A39B-4670729022BE}"/>
              </a:ext>
            </a:extLst>
          </p:cNvPr>
          <p:cNvSpPr>
            <a:spLocks xmlns:a="http://schemas.openxmlformats.org/drawingml/2006/main" noGrp="1"/>
          </p:cNvSpPr>
          <p:nvPr/>
        </p:nvSpPr>
        <p:spPr>
          <a:xfrm xmlns:a="http://schemas.openxmlformats.org/drawingml/2006/main">
            <a:off x="532209" y="4603582"/>
            <a:ext cx="6864313" cy="13394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844" b="0" i="0">
                <a:solidFill>
                  <a:srgbClr val="F5F0E8"/>
                </a:solidFill>
                <a:latin typeface="Arial"/>
                <a:ea typeface="Arial"/>
                <a:cs typeface="Arial"/>
              </a:defRPr>
            </a:defPPr>
          </a:lstStyle>
          <a:p xmlns:a="http://schemas.openxmlformats.org/drawingml/2006/main">
            <a:pPr>
              <a:defRPr sz="844" b="0" i="0">
                <a:solidFill>
                  <a:srgbClr val="F5F0E8"/>
                </a:solidFill>
                <a:latin typeface="Arial"/>
                <a:ea typeface="Arial"/>
                <a:cs typeface="Arial"/>
              </a:defRPr>
            </a:pPr>
            <a:r>
              <a:rPr sz="844" b="0" i="0">
                <a:solidFill>
                  <a:srgbClr val="F5F0E8"/>
                </a:solidFill>
                <a:latin typeface="Arial"/>
                <a:ea typeface="Arial"/>
                <a:cs typeface="Arial"/>
              </a:rPr>
              <a:t>Equivalente salarial bruto del escenario, no ahorro de caja ejecutado. Reasignar tiempo a otras tareas. Antes de tecnología, cargas y transición.</a:t>
            </a:r>
          </a:p>
        </p:txBody>
      </p:sp>
      <p:sp>
        <p:nvSpPr>
          <p:cNvPr id="16" name="text-11-14">
            <a:extLst xmlns:a="http://schemas.openxmlformats.org/drawingml/2006/main">
              <a:ext uri="{FF2B5EF4-FFF2-40B4-BE49-F238E27FC236}">
                <a16:creationId xmlns:a16="http://schemas.microsoft.com/office/drawing/2014/main" id="{C8BA4985-8D80-42CB-B840-FF1603374128}"/>
              </a:ext>
            </a:extLst>
          </p:cNvPr>
          <p:cNvSpPr>
            <a:spLocks xmlns:a="http://schemas.openxmlformats.org/drawingml/2006/main" noGrp="1"/>
          </p:cNvSpPr>
          <p:nvPr/>
        </p:nvSpPr>
        <p:spPr>
          <a:xfrm xmlns:a="http://schemas.openxmlformats.org/drawingml/2006/main">
            <a:off x="532209" y="4923697"/>
            <a:ext cx="2632040"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F5F0E8"/>
                </a:solidFill>
                <a:latin typeface="Arial"/>
                <a:ea typeface="Arial"/>
                <a:cs typeface="Arial"/>
              </a:defRPr>
            </a:defPPr>
          </a:lstStyle>
          <a:p xmlns:a="http://schemas.openxmlformats.org/drawingml/2006/main">
            <a:pPr>
              <a:defRPr sz="731" b="1" i="0">
                <a:solidFill>
                  <a:srgbClr val="F5F0E8"/>
                </a:solidFill>
                <a:latin typeface="Arial"/>
                <a:ea typeface="Arial"/>
                <a:cs typeface="Arial"/>
              </a:defRPr>
            </a:pPr>
            <a:r>
              <a:rPr sz="731" b="1" i="0">
                <a:solidFill>
                  <a:srgbClr val="F5F0E8"/>
                </a:solidFill>
                <a:latin typeface="Arial"/>
                <a:ea typeface="Arial"/>
                <a:cs typeface="Arial"/>
              </a:rPr>
              <a:t>03 / IMPACTO · CAPACIDAD OPERATIVA / OMNI by 5.5</a:t>
            </a:r>
          </a:p>
        </p:txBody>
      </p:sp>
      <p:sp>
        <p:nvSpPr>
          <p:cNvPr id="17" name="text-11-15">
            <a:extLst xmlns:a="http://schemas.openxmlformats.org/drawingml/2006/main">
              <a:ext uri="{FF2B5EF4-FFF2-40B4-BE49-F238E27FC236}">
                <a16:creationId xmlns:a16="http://schemas.microsoft.com/office/drawing/2014/main" id="{767801F2-AA71-483E-A290-F31BE8FCC675}"/>
              </a:ext>
            </a:extLst>
          </p:cNvPr>
          <p:cNvSpPr>
            <a:spLocks xmlns:a="http://schemas.openxmlformats.org/drawingml/2006/main" noGrp="1"/>
          </p:cNvSpPr>
          <p:nvPr/>
        </p:nvSpPr>
        <p:spPr>
          <a:xfrm xmlns:a="http://schemas.openxmlformats.org/drawingml/2006/main">
            <a:off x="8451391" y="4923697"/>
            <a:ext cx="372769"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F5F0E8"/>
                </a:solidFill>
                <a:latin typeface="Arial"/>
                <a:ea typeface="Arial"/>
                <a:cs typeface="Arial"/>
              </a:defRPr>
            </a:defPPr>
          </a:lstStyle>
          <a:p xmlns:a="http://schemas.openxmlformats.org/drawingml/2006/main">
            <a:pPr>
              <a:defRPr sz="731" b="1" i="0">
                <a:solidFill>
                  <a:srgbClr val="F5F0E8"/>
                </a:solidFill>
                <a:latin typeface="Arial"/>
                <a:ea typeface="Arial"/>
                <a:cs typeface="Arial"/>
              </a:defRPr>
            </a:pPr>
            <a:r>
              <a:rPr sz="731" b="1" i="0">
                <a:solidFill>
                  <a:srgbClr val="F5F0E8"/>
                </a:solidFill>
                <a:latin typeface="Arial"/>
                <a:ea typeface="Arial"/>
                <a:cs typeface="Arial"/>
              </a:rPr>
              <a:t>11 / 5.5</a:t>
            </a:r>
          </a:p>
        </p:txBody>
      </p:sp>
    </p:spTree>
    <p:extLst>
      <p:ext uri="{BB962C8B-B14F-4D97-AF65-F5344CB8AC3E}">
        <p14:creationId xmlns:p14="http://schemas.microsoft.com/office/powerpoint/2010/main" val="1763303696"/>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pic>
        <p:nvPicPr>
          <p:cNvPr id="24" name="">
            <a:extLst xmlns:a="http://schemas.openxmlformats.org/drawingml/2006/main">
              <a:ext uri="{FF2B5EF4-FFF2-40B4-BE49-F238E27FC236}">
                <a16:creationId xmlns:a16="http://schemas.microsoft.com/office/drawing/2014/main" id="{09C15442-ACF7-43EA-93B3-BC75B63386DE}"/>
              </a:ext>
            </a:extLst>
          </p:cNvPr>
          <p:cNvPicPr>
            <a:picLocks xmlns:a="http://schemas.openxmlformats.org/drawingml/2006/main" noChangeAspect="1"/>
          </p:cNvPicPr>
          <p:nvPr/>
        </p:nvPicPr>
        <p:blipFill>
          <a:blip xmlns:r="http://schemas.openxmlformats.org/officeDocument/2006/relationships" xmlns:a="http://schemas.openxmlformats.org/drawingml/2006/main" r:embed="R9d2298e05f3e4182"/>
          <a:stretch xmlns:a="http://schemas.openxmlformats.org/drawingml/2006/main"/>
        </p:blipFill>
        <p:spPr>
          <a:xfrm xmlns:a="http://schemas.openxmlformats.org/drawingml/2006/main">
            <a:off x="0" y="0"/>
            <a:ext cx="9324594" cy="5248656"/>
          </a:xfrm>
          <a:prstGeom xmlns:a="http://schemas.openxmlformats.org/drawingml/2006/main" prst="rect">
            <a:avLst/>
          </a:prstGeom>
        </p:spPr>
      </p:pic>
      <p:sp>
        <p:nvSpPr>
          <p:cNvPr id="2" name="text-12-0">
            <a:extLst xmlns:a="http://schemas.openxmlformats.org/drawingml/2006/main">
              <a:ext uri="{FF2B5EF4-FFF2-40B4-BE49-F238E27FC236}">
                <a16:creationId xmlns:a16="http://schemas.microsoft.com/office/drawing/2014/main" id="{28BC67BD-7DA3-486B-A245-528B12DAA097}"/>
              </a:ext>
            </a:extLst>
          </p:cNvPr>
          <p:cNvSpPr>
            <a:spLocks xmlns:a="http://schemas.openxmlformats.org/drawingml/2006/main" noGrp="1"/>
          </p:cNvSpPr>
          <p:nvPr/>
        </p:nvSpPr>
        <p:spPr>
          <a:xfrm xmlns:a="http://schemas.openxmlformats.org/drawingml/2006/main">
            <a:off x="532209" y="382979"/>
            <a:ext cx="2476738" cy="1518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956" b="1" i="0">
                <a:solidFill>
                  <a:srgbClr val="F5F0E8"/>
                </a:solidFill>
                <a:latin typeface="Arial"/>
                <a:ea typeface="Arial"/>
                <a:cs typeface="Arial"/>
              </a:defRPr>
            </a:defPPr>
          </a:lstStyle>
          <a:p xmlns:a="http://schemas.openxmlformats.org/drawingml/2006/main">
            <a:pPr>
              <a:defRPr sz="956" b="1" i="0">
                <a:solidFill>
                  <a:srgbClr val="F5F0E8"/>
                </a:solidFill>
                <a:latin typeface="Arial"/>
                <a:ea typeface="Arial"/>
                <a:cs typeface="Arial"/>
              </a:defRPr>
            </a:pPr>
            <a:r>
              <a:rPr sz="956" b="1" i="0">
                <a:solidFill>
                  <a:srgbClr val="F5F0E8"/>
                </a:solidFill>
                <a:latin typeface="Arial"/>
                <a:ea typeface="Arial"/>
                <a:cs typeface="Arial"/>
              </a:rPr>
              <a:t>03 / IMPACTO · COSTO-BENEFICIO</a:t>
            </a:r>
          </a:p>
        </p:txBody>
      </p:sp>
      <p:sp>
        <p:nvSpPr>
          <p:cNvPr id="3" name="text-12-1">
            <a:extLst xmlns:a="http://schemas.openxmlformats.org/drawingml/2006/main">
              <a:ext uri="{FF2B5EF4-FFF2-40B4-BE49-F238E27FC236}">
                <a16:creationId xmlns:a16="http://schemas.microsoft.com/office/drawing/2014/main" id="{C7511B25-83C9-42E8-BE02-4600E606E168}"/>
              </a:ext>
            </a:extLst>
          </p:cNvPr>
          <p:cNvSpPr>
            <a:spLocks xmlns:a="http://schemas.openxmlformats.org/drawingml/2006/main" noGrp="1"/>
          </p:cNvSpPr>
          <p:nvPr/>
        </p:nvSpPr>
        <p:spPr>
          <a:xfrm xmlns:a="http://schemas.openxmlformats.org/drawingml/2006/main">
            <a:off x="532209" y="674261"/>
            <a:ext cx="3014842" cy="62507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3938" b="0" i="0">
                <a:solidFill>
                  <a:srgbClr val="F5F0E8"/>
                </a:solidFill>
                <a:latin typeface="Impact"/>
                <a:ea typeface="Impact"/>
                <a:cs typeface="Impact"/>
              </a:defRPr>
            </a:defPPr>
          </a:lstStyle>
          <a:p xmlns:a="http://schemas.openxmlformats.org/drawingml/2006/main">
            <a:pPr>
              <a:defRPr sz="3938" b="0" i="0">
                <a:solidFill>
                  <a:srgbClr val="F5F0E8"/>
                </a:solidFill>
                <a:latin typeface="Impact"/>
                <a:ea typeface="Impact"/>
                <a:cs typeface="Impact"/>
              </a:defRPr>
            </a:pPr>
            <a:r>
              <a:rPr sz="3938" b="0" i="0">
                <a:solidFill>
                  <a:srgbClr val="F5F0E8"/>
                </a:solidFill>
                <a:latin typeface="Impact"/>
                <a:ea typeface="Impact"/>
                <a:cs typeface="Impact"/>
              </a:rPr>
              <a:t>CUÁNTO CUESTA</a:t>
            </a:r>
          </a:p>
        </p:txBody>
      </p:sp>
      <p:sp>
        <p:nvSpPr>
          <p:cNvPr id="4" name="text-12-2">
            <a:extLst xmlns:a="http://schemas.openxmlformats.org/drawingml/2006/main">
              <a:ext uri="{FF2B5EF4-FFF2-40B4-BE49-F238E27FC236}">
                <a16:creationId xmlns:a16="http://schemas.microsoft.com/office/drawing/2014/main" id="{AF2DBEC2-8857-4054-9F92-6C1D7E42A3EB}"/>
              </a:ext>
            </a:extLst>
          </p:cNvPr>
          <p:cNvSpPr>
            <a:spLocks xmlns:a="http://schemas.openxmlformats.org/drawingml/2006/main" noGrp="1"/>
          </p:cNvSpPr>
          <p:nvPr/>
        </p:nvSpPr>
        <p:spPr>
          <a:xfrm xmlns:a="http://schemas.openxmlformats.org/drawingml/2006/main">
            <a:off x="532209" y="1181467"/>
            <a:ext cx="4403291" cy="62507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3938" b="0" i="0">
                <a:solidFill>
                  <a:srgbClr val="F5F0E8"/>
                </a:solidFill>
                <a:latin typeface="Impact"/>
                <a:ea typeface="Impact"/>
                <a:cs typeface="Impact"/>
              </a:defRPr>
            </a:defPPr>
          </a:lstStyle>
          <a:p xmlns:a="http://schemas.openxmlformats.org/drawingml/2006/main">
            <a:pPr>
              <a:defRPr sz="3938" b="0" i="0">
                <a:solidFill>
                  <a:srgbClr val="F5F0E8"/>
                </a:solidFill>
                <a:latin typeface="Impact"/>
                <a:ea typeface="Impact"/>
                <a:cs typeface="Impact"/>
              </a:defRPr>
            </a:pPr>
            <a:r>
              <a:rPr sz="3938" b="0" i="0">
                <a:solidFill>
                  <a:srgbClr val="F5F0E8"/>
                </a:solidFill>
                <a:latin typeface="Impact"/>
                <a:ea typeface="Impact"/>
                <a:cs typeface="Impact"/>
              </a:rPr>
              <a:t>Y QUÉ PODRÍA DEVOLVER</a:t>
            </a:r>
          </a:p>
        </p:txBody>
      </p:sp>
      <p:sp>
        <p:nvSpPr>
          <p:cNvPr id="5" name="text-12-3">
            <a:extLst xmlns:a="http://schemas.openxmlformats.org/drawingml/2006/main">
              <a:ext uri="{FF2B5EF4-FFF2-40B4-BE49-F238E27FC236}">
                <a16:creationId xmlns:a16="http://schemas.microsoft.com/office/drawing/2014/main" id="{1D2F699D-2D9A-4CB9-9098-A4760A536D34}"/>
              </a:ext>
            </a:extLst>
          </p:cNvPr>
          <p:cNvSpPr>
            <a:spLocks xmlns:a="http://schemas.openxmlformats.org/drawingml/2006/main" noGrp="1"/>
          </p:cNvSpPr>
          <p:nvPr/>
        </p:nvSpPr>
        <p:spPr>
          <a:xfrm xmlns:a="http://schemas.openxmlformats.org/drawingml/2006/main">
            <a:off x="532209" y="2198168"/>
            <a:ext cx="1420415" cy="16073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013" b="1" i="0">
                <a:solidFill>
                  <a:srgbClr val="F5F0E8"/>
                </a:solidFill>
                <a:latin typeface="Arial"/>
                <a:ea typeface="Arial"/>
                <a:cs typeface="Arial"/>
              </a:defRPr>
            </a:defPPr>
          </a:lstStyle>
          <a:p xmlns:a="http://schemas.openxmlformats.org/drawingml/2006/main">
            <a:pPr>
              <a:defRPr sz="1013" b="1" i="0">
                <a:solidFill>
                  <a:srgbClr val="F5F0E8"/>
                </a:solidFill>
                <a:latin typeface="Arial"/>
                <a:ea typeface="Arial"/>
                <a:cs typeface="Arial"/>
              </a:defRPr>
            </a:pPr>
            <a:r>
              <a:rPr sz="1013" b="1" i="0">
                <a:solidFill>
                  <a:srgbClr val="F5F0E8"/>
                </a:solidFill>
                <a:latin typeface="Arial"/>
                <a:ea typeface="Arial"/>
                <a:cs typeface="Arial"/>
              </a:rPr>
              <a:t>PUESTA EN MARCHA</a:t>
            </a:r>
          </a:p>
        </p:txBody>
      </p:sp>
      <p:sp>
        <p:nvSpPr>
          <p:cNvPr id="6" name="text-12-4">
            <a:extLst xmlns:a="http://schemas.openxmlformats.org/drawingml/2006/main">
              <a:ext uri="{FF2B5EF4-FFF2-40B4-BE49-F238E27FC236}">
                <a16:creationId xmlns:a16="http://schemas.microsoft.com/office/drawing/2014/main" id="{41359879-11F2-4E6C-8EA4-6243B2CCEFBC}"/>
              </a:ext>
            </a:extLst>
          </p:cNvPr>
          <p:cNvSpPr>
            <a:spLocks xmlns:a="http://schemas.openxmlformats.org/drawingml/2006/main" noGrp="1"/>
          </p:cNvSpPr>
          <p:nvPr/>
        </p:nvSpPr>
        <p:spPr>
          <a:xfrm xmlns:a="http://schemas.openxmlformats.org/drawingml/2006/main">
            <a:off x="532209" y="2417650"/>
            <a:ext cx="1566634" cy="58043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3656" b="0" i="0">
                <a:solidFill>
                  <a:srgbClr val="F5F0E8"/>
                </a:solidFill>
                <a:latin typeface="Impact"/>
                <a:ea typeface="Impact"/>
                <a:cs typeface="Impact"/>
              </a:defRPr>
            </a:defPPr>
          </a:lstStyle>
          <a:p xmlns:a="http://schemas.openxmlformats.org/drawingml/2006/main">
            <a:pPr>
              <a:defRPr sz="3656" b="0" i="0">
                <a:solidFill>
                  <a:srgbClr val="F5F0E8"/>
                </a:solidFill>
                <a:latin typeface="Impact"/>
                <a:ea typeface="Impact"/>
                <a:cs typeface="Impact"/>
              </a:defRPr>
            </a:pPr>
            <a:r>
              <a:rPr sz="3656" b="0" i="0">
                <a:solidFill>
                  <a:srgbClr val="F5F0E8"/>
                </a:solidFill>
                <a:latin typeface="Impact"/>
                <a:ea typeface="Impact"/>
                <a:cs typeface="Impact"/>
              </a:rPr>
              <a:t>Incluida</a:t>
            </a:r>
          </a:p>
        </p:txBody>
      </p:sp>
      <p:sp>
        <p:nvSpPr>
          <p:cNvPr id="7" name="text-12-5">
            <a:extLst xmlns:a="http://schemas.openxmlformats.org/drawingml/2006/main">
              <a:ext uri="{FF2B5EF4-FFF2-40B4-BE49-F238E27FC236}">
                <a16:creationId xmlns:a16="http://schemas.microsoft.com/office/drawing/2014/main" id="{5AD51F4F-0F4F-4160-ABC5-55159C8060A9}"/>
              </a:ext>
            </a:extLst>
          </p:cNvPr>
          <p:cNvSpPr>
            <a:spLocks xmlns:a="http://schemas.openxmlformats.org/drawingml/2006/main" noGrp="1"/>
          </p:cNvSpPr>
          <p:nvPr/>
        </p:nvSpPr>
        <p:spPr>
          <a:xfrm xmlns:a="http://schemas.openxmlformats.org/drawingml/2006/main">
            <a:off x="532209" y="3086700"/>
            <a:ext cx="2125532" cy="19645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38" b="0" i="0">
                <a:solidFill>
                  <a:srgbClr val="F5F0E8"/>
                </a:solidFill>
                <a:latin typeface="Arial"/>
                <a:ea typeface="Arial"/>
                <a:cs typeface="Arial"/>
              </a:defRPr>
            </a:defPPr>
          </a:lstStyle>
          <a:p xmlns:a="http://schemas.openxmlformats.org/drawingml/2006/main">
            <a:pPr>
              <a:defRPr sz="1238" b="0" i="0">
                <a:solidFill>
                  <a:srgbClr val="F5F0E8"/>
                </a:solidFill>
                <a:latin typeface="Arial"/>
                <a:ea typeface="Arial"/>
                <a:cs typeface="Arial"/>
              </a:defRPr>
            </a:pPr>
            <a:r>
              <a:rPr sz="1238" b="0" i="0">
                <a:solidFill>
                  <a:srgbClr val="F5F0E8"/>
                </a:solidFill>
                <a:latin typeface="Arial"/>
                <a:ea typeface="Arial"/>
                <a:cs typeface="Arial"/>
              </a:rPr>
              <a:t>Desarrollo e integración como</a:t>
            </a:r>
          </a:p>
        </p:txBody>
      </p:sp>
      <p:sp>
        <p:nvSpPr>
          <p:cNvPr id="8" name="text-12-6">
            <a:extLst xmlns:a="http://schemas.openxmlformats.org/drawingml/2006/main">
              <a:ext uri="{FF2B5EF4-FFF2-40B4-BE49-F238E27FC236}">
                <a16:creationId xmlns:a16="http://schemas.microsoft.com/office/drawing/2014/main" id="{421251F8-CE90-4A8E-BDEF-634FEA97B649}"/>
              </a:ext>
            </a:extLst>
          </p:cNvPr>
          <p:cNvSpPr>
            <a:spLocks xmlns:a="http://schemas.openxmlformats.org/drawingml/2006/main" noGrp="1"/>
          </p:cNvSpPr>
          <p:nvPr/>
        </p:nvSpPr>
        <p:spPr>
          <a:xfrm xmlns:a="http://schemas.openxmlformats.org/drawingml/2006/main">
            <a:off x="532209" y="3315300"/>
            <a:ext cx="2143448" cy="19645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38" b="0" i="0">
                <a:solidFill>
                  <a:srgbClr val="F5F0E8"/>
                </a:solidFill>
                <a:latin typeface="Arial"/>
                <a:ea typeface="Arial"/>
                <a:cs typeface="Arial"/>
              </a:defRPr>
            </a:defPPr>
          </a:lstStyle>
          <a:p xmlns:a="http://schemas.openxmlformats.org/drawingml/2006/main">
            <a:pPr>
              <a:defRPr sz="1238" b="0" i="0">
                <a:solidFill>
                  <a:srgbClr val="F5F0E8"/>
                </a:solidFill>
                <a:latin typeface="Arial"/>
                <a:ea typeface="Arial"/>
                <a:cs typeface="Arial"/>
              </a:defRPr>
            </a:pPr>
            <a:r>
              <a:rPr sz="1238" b="0" i="0">
                <a:solidFill>
                  <a:srgbClr val="F5F0E8"/>
                </a:solidFill>
                <a:latin typeface="Arial"/>
                <a:ea typeface="Arial"/>
                <a:cs typeface="Arial"/>
              </a:rPr>
              <a:t>aporte del equipo al concurso.</a:t>
            </a:r>
          </a:p>
        </p:txBody>
      </p:sp>
      <p:sp>
        <p:nvSpPr>
          <p:cNvPr id="9" name="text-12-7">
            <a:extLst xmlns:a="http://schemas.openxmlformats.org/drawingml/2006/main">
              <a:ext uri="{FF2B5EF4-FFF2-40B4-BE49-F238E27FC236}">
                <a16:creationId xmlns:a16="http://schemas.microsoft.com/office/drawing/2014/main" id="{953CDCE5-E16A-4CFB-9077-13513164236A}"/>
              </a:ext>
            </a:extLst>
          </p:cNvPr>
          <p:cNvSpPr>
            <a:spLocks xmlns:a="http://schemas.openxmlformats.org/drawingml/2006/main" noGrp="1"/>
          </p:cNvSpPr>
          <p:nvPr/>
        </p:nvSpPr>
        <p:spPr>
          <a:xfrm xmlns:a="http://schemas.openxmlformats.org/drawingml/2006/main">
            <a:off x="3361134" y="2198168"/>
            <a:ext cx="1642131" cy="16073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013" b="1" i="0">
                <a:solidFill>
                  <a:srgbClr val="F5F0E8"/>
                </a:solidFill>
                <a:latin typeface="Arial"/>
                <a:ea typeface="Arial"/>
                <a:cs typeface="Arial"/>
              </a:defRPr>
            </a:defPPr>
          </a:lstStyle>
          <a:p xmlns:a="http://schemas.openxmlformats.org/drawingml/2006/main">
            <a:pPr>
              <a:defRPr sz="1013" b="1" i="0">
                <a:solidFill>
                  <a:srgbClr val="F5F0E8"/>
                </a:solidFill>
                <a:latin typeface="Arial"/>
                <a:ea typeface="Arial"/>
                <a:cs typeface="Arial"/>
              </a:defRPr>
            </a:pPr>
            <a:r>
              <a:rPr sz="1013" b="1" i="0">
                <a:solidFill>
                  <a:srgbClr val="F5F0E8"/>
                </a:solidFill>
                <a:latin typeface="Arial"/>
                <a:ea typeface="Arial"/>
                <a:cs typeface="Arial"/>
              </a:rPr>
              <a:t>OPERACIÓN / OBJETIVO</a:t>
            </a:r>
          </a:p>
        </p:txBody>
      </p:sp>
      <p:sp>
        <p:nvSpPr>
          <p:cNvPr id="10" name="text-12-8">
            <a:extLst xmlns:a="http://schemas.openxmlformats.org/drawingml/2006/main">
              <a:ext uri="{FF2B5EF4-FFF2-40B4-BE49-F238E27FC236}">
                <a16:creationId xmlns:a16="http://schemas.microsoft.com/office/drawing/2014/main" id="{A3F29C72-3E25-4A42-808B-39B1881CA62E}"/>
              </a:ext>
            </a:extLst>
          </p:cNvPr>
          <p:cNvSpPr>
            <a:spLocks xmlns:a="http://schemas.openxmlformats.org/drawingml/2006/main" noGrp="1"/>
          </p:cNvSpPr>
          <p:nvPr/>
        </p:nvSpPr>
        <p:spPr>
          <a:xfrm xmlns:a="http://schemas.openxmlformats.org/drawingml/2006/main">
            <a:off x="3361134" y="2417650"/>
            <a:ext cx="1647925" cy="58043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3656" b="0" i="0">
                <a:solidFill>
                  <a:srgbClr val="F5F0E8"/>
                </a:solidFill>
                <a:latin typeface="Impact"/>
                <a:ea typeface="Impact"/>
                <a:cs typeface="Impact"/>
              </a:defRPr>
            </a:defPPr>
          </a:lstStyle>
          <a:p xmlns:a="http://schemas.openxmlformats.org/drawingml/2006/main">
            <a:pPr>
              <a:defRPr sz="3656" b="0" i="0">
                <a:solidFill>
                  <a:srgbClr val="F5F0E8"/>
                </a:solidFill>
                <a:latin typeface="Impact"/>
                <a:ea typeface="Impact"/>
                <a:cs typeface="Impact"/>
              </a:defRPr>
            </a:pPr>
            <a:r>
              <a:rPr sz="3656" b="0" i="0">
                <a:solidFill>
                  <a:srgbClr val="F5F0E8"/>
                </a:solidFill>
                <a:latin typeface="Impact"/>
                <a:ea typeface="Impact"/>
                <a:cs typeface="Impact"/>
              </a:rPr>
              <a:t>≈S/1.400</a:t>
            </a:r>
          </a:p>
        </p:txBody>
      </p:sp>
      <p:sp>
        <p:nvSpPr>
          <p:cNvPr id="11" name="text-12-9">
            <a:extLst xmlns:a="http://schemas.openxmlformats.org/drawingml/2006/main">
              <a:ext uri="{FF2B5EF4-FFF2-40B4-BE49-F238E27FC236}">
                <a16:creationId xmlns:a16="http://schemas.microsoft.com/office/drawing/2014/main" id="{0A59AA55-D7ED-441D-817B-638715A89C1F}"/>
              </a:ext>
            </a:extLst>
          </p:cNvPr>
          <p:cNvSpPr>
            <a:spLocks xmlns:a="http://schemas.openxmlformats.org/drawingml/2006/main" noGrp="1"/>
          </p:cNvSpPr>
          <p:nvPr/>
        </p:nvSpPr>
        <p:spPr>
          <a:xfrm xmlns:a="http://schemas.openxmlformats.org/drawingml/2006/main">
            <a:off x="3361134" y="3086700"/>
            <a:ext cx="806782" cy="19645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38" b="0" i="0">
                <a:solidFill>
                  <a:srgbClr val="F5F0E8"/>
                </a:solidFill>
                <a:latin typeface="Arial"/>
                <a:ea typeface="Arial"/>
                <a:cs typeface="Arial"/>
              </a:defRPr>
            </a:defPPr>
          </a:lstStyle>
          <a:p xmlns:a="http://schemas.openxmlformats.org/drawingml/2006/main">
            <a:pPr>
              <a:defRPr sz="1238" b="0" i="0">
                <a:solidFill>
                  <a:srgbClr val="F5F0E8"/>
                </a:solidFill>
                <a:latin typeface="Arial"/>
                <a:ea typeface="Arial"/>
                <a:cs typeface="Arial"/>
              </a:defRPr>
            </a:pPr>
            <a:r>
              <a:rPr sz="1238" b="0" i="0">
                <a:solidFill>
                  <a:srgbClr val="F5F0E8"/>
                </a:solidFill>
                <a:latin typeface="Arial"/>
                <a:ea typeface="Arial"/>
                <a:cs typeface="Arial"/>
              </a:rPr>
              <a:t>Con Meta. </a:t>
            </a:r>
          </a:p>
        </p:txBody>
      </p:sp>
      <p:sp>
        <p:nvSpPr>
          <p:cNvPr id="12" name="text-12-10">
            <a:extLst xmlns:a="http://schemas.openxmlformats.org/drawingml/2006/main">
              <a:ext uri="{FF2B5EF4-FFF2-40B4-BE49-F238E27FC236}">
                <a16:creationId xmlns:a16="http://schemas.microsoft.com/office/drawing/2014/main" id="{792F1880-807E-46B3-AE6F-2C2D12D71C28}"/>
              </a:ext>
            </a:extLst>
          </p:cNvPr>
          <p:cNvSpPr>
            <a:spLocks xmlns:a="http://schemas.openxmlformats.org/drawingml/2006/main" noGrp="1"/>
          </p:cNvSpPr>
          <p:nvPr/>
        </p:nvSpPr>
        <p:spPr>
          <a:xfrm xmlns:a="http://schemas.openxmlformats.org/drawingml/2006/main">
            <a:off x="6190059" y="2198168"/>
            <a:ext cx="1992014" cy="16073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013" b="1" i="0">
                <a:solidFill>
                  <a:srgbClr val="F5F0E8"/>
                </a:solidFill>
                <a:latin typeface="Arial"/>
                <a:ea typeface="Arial"/>
                <a:cs typeface="Arial"/>
              </a:defRPr>
            </a:defPPr>
          </a:lstStyle>
          <a:p xmlns:a="http://schemas.openxmlformats.org/drawingml/2006/main">
            <a:pPr>
              <a:defRPr sz="1013" b="1" i="0">
                <a:solidFill>
                  <a:srgbClr val="F5F0E8"/>
                </a:solidFill>
                <a:latin typeface="Arial"/>
                <a:ea typeface="Arial"/>
                <a:cs typeface="Arial"/>
              </a:defRPr>
            </a:pPr>
            <a:r>
              <a:rPr sz="1013" b="1" i="0">
                <a:solidFill>
                  <a:srgbClr val="F5F0E8"/>
                </a:solidFill>
                <a:latin typeface="Arial"/>
                <a:ea typeface="Arial"/>
                <a:cs typeface="Arial"/>
              </a:rPr>
              <a:t>CONTRIBUCIÓN / ESCENARIO</a:t>
            </a:r>
          </a:p>
        </p:txBody>
      </p:sp>
      <p:sp>
        <p:nvSpPr>
          <p:cNvPr id="13" name="text-12-11">
            <a:extLst xmlns:a="http://schemas.openxmlformats.org/drawingml/2006/main">
              <a:ext uri="{FF2B5EF4-FFF2-40B4-BE49-F238E27FC236}">
                <a16:creationId xmlns:a16="http://schemas.microsoft.com/office/drawing/2014/main" id="{495B4258-06FE-4FB7-950B-BC90CF3B5E84}"/>
              </a:ext>
            </a:extLst>
          </p:cNvPr>
          <p:cNvSpPr>
            <a:spLocks xmlns:a="http://schemas.openxmlformats.org/drawingml/2006/main" noGrp="1"/>
          </p:cNvSpPr>
          <p:nvPr/>
        </p:nvSpPr>
        <p:spPr>
          <a:xfrm xmlns:a="http://schemas.openxmlformats.org/drawingml/2006/main">
            <a:off x="6190059" y="3100987"/>
            <a:ext cx="1872501" cy="19645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38" b="0" i="0">
                <a:solidFill>
                  <a:srgbClr val="F5F0E8"/>
                </a:solidFill>
                <a:latin typeface="Arial"/>
                <a:ea typeface="Arial"/>
                <a:cs typeface="Arial"/>
              </a:defRPr>
            </a:defPPr>
          </a:lstStyle>
          <a:p xmlns:a="http://schemas.openxmlformats.org/drawingml/2006/main">
            <a:pPr>
              <a:defRPr sz="1238" b="0" i="0">
                <a:solidFill>
                  <a:srgbClr val="F5F0E8"/>
                </a:solidFill>
                <a:latin typeface="Arial"/>
                <a:ea typeface="Arial"/>
                <a:cs typeface="Arial"/>
              </a:defRPr>
            </a:pPr>
            <a:r>
              <a:rPr sz="1238" b="0" i="0">
                <a:solidFill>
                  <a:srgbClr val="F5F0E8"/>
                </a:solidFill>
                <a:latin typeface="Arial"/>
                <a:ea typeface="Arial"/>
                <a:cs typeface="Arial"/>
              </a:rPr>
              <a:t>Hipótesis antes de costos.</a:t>
            </a:r>
          </a:p>
        </p:txBody>
      </p:sp>
      <p:sp>
        <p:nvSpPr>
          <p:cNvPr id="14" name="text-12-12">
            <a:extLst xmlns:a="http://schemas.openxmlformats.org/drawingml/2006/main">
              <a:ext uri="{FF2B5EF4-FFF2-40B4-BE49-F238E27FC236}">
                <a16:creationId xmlns:a16="http://schemas.microsoft.com/office/drawing/2014/main" id="{DADE764B-A979-469A-865A-9DA9BFD300CE}"/>
              </a:ext>
            </a:extLst>
          </p:cNvPr>
          <p:cNvSpPr>
            <a:spLocks xmlns:a="http://schemas.openxmlformats.org/drawingml/2006/main" noGrp="1"/>
          </p:cNvSpPr>
          <p:nvPr/>
        </p:nvSpPr>
        <p:spPr>
          <a:xfrm xmlns:a="http://schemas.openxmlformats.org/drawingml/2006/main">
            <a:off x="532209" y="3968597"/>
            <a:ext cx="2463532" cy="4732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981" b="0" i="0">
                <a:solidFill>
                  <a:srgbClr val="FF4053"/>
                </a:solidFill>
                <a:latin typeface="Impact"/>
                <a:ea typeface="Impact"/>
                <a:cs typeface="Impact"/>
              </a:defRPr>
            </a:defPPr>
          </a:lstStyle>
          <a:p xmlns:a="http://schemas.openxmlformats.org/drawingml/2006/main">
            <a:pPr>
              <a:defRPr sz="2981" b="0" i="0">
                <a:solidFill>
                  <a:srgbClr val="FF4053"/>
                </a:solidFill>
                <a:latin typeface="Impact"/>
                <a:ea typeface="Impact"/>
                <a:cs typeface="Impact"/>
              </a:defRPr>
            </a:pPr>
            <a:r>
              <a:rPr sz="2981" b="0" i="0">
                <a:solidFill>
                  <a:srgbClr val="FF4053"/>
                </a:solidFill>
                <a:latin typeface="Impact"/>
                <a:ea typeface="Impact"/>
                <a:cs typeface="Impact"/>
              </a:rPr>
              <a:t>94 operaciones</a:t>
            </a:r>
          </a:p>
        </p:txBody>
      </p:sp>
      <p:sp>
        <p:nvSpPr>
          <p:cNvPr id="15" name="text-12-13">
            <a:extLst xmlns:a="http://schemas.openxmlformats.org/drawingml/2006/main">
              <a:ext uri="{FF2B5EF4-FFF2-40B4-BE49-F238E27FC236}">
                <a16:creationId xmlns:a16="http://schemas.microsoft.com/office/drawing/2014/main" id="{4B24BCBB-2626-44B0-8675-0A439B0E091F}"/>
              </a:ext>
            </a:extLst>
          </p:cNvPr>
          <p:cNvSpPr>
            <a:spLocks xmlns:a="http://schemas.openxmlformats.org/drawingml/2006/main" noGrp="1"/>
          </p:cNvSpPr>
          <p:nvPr/>
        </p:nvSpPr>
        <p:spPr>
          <a:xfrm xmlns:a="http://schemas.openxmlformats.org/drawingml/2006/main">
            <a:off x="3243151" y="3987489"/>
            <a:ext cx="3426425" cy="20538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94" b="0" i="0">
                <a:solidFill>
                  <a:srgbClr val="F5F0E8"/>
                </a:solidFill>
                <a:latin typeface="Arial"/>
                <a:ea typeface="Arial"/>
                <a:cs typeface="Arial"/>
              </a:defRPr>
            </a:defPPr>
          </a:lstStyle>
          <a:p xmlns:a="http://schemas.openxmlformats.org/drawingml/2006/main">
            <a:pPr>
              <a:defRPr sz="1294" b="0" i="0">
                <a:solidFill>
                  <a:srgbClr val="F5F0E8"/>
                </a:solidFill>
                <a:latin typeface="Arial"/>
                <a:ea typeface="Arial"/>
                <a:cs typeface="Arial"/>
              </a:defRPr>
            </a:pPr>
            <a:r>
              <a:rPr sz="1294" b="0" i="0">
                <a:solidFill>
                  <a:srgbClr val="F5F0E8"/>
                </a:solidFill>
                <a:latin typeface="Arial"/>
                <a:ea typeface="Arial"/>
                <a:cs typeface="Arial"/>
              </a:rPr>
              <a:t>nuevas al mes cubrirían S/1.400 de tecnología</a:t>
            </a:r>
          </a:p>
        </p:txBody>
      </p:sp>
      <p:sp>
        <p:nvSpPr>
          <p:cNvPr id="16" name="text-12-14">
            <a:extLst xmlns:a="http://schemas.openxmlformats.org/drawingml/2006/main">
              <a:ext uri="{FF2B5EF4-FFF2-40B4-BE49-F238E27FC236}">
                <a16:creationId xmlns:a16="http://schemas.microsoft.com/office/drawing/2014/main" id="{574B0C06-15F6-41BB-A764-93DACDC7DF2B}"/>
              </a:ext>
            </a:extLst>
          </p:cNvPr>
          <p:cNvSpPr>
            <a:spLocks xmlns:a="http://schemas.openxmlformats.org/drawingml/2006/main" noGrp="1"/>
          </p:cNvSpPr>
          <p:nvPr/>
        </p:nvSpPr>
        <p:spPr>
          <a:xfrm xmlns:a="http://schemas.openxmlformats.org/drawingml/2006/main">
            <a:off x="3243151" y="4223233"/>
            <a:ext cx="2494973" cy="20538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94" b="0" i="0">
                <a:solidFill>
                  <a:srgbClr val="F5F0E8"/>
                </a:solidFill>
                <a:latin typeface="Arial"/>
                <a:ea typeface="Arial"/>
                <a:cs typeface="Arial"/>
              </a:defRPr>
            </a:defPPr>
          </a:lstStyle>
          <a:p xmlns:a="http://schemas.openxmlformats.org/drawingml/2006/main">
            <a:pPr>
              <a:defRPr sz="1294" b="0" i="0">
                <a:solidFill>
                  <a:srgbClr val="F5F0E8"/>
                </a:solidFill>
                <a:latin typeface="Arial"/>
                <a:ea typeface="Arial"/>
                <a:cs typeface="Arial"/>
              </a:defRPr>
            </a:pPr>
            <a:r>
              <a:rPr sz="1294" b="0" i="0">
                <a:solidFill>
                  <a:srgbClr val="F5F0E8"/>
                </a:solidFill>
                <a:latin typeface="Arial"/>
                <a:ea typeface="Arial"/>
                <a:cs typeface="Arial"/>
              </a:rPr>
              <a:t>si cada una deja S/15 de margen.</a:t>
            </a:r>
          </a:p>
        </p:txBody>
      </p:sp>
      <p:sp>
        <p:nvSpPr>
          <p:cNvPr id="17" name="text-12-15">
            <a:extLst xmlns:a="http://schemas.openxmlformats.org/drawingml/2006/main">
              <a:ext uri="{FF2B5EF4-FFF2-40B4-BE49-F238E27FC236}">
                <a16:creationId xmlns:a16="http://schemas.microsoft.com/office/drawing/2014/main" id="{18BDC79A-D269-45D5-A1BA-4F9A92B96EC3}"/>
              </a:ext>
            </a:extLst>
          </p:cNvPr>
          <p:cNvSpPr>
            <a:spLocks xmlns:a="http://schemas.openxmlformats.org/drawingml/2006/main" noGrp="1"/>
          </p:cNvSpPr>
          <p:nvPr/>
        </p:nvSpPr>
        <p:spPr>
          <a:xfrm xmlns:a="http://schemas.openxmlformats.org/drawingml/2006/main">
            <a:off x="4129869" y="3106101"/>
            <a:ext cx="1154627" cy="16966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069" b="0" i="0">
                <a:solidFill>
                  <a:srgbClr val="F5F0E8"/>
                </a:solidFill>
                <a:latin typeface="Arial"/>
                <a:ea typeface="Arial"/>
                <a:cs typeface="Arial"/>
              </a:defRPr>
            </a:defPPr>
          </a:lstStyle>
          <a:p xmlns:a="http://schemas.openxmlformats.org/drawingml/2006/main">
            <a:pPr>
              <a:defRPr sz="1069" b="0" i="0">
                <a:solidFill>
                  <a:srgbClr val="F5F0E8"/>
                </a:solidFill>
                <a:latin typeface="Arial"/>
                <a:ea typeface="Arial"/>
                <a:cs typeface="Arial"/>
              </a:defRPr>
            </a:pPr>
            <a:r>
              <a:rPr sz="1069" b="0" i="0">
                <a:solidFill>
                  <a:srgbClr val="F5F0E8"/>
                </a:solidFill>
                <a:latin typeface="Arial"/>
                <a:ea typeface="Arial"/>
                <a:cs typeface="Arial"/>
              </a:rPr>
              <a:t>Datos agrupados ·</a:t>
            </a:r>
          </a:p>
        </p:txBody>
      </p:sp>
      <p:sp>
        <p:nvSpPr>
          <p:cNvPr id="18" name="text-12-16">
            <a:extLst xmlns:a="http://schemas.openxmlformats.org/drawingml/2006/main">
              <a:ext uri="{FF2B5EF4-FFF2-40B4-BE49-F238E27FC236}">
                <a16:creationId xmlns:a16="http://schemas.microsoft.com/office/drawing/2014/main" id="{DB1EE8BF-1BFB-4678-A359-4EB8D7FF020E}"/>
              </a:ext>
            </a:extLst>
          </p:cNvPr>
          <p:cNvSpPr>
            <a:spLocks xmlns:a="http://schemas.openxmlformats.org/drawingml/2006/main" noGrp="1"/>
          </p:cNvSpPr>
          <p:nvPr/>
        </p:nvSpPr>
        <p:spPr>
          <a:xfrm xmlns:a="http://schemas.openxmlformats.org/drawingml/2006/main">
            <a:off x="3361134" y="3334701"/>
            <a:ext cx="641697" cy="16966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069" b="0" i="0">
                <a:solidFill>
                  <a:srgbClr val="F5F0E8"/>
                </a:solidFill>
                <a:latin typeface="Arial"/>
                <a:ea typeface="Arial"/>
                <a:cs typeface="Arial"/>
              </a:defRPr>
            </a:defPPr>
          </a:lstStyle>
          <a:p xmlns:a="http://schemas.openxmlformats.org/drawingml/2006/main">
            <a:pPr>
              <a:defRPr sz="1069" b="0" i="0">
                <a:solidFill>
                  <a:srgbClr val="F5F0E8"/>
                </a:solidFill>
                <a:latin typeface="Arial"/>
                <a:ea typeface="Arial"/>
                <a:cs typeface="Arial"/>
              </a:defRPr>
            </a:pPr>
            <a:r>
              <a:rPr sz="1069" b="0" i="0">
                <a:solidFill>
                  <a:srgbClr val="F5F0E8"/>
                </a:solidFill>
                <a:latin typeface="Arial"/>
                <a:ea typeface="Arial"/>
                <a:cs typeface="Arial"/>
              </a:rPr>
              <a:t>propuesta</a:t>
            </a:r>
          </a:p>
        </p:txBody>
      </p:sp>
      <p:sp>
        <p:nvSpPr>
          <p:cNvPr id="19" name="text-12-17">
            <a:extLst xmlns:a="http://schemas.openxmlformats.org/drawingml/2006/main">
              <a:ext uri="{FF2B5EF4-FFF2-40B4-BE49-F238E27FC236}">
                <a16:creationId xmlns:a16="http://schemas.microsoft.com/office/drawing/2014/main" id="{27E73897-A90F-4906-BC7E-26589A7309C9}"/>
              </a:ext>
            </a:extLst>
          </p:cNvPr>
          <p:cNvSpPr>
            <a:spLocks xmlns:a="http://schemas.openxmlformats.org/drawingml/2006/main" noGrp="1"/>
          </p:cNvSpPr>
          <p:nvPr/>
        </p:nvSpPr>
        <p:spPr>
          <a:xfrm xmlns:a="http://schemas.openxmlformats.org/drawingml/2006/main">
            <a:off x="6190059" y="2425108"/>
            <a:ext cx="1540965" cy="5357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3375" b="0" i="0">
                <a:solidFill>
                  <a:srgbClr val="F5F0E8"/>
                </a:solidFill>
                <a:latin typeface="Impact"/>
                <a:ea typeface="Impact"/>
                <a:cs typeface="Impact"/>
              </a:defRPr>
            </a:defPPr>
          </a:lstStyle>
          <a:p xmlns:a="http://schemas.openxmlformats.org/drawingml/2006/main">
            <a:pPr>
              <a:defRPr sz="3375" b="0" i="0">
                <a:solidFill>
                  <a:srgbClr val="F5F0E8"/>
                </a:solidFill>
                <a:latin typeface="Impact"/>
                <a:ea typeface="Impact"/>
                <a:cs typeface="Impact"/>
              </a:defRPr>
            </a:pPr>
            <a:r>
              <a:rPr sz="3375" b="0" i="0">
                <a:solidFill>
                  <a:srgbClr val="F5F0E8"/>
                </a:solidFill>
                <a:latin typeface="Impact"/>
                <a:ea typeface="Impact"/>
                <a:cs typeface="Impact"/>
              </a:rPr>
              <a:t>+S/3.780</a:t>
            </a:r>
          </a:p>
        </p:txBody>
      </p:sp>
      <p:sp>
        <p:nvSpPr>
          <p:cNvPr id="20" name="text-12-18">
            <a:extLst xmlns:a="http://schemas.openxmlformats.org/drawingml/2006/main">
              <a:ext uri="{FF2B5EF4-FFF2-40B4-BE49-F238E27FC236}">
                <a16:creationId xmlns:a16="http://schemas.microsoft.com/office/drawing/2014/main" id="{A0EF59D3-40FB-4C5F-8D51-2387C6BAF6D5}"/>
              </a:ext>
            </a:extLst>
          </p:cNvPr>
          <p:cNvSpPr>
            <a:spLocks xmlns:a="http://schemas.openxmlformats.org/drawingml/2006/main" noGrp="1"/>
          </p:cNvSpPr>
          <p:nvPr/>
        </p:nvSpPr>
        <p:spPr>
          <a:xfrm xmlns:a="http://schemas.openxmlformats.org/drawingml/2006/main">
            <a:off x="6190059" y="3348989"/>
            <a:ext cx="1931662" cy="16966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069" b="0" i="0">
                <a:solidFill>
                  <a:srgbClr val="F5F0E8"/>
                </a:solidFill>
                <a:latin typeface="Arial"/>
                <a:ea typeface="Arial"/>
                <a:cs typeface="Arial"/>
              </a:defRPr>
            </a:defPPr>
          </a:lstStyle>
          <a:p xmlns:a="http://schemas.openxmlformats.org/drawingml/2006/main">
            <a:pPr>
              <a:defRPr sz="1069" b="0" i="0">
                <a:solidFill>
                  <a:srgbClr val="F5F0E8"/>
                </a:solidFill>
                <a:latin typeface="Arial"/>
                <a:ea typeface="Arial"/>
                <a:cs typeface="Arial"/>
              </a:defRPr>
            </a:pPr>
            <a:r>
              <a:rPr sz="1069" b="0" i="0">
                <a:solidFill>
                  <a:srgbClr val="F5F0E8"/>
                </a:solidFill>
                <a:latin typeface="Arial"/>
                <a:ea typeface="Arial"/>
                <a:cs typeface="Arial"/>
              </a:rPr>
              <a:t>Ver escenarios 5%, 10% y 20%</a:t>
            </a:r>
          </a:p>
        </p:txBody>
      </p:sp>
      <p:sp>
        <p:nvSpPr>
          <p:cNvPr id="21" name="text-12-19">
            <a:extLst xmlns:a="http://schemas.openxmlformats.org/drawingml/2006/main">
              <a:ext uri="{FF2B5EF4-FFF2-40B4-BE49-F238E27FC236}">
                <a16:creationId xmlns:a16="http://schemas.microsoft.com/office/drawing/2014/main" id="{DB2C3709-E1F9-41FA-8979-A9CC2FFF0E95}"/>
              </a:ext>
            </a:extLst>
          </p:cNvPr>
          <p:cNvSpPr>
            <a:spLocks xmlns:a="http://schemas.openxmlformats.org/drawingml/2006/main" noGrp="1"/>
          </p:cNvSpPr>
          <p:nvPr/>
        </p:nvSpPr>
        <p:spPr>
          <a:xfrm xmlns:a="http://schemas.openxmlformats.org/drawingml/2006/main">
            <a:off x="532209" y="4602905"/>
            <a:ext cx="6795249" cy="12501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88" b="0" i="0">
                <a:solidFill>
                  <a:srgbClr val="F5F0E8"/>
                </a:solidFill>
                <a:latin typeface="Arial"/>
                <a:ea typeface="Arial"/>
                <a:cs typeface="Arial"/>
              </a:defRPr>
            </a:defPPr>
          </a:lstStyle>
          <a:p xmlns:a="http://schemas.openxmlformats.org/drawingml/2006/main">
            <a:pPr>
              <a:defRPr sz="788" b="0" i="0">
                <a:solidFill>
                  <a:srgbClr val="F5F0E8"/>
                </a:solidFill>
                <a:latin typeface="Arial"/>
                <a:ea typeface="Arial"/>
                <a:cs typeface="Arial"/>
              </a:defRPr>
            </a:pPr>
            <a:r>
              <a:rPr sz="788" b="0" i="0">
                <a:solidFill>
                  <a:srgbClr val="F5F0E8"/>
                </a:solidFill>
                <a:latin typeface="Arial"/>
                <a:ea typeface="Arial"/>
                <a:cs typeface="Arial"/>
              </a:rPr>
              <a:t>Objetivo por implementar: 2 mensajes + soporte en 10% de casos. Escenario S/3.780 − S/1.400 = S/2.380 antes de otros costos. Sin optimizar: S/3.500.</a:t>
            </a:r>
          </a:p>
        </p:txBody>
      </p:sp>
      <p:sp>
        <p:nvSpPr>
          <p:cNvPr id="22" name="text-12-20">
            <a:extLst xmlns:a="http://schemas.openxmlformats.org/drawingml/2006/main">
              <a:ext uri="{FF2B5EF4-FFF2-40B4-BE49-F238E27FC236}">
                <a16:creationId xmlns:a16="http://schemas.microsoft.com/office/drawing/2014/main" id="{A2EBF404-5A83-4E1A-8BE0-C50C3C532928}"/>
              </a:ext>
            </a:extLst>
          </p:cNvPr>
          <p:cNvSpPr>
            <a:spLocks xmlns:a="http://schemas.openxmlformats.org/drawingml/2006/main" noGrp="1"/>
          </p:cNvSpPr>
          <p:nvPr/>
        </p:nvSpPr>
        <p:spPr>
          <a:xfrm xmlns:a="http://schemas.openxmlformats.org/drawingml/2006/main">
            <a:off x="532209" y="4923697"/>
            <a:ext cx="2379322"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F5F0E8"/>
                </a:solidFill>
                <a:latin typeface="Arial"/>
                <a:ea typeface="Arial"/>
                <a:cs typeface="Arial"/>
              </a:defRPr>
            </a:defPPr>
          </a:lstStyle>
          <a:p xmlns:a="http://schemas.openxmlformats.org/drawingml/2006/main">
            <a:pPr>
              <a:defRPr sz="731" b="1" i="0">
                <a:solidFill>
                  <a:srgbClr val="F5F0E8"/>
                </a:solidFill>
                <a:latin typeface="Arial"/>
                <a:ea typeface="Arial"/>
                <a:cs typeface="Arial"/>
              </a:defRPr>
            </a:pPr>
            <a:r>
              <a:rPr sz="731" b="1" i="0">
                <a:solidFill>
                  <a:srgbClr val="F5F0E8"/>
                </a:solidFill>
                <a:latin typeface="Arial"/>
                <a:ea typeface="Arial"/>
                <a:cs typeface="Arial"/>
              </a:rPr>
              <a:t>03 / IMPACTO · COSTO-BENEFICIO / OMNI by 5.5</a:t>
            </a:r>
          </a:p>
        </p:txBody>
      </p:sp>
      <p:sp>
        <p:nvSpPr>
          <p:cNvPr id="23" name="text-12-21">
            <a:extLst xmlns:a="http://schemas.openxmlformats.org/drawingml/2006/main">
              <a:ext uri="{FF2B5EF4-FFF2-40B4-BE49-F238E27FC236}">
                <a16:creationId xmlns:a16="http://schemas.microsoft.com/office/drawing/2014/main" id="{28902196-BE80-4A19-8CDB-F93DA6124B71}"/>
              </a:ext>
            </a:extLst>
          </p:cNvPr>
          <p:cNvSpPr>
            <a:spLocks xmlns:a="http://schemas.openxmlformats.org/drawingml/2006/main" noGrp="1"/>
          </p:cNvSpPr>
          <p:nvPr/>
        </p:nvSpPr>
        <p:spPr>
          <a:xfrm xmlns:a="http://schemas.openxmlformats.org/drawingml/2006/main">
            <a:off x="8446257" y="4923697"/>
            <a:ext cx="377893"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F5F0E8"/>
                </a:solidFill>
                <a:latin typeface="Arial"/>
                <a:ea typeface="Arial"/>
                <a:cs typeface="Arial"/>
              </a:defRPr>
            </a:defPPr>
          </a:lstStyle>
          <a:p xmlns:a="http://schemas.openxmlformats.org/drawingml/2006/main">
            <a:pPr>
              <a:defRPr sz="731" b="1" i="0">
                <a:solidFill>
                  <a:srgbClr val="F5F0E8"/>
                </a:solidFill>
                <a:latin typeface="Arial"/>
                <a:ea typeface="Arial"/>
                <a:cs typeface="Arial"/>
              </a:defRPr>
            </a:pPr>
            <a:r>
              <a:rPr sz="731" b="1" i="0">
                <a:solidFill>
                  <a:srgbClr val="F5F0E8"/>
                </a:solidFill>
                <a:latin typeface="Arial"/>
                <a:ea typeface="Arial"/>
                <a:cs typeface="Arial"/>
              </a:rPr>
              <a:t>12 / 5.5</a:t>
            </a:r>
          </a:p>
        </p:txBody>
      </p:sp>
    </p:spTree>
    <p:extLst>
      <p:ext uri="{BB962C8B-B14F-4D97-AF65-F5344CB8AC3E}">
        <p14:creationId xmlns:p14="http://schemas.microsoft.com/office/powerpoint/2010/main" val="1267116371"/>
      </p:ext>
    </p:extLst>
  </p:cSld>
</p:sld>
</file>

<file path=ppt/slides/slide13.xml><?xml version="1.0" encoding="utf-8"?>
<p:sld xmlns:p="http://schemas.openxmlformats.org/presentationml/2006/main">
  <p:cSld>
    <p:spTree>
      <p:nvGrpSpPr>
        <p:cNvPr id="1" name=""/>
        <p:cNvGrpSpPr/>
        <p:nvPr/>
      </p:nvGrpSpPr>
      <p:grpSpPr>
        <a:xfrm xmlns:a="http://schemas.openxmlformats.org/drawingml/2006/main"/>
      </p:grpSpPr>
      <p:pic>
        <p:nvPicPr>
          <p:cNvPr id="10" name="">
            <a:extLst xmlns:a="http://schemas.openxmlformats.org/drawingml/2006/main">
              <a:ext uri="{FF2B5EF4-FFF2-40B4-BE49-F238E27FC236}">
                <a16:creationId xmlns:a16="http://schemas.microsoft.com/office/drawing/2014/main" id="{D9123482-6639-4224-B356-470A1ACCF824}"/>
              </a:ext>
            </a:extLst>
          </p:cNvPr>
          <p:cNvPicPr>
            <a:picLocks xmlns:a="http://schemas.openxmlformats.org/drawingml/2006/main" noChangeAspect="1"/>
          </p:cNvPicPr>
          <p:nvPr/>
        </p:nvPicPr>
        <p:blipFill>
          <a:blip xmlns:r="http://schemas.openxmlformats.org/officeDocument/2006/relationships" xmlns:a="http://schemas.openxmlformats.org/drawingml/2006/main" r:embed="Rdb3f13ad23fc4401"/>
          <a:stretch xmlns:a="http://schemas.openxmlformats.org/drawingml/2006/main"/>
        </p:blipFill>
        <p:spPr>
          <a:xfrm xmlns:a="http://schemas.openxmlformats.org/drawingml/2006/main">
            <a:off x="0" y="0"/>
            <a:ext cx="9324594" cy="5248656"/>
          </a:xfrm>
          <a:prstGeom xmlns:a="http://schemas.openxmlformats.org/drawingml/2006/main" prst="rect">
            <a:avLst/>
          </a:prstGeom>
        </p:spPr>
      </p:pic>
      <p:sp>
        <p:nvSpPr>
          <p:cNvPr id="2" name="text-13-0">
            <a:extLst xmlns:a="http://schemas.openxmlformats.org/drawingml/2006/main">
              <a:ext uri="{FF2B5EF4-FFF2-40B4-BE49-F238E27FC236}">
                <a16:creationId xmlns:a16="http://schemas.microsoft.com/office/drawing/2014/main" id="{C827A7CF-5509-4C34-998C-EC3F20EFB83F}"/>
              </a:ext>
            </a:extLst>
          </p:cNvPr>
          <p:cNvSpPr>
            <a:spLocks xmlns:a="http://schemas.openxmlformats.org/drawingml/2006/main" noGrp="1"/>
          </p:cNvSpPr>
          <p:nvPr/>
        </p:nvSpPr>
        <p:spPr>
          <a:xfrm xmlns:a="http://schemas.openxmlformats.org/drawingml/2006/main">
            <a:off x="532209" y="382979"/>
            <a:ext cx="753057" cy="1518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956" b="1" i="0">
                <a:solidFill>
                  <a:srgbClr val="F5F0E8"/>
                </a:solidFill>
                <a:latin typeface="Arial"/>
                <a:ea typeface="Arial"/>
                <a:cs typeface="Arial"/>
              </a:defRPr>
            </a:defPPr>
          </a:lstStyle>
          <a:p xmlns:a="http://schemas.openxmlformats.org/drawingml/2006/main">
            <a:pPr>
              <a:defRPr sz="956" b="1" i="0">
                <a:solidFill>
                  <a:srgbClr val="F5F0E8"/>
                </a:solidFill>
                <a:latin typeface="Arial"/>
                <a:ea typeface="Arial"/>
                <a:cs typeface="Arial"/>
              </a:defRPr>
            </a:pPr>
            <a:r>
              <a:rPr sz="956" b="1" i="0">
                <a:solidFill>
                  <a:srgbClr val="F5F0E8"/>
                </a:solidFill>
                <a:latin typeface="Arial"/>
                <a:ea typeface="Arial"/>
                <a:cs typeface="Arial"/>
              </a:rPr>
              <a:t>04 / DEMO</a:t>
            </a:r>
          </a:p>
        </p:txBody>
      </p:sp>
      <p:sp>
        <p:nvSpPr>
          <p:cNvPr id="3" name="text-13-1">
            <a:extLst xmlns:a="http://schemas.openxmlformats.org/drawingml/2006/main">
              <a:ext uri="{FF2B5EF4-FFF2-40B4-BE49-F238E27FC236}">
                <a16:creationId xmlns:a16="http://schemas.microsoft.com/office/drawing/2014/main" id="{57AD38E8-0F24-4058-B730-76625B491E20}"/>
              </a:ext>
            </a:extLst>
          </p:cNvPr>
          <p:cNvSpPr>
            <a:spLocks xmlns:a="http://schemas.openxmlformats.org/drawingml/2006/main" noGrp="1"/>
          </p:cNvSpPr>
          <p:nvPr/>
        </p:nvSpPr>
        <p:spPr>
          <a:xfrm xmlns:a="http://schemas.openxmlformats.org/drawingml/2006/main">
            <a:off x="532209" y="4175327"/>
            <a:ext cx="666893" cy="5357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3375" b="0" i="0">
                <a:solidFill>
                  <a:srgbClr val="FF4053"/>
                </a:solidFill>
                <a:latin typeface="Impact"/>
                <a:ea typeface="Impact"/>
                <a:cs typeface="Impact"/>
              </a:defRPr>
            </a:defPPr>
          </a:lstStyle>
          <a:p xmlns:a="http://schemas.openxmlformats.org/drawingml/2006/main">
            <a:pPr>
              <a:defRPr sz="3375" b="0" i="0">
                <a:solidFill>
                  <a:srgbClr val="FF4053"/>
                </a:solidFill>
                <a:latin typeface="Impact"/>
                <a:ea typeface="Impact"/>
                <a:cs typeface="Impact"/>
              </a:defRPr>
            </a:pPr>
            <a:r>
              <a:rPr sz="3375" b="0" i="0">
                <a:solidFill>
                  <a:srgbClr val="FF4053"/>
                </a:solidFill>
                <a:latin typeface="Impact"/>
                <a:ea typeface="Impact"/>
                <a:cs typeface="Impact"/>
              </a:rPr>
              <a:t>65″</a:t>
            </a:r>
          </a:p>
        </p:txBody>
      </p:sp>
      <p:sp>
        <p:nvSpPr>
          <p:cNvPr id="4" name="text-13-2">
            <a:extLst xmlns:a="http://schemas.openxmlformats.org/drawingml/2006/main">
              <a:ext uri="{FF2B5EF4-FFF2-40B4-BE49-F238E27FC236}">
                <a16:creationId xmlns:a16="http://schemas.microsoft.com/office/drawing/2014/main" id="{F37C762F-0803-4E78-ADFA-95876C408186}"/>
              </a:ext>
            </a:extLst>
          </p:cNvPr>
          <p:cNvSpPr>
            <a:spLocks xmlns:a="http://schemas.openxmlformats.org/drawingml/2006/main" noGrp="1"/>
          </p:cNvSpPr>
          <p:nvPr/>
        </p:nvSpPr>
        <p:spPr>
          <a:xfrm xmlns:a="http://schemas.openxmlformats.org/drawingml/2006/main">
            <a:off x="1360773" y="4223233"/>
            <a:ext cx="2613108" cy="20538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94" b="0" i="0">
                <a:solidFill>
                  <a:srgbClr val="F5F0E8"/>
                </a:solidFill>
                <a:latin typeface="Arial"/>
                <a:ea typeface="Arial"/>
                <a:cs typeface="Arial"/>
              </a:defRPr>
            </a:defPPr>
          </a:lstStyle>
          <a:p xmlns:a="http://schemas.openxmlformats.org/drawingml/2006/main">
            <a:pPr>
              <a:defRPr sz="1294" b="0" i="0">
                <a:solidFill>
                  <a:srgbClr val="F5F0E8"/>
                </a:solidFill>
                <a:latin typeface="Arial"/>
                <a:ea typeface="Arial"/>
                <a:cs typeface="Arial"/>
              </a:defRPr>
            </a:pPr>
            <a:r>
              <a:rPr sz="1294" b="0" i="0">
                <a:solidFill>
                  <a:srgbClr val="F5F0E8"/>
                </a:solidFill>
                <a:latin typeface="Arial"/>
                <a:ea typeface="Arial"/>
                <a:cs typeface="Arial"/>
              </a:rPr>
              <a:t>Canales, registro y revisión interna.</a:t>
            </a:r>
          </a:p>
        </p:txBody>
      </p:sp>
      <p:sp>
        <p:nvSpPr>
          <p:cNvPr id="5" name="text-13-3">
            <a:extLst xmlns:a="http://schemas.openxmlformats.org/drawingml/2006/main">
              <a:ext uri="{FF2B5EF4-FFF2-40B4-BE49-F238E27FC236}">
                <a16:creationId xmlns:a16="http://schemas.microsoft.com/office/drawing/2014/main" id="{D303391B-2086-4571-AD8E-B911B60B7B25}"/>
              </a:ext>
            </a:extLst>
          </p:cNvPr>
          <p:cNvSpPr>
            <a:spLocks xmlns:a="http://schemas.openxmlformats.org/drawingml/2006/main" noGrp="1"/>
          </p:cNvSpPr>
          <p:nvPr/>
        </p:nvSpPr>
        <p:spPr>
          <a:xfrm xmlns:a="http://schemas.openxmlformats.org/drawingml/2006/main">
            <a:off x="1360773" y="4497779"/>
            <a:ext cx="2265621" cy="1518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956" b="0" i="0">
                <a:solidFill>
                  <a:srgbClr val="AAAAAA"/>
                </a:solidFill>
                <a:latin typeface="Arial"/>
                <a:ea typeface="Arial"/>
                <a:cs typeface="Arial"/>
              </a:defRPr>
            </a:defPPr>
          </a:lstStyle>
          <a:p xmlns:a="http://schemas.openxmlformats.org/drawingml/2006/main">
            <a:pPr>
              <a:defRPr sz="956" b="0" i="0">
                <a:solidFill>
                  <a:srgbClr val="AAAAAA"/>
                </a:solidFill>
                <a:latin typeface="Arial"/>
                <a:ea typeface="Arial"/>
                <a:cs typeface="Arial"/>
              </a:defRPr>
            </a:pPr>
            <a:r>
              <a:rPr sz="956" b="0" i="0">
                <a:solidFill>
                  <a:srgbClr val="AAAAAA"/>
                </a:solidFill>
                <a:latin typeface="Arial"/>
                <a:ea typeface="Arial"/>
                <a:cs typeface="Arial"/>
              </a:rPr>
              <a:t>Recorrido técnico aportado por el equipo.</a:t>
            </a:r>
          </a:p>
        </p:txBody>
      </p:sp>
      <p:sp>
        <p:nvSpPr>
          <p:cNvPr id="6" name="text-13-4">
            <a:extLst xmlns:a="http://schemas.openxmlformats.org/drawingml/2006/main">
              <a:ext uri="{FF2B5EF4-FFF2-40B4-BE49-F238E27FC236}">
                <a16:creationId xmlns:a16="http://schemas.microsoft.com/office/drawing/2014/main" id="{8EF90EB7-5F91-49CD-9A03-E7C1E9F68537}"/>
              </a:ext>
            </a:extLst>
          </p:cNvPr>
          <p:cNvSpPr>
            <a:spLocks xmlns:a="http://schemas.openxmlformats.org/drawingml/2006/main" noGrp="1"/>
          </p:cNvSpPr>
          <p:nvPr/>
        </p:nvSpPr>
        <p:spPr>
          <a:xfrm xmlns:a="http://schemas.openxmlformats.org/drawingml/2006/main">
            <a:off x="7925879" y="4362724"/>
            <a:ext cx="723988" cy="16073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013" b="1" i="0">
                <a:solidFill>
                  <a:srgbClr val="F5F0E8"/>
                </a:solidFill>
                <a:latin typeface="Arial"/>
                <a:ea typeface="Arial"/>
                <a:cs typeface="Arial"/>
              </a:defRPr>
            </a:defPPr>
          </a:lstStyle>
          <a:p xmlns:a="http://schemas.openxmlformats.org/drawingml/2006/main">
            <a:pPr>
              <a:defRPr sz="1013" b="1" i="0">
                <a:solidFill>
                  <a:srgbClr val="F5F0E8"/>
                </a:solidFill>
                <a:latin typeface="Arial"/>
                <a:ea typeface="Arial"/>
                <a:cs typeface="Arial"/>
              </a:defRPr>
            </a:pPr>
            <a:r>
              <a:rPr sz="1013" b="1" i="0">
                <a:solidFill>
                  <a:srgbClr val="F5F0E8"/>
                </a:solidFill>
                <a:latin typeface="Arial"/>
                <a:ea typeface="Arial"/>
                <a:cs typeface="Arial"/>
              </a:rPr>
              <a:t>Reproducir</a:t>
            </a:r>
          </a:p>
        </p:txBody>
      </p:sp>
      <p:sp>
        <p:nvSpPr>
          <p:cNvPr id="7" name="text-13-5">
            <a:extLst xmlns:a="http://schemas.openxmlformats.org/drawingml/2006/main">
              <a:ext uri="{FF2B5EF4-FFF2-40B4-BE49-F238E27FC236}">
                <a16:creationId xmlns:a16="http://schemas.microsoft.com/office/drawing/2014/main" id="{9EAF7A79-40A5-4EBB-B30C-F330B59DE136}"/>
              </a:ext>
            </a:extLst>
          </p:cNvPr>
          <p:cNvSpPr>
            <a:spLocks xmlns:a="http://schemas.openxmlformats.org/drawingml/2006/main" noGrp="1"/>
          </p:cNvSpPr>
          <p:nvPr/>
        </p:nvSpPr>
        <p:spPr>
          <a:xfrm xmlns:a="http://schemas.openxmlformats.org/drawingml/2006/main">
            <a:off x="935831" y="3673457"/>
            <a:ext cx="511573" cy="12501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88" b="0" i="0">
                <a:solidFill>
                  <a:srgbClr val="FFFFFF"/>
                </a:solidFill>
                <a:latin typeface="Arial"/>
                <a:ea typeface="Arial"/>
                <a:cs typeface="Arial"/>
              </a:defRPr>
            </a:defPPr>
          </a:lstStyle>
          <a:p xmlns:a="http://schemas.openxmlformats.org/drawingml/2006/main">
            <a:pPr>
              <a:defRPr sz="788" b="0" i="0">
                <a:solidFill>
                  <a:srgbClr val="FFFFFF"/>
                </a:solidFill>
                <a:latin typeface="Arial"/>
                <a:ea typeface="Arial"/>
                <a:cs typeface="Arial"/>
              </a:defRPr>
            </a:pPr>
            <a:r>
              <a:rPr sz="788" b="0" i="0">
                <a:solidFill>
                  <a:srgbClr val="FFFFFF"/>
                </a:solidFill>
                <a:latin typeface="Arial"/>
                <a:ea typeface="Arial"/>
                <a:cs typeface="Arial"/>
              </a:rPr>
              <a:t>0:00 / 1:04</a:t>
            </a:r>
          </a:p>
        </p:txBody>
      </p:sp>
      <p:sp>
        <p:nvSpPr>
          <p:cNvPr id="8" name="text-13-6">
            <a:extLst xmlns:a="http://schemas.openxmlformats.org/drawingml/2006/main">
              <a:ext uri="{FF2B5EF4-FFF2-40B4-BE49-F238E27FC236}">
                <a16:creationId xmlns:a16="http://schemas.microsoft.com/office/drawing/2014/main" id="{638B896D-A2B1-4160-9B81-7AE4DC971E25}"/>
              </a:ext>
            </a:extLst>
          </p:cNvPr>
          <p:cNvSpPr>
            <a:spLocks xmlns:a="http://schemas.openxmlformats.org/drawingml/2006/main" noGrp="1"/>
          </p:cNvSpPr>
          <p:nvPr/>
        </p:nvSpPr>
        <p:spPr>
          <a:xfrm xmlns:a="http://schemas.openxmlformats.org/drawingml/2006/main">
            <a:off x="532209" y="4923697"/>
            <a:ext cx="1200645"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F5F0E8"/>
                </a:solidFill>
                <a:latin typeface="Arial"/>
                <a:ea typeface="Arial"/>
                <a:cs typeface="Arial"/>
              </a:defRPr>
            </a:defPPr>
          </a:lstStyle>
          <a:p xmlns:a="http://schemas.openxmlformats.org/drawingml/2006/main">
            <a:pPr>
              <a:defRPr sz="731" b="1" i="0">
                <a:solidFill>
                  <a:srgbClr val="F5F0E8"/>
                </a:solidFill>
                <a:latin typeface="Arial"/>
                <a:ea typeface="Arial"/>
                <a:cs typeface="Arial"/>
              </a:defRPr>
            </a:pPr>
            <a:r>
              <a:rPr sz="731" b="1" i="0">
                <a:solidFill>
                  <a:srgbClr val="F5F0E8"/>
                </a:solidFill>
                <a:latin typeface="Arial"/>
                <a:ea typeface="Arial"/>
                <a:cs typeface="Arial"/>
              </a:rPr>
              <a:t>04 / DEMO / OMNI by 5.5</a:t>
            </a:r>
          </a:p>
        </p:txBody>
      </p:sp>
      <p:sp>
        <p:nvSpPr>
          <p:cNvPr id="9" name="text-13-7">
            <a:extLst xmlns:a="http://schemas.openxmlformats.org/drawingml/2006/main">
              <a:ext uri="{FF2B5EF4-FFF2-40B4-BE49-F238E27FC236}">
                <a16:creationId xmlns:a16="http://schemas.microsoft.com/office/drawing/2014/main" id="{FFE67C04-3413-4F69-A2E5-35468523AFCB}"/>
              </a:ext>
            </a:extLst>
          </p:cNvPr>
          <p:cNvSpPr>
            <a:spLocks xmlns:a="http://schemas.openxmlformats.org/drawingml/2006/main" noGrp="1"/>
          </p:cNvSpPr>
          <p:nvPr/>
        </p:nvSpPr>
        <p:spPr>
          <a:xfrm xmlns:a="http://schemas.openxmlformats.org/drawingml/2006/main">
            <a:off x="8446257" y="4923697"/>
            <a:ext cx="377893"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F5F0E8"/>
                </a:solidFill>
                <a:latin typeface="Arial"/>
                <a:ea typeface="Arial"/>
                <a:cs typeface="Arial"/>
              </a:defRPr>
            </a:defPPr>
          </a:lstStyle>
          <a:p xmlns:a="http://schemas.openxmlformats.org/drawingml/2006/main">
            <a:pPr>
              <a:defRPr sz="731" b="1" i="0">
                <a:solidFill>
                  <a:srgbClr val="F5F0E8"/>
                </a:solidFill>
                <a:latin typeface="Arial"/>
                <a:ea typeface="Arial"/>
                <a:cs typeface="Arial"/>
              </a:defRPr>
            </a:pPr>
            <a:r>
              <a:rPr sz="731" b="1" i="0">
                <a:solidFill>
                  <a:srgbClr val="F5F0E8"/>
                </a:solidFill>
                <a:latin typeface="Arial"/>
                <a:ea typeface="Arial"/>
                <a:cs typeface="Arial"/>
              </a:rPr>
              <a:t>13 / 5.5</a:t>
            </a:r>
          </a:p>
        </p:txBody>
      </p:sp>
      <p:pic xmlns:a="http://schemas.openxmlformats.org/drawingml/2006/main" xmlns:r="http://schemas.openxmlformats.org/officeDocument/2006/relationships" xmlns:p14="http://schemas.microsoft.com/office/powerpoint/2010/main">
        <p:nvPicPr>
          <p:cNvPr id="9001" name="Video del recorrido OMNI">
            <a:hlinkClick action="ppaction://media"/>
          </p:cNvPr>
          <p:cNvPicPr>
            <a:picLocks noChangeAspect="1"/>
          </p:cNvPicPr>
          <p:nvPr>
            <a:videoFile r:link="rIdOmniVideo"/>
            <p:extLst>
              <p:ext uri="{DAA4B4D4-4A18-4A04-BB38-E293135EFD55}">
                <p14:media r:embed="rIdOmniMedia"/>
              </p:ext>
            </p:extLst>
          </p:nvPr>
        </p:nvPicPr>
        <p:blipFill>
          <a:blip r:embed="rIdOmniPoster"/>
          <a:stretch>
            <a:fillRect/>
          </a:stretch>
        </p:blipFill>
        <p:spPr>
          <a:xfrm>
            <a:off x="590550" y="723900"/>
            <a:ext cx="7353300" cy="3333750"/>
          </a:xfrm>
          <a:prstGeom prst="rect">
            <a:avLst/>
          </a:prstGeom>
        </p:spPr>
      </p:pic>
    </p:spTree>
    <p:extLst>
      <p:ext uri="{BB962C8B-B14F-4D97-AF65-F5344CB8AC3E}">
        <p14:creationId xmlns:p14="http://schemas.microsoft.com/office/powerpoint/2010/main" val="1130542787"/>
      </p:ext>
    </p:extLst>
  </p:cSld>
</p:sld>
</file>

<file path=ppt/slides/slide14.xml><?xml version="1.0" encoding="utf-8"?>
<p:sld xmlns:p="http://schemas.openxmlformats.org/presentationml/2006/main">
  <p:cSld>
    <p:spTree>
      <p:nvGrpSpPr>
        <p:cNvPr id="1" name=""/>
        <p:cNvGrpSpPr/>
        <p:nvPr/>
      </p:nvGrpSpPr>
      <p:grpSpPr>
        <a:xfrm xmlns:a="http://schemas.openxmlformats.org/drawingml/2006/main"/>
      </p:grpSpPr>
      <p:pic>
        <p:nvPicPr>
          <p:cNvPr id="24" name="">
            <a:extLst xmlns:a="http://schemas.openxmlformats.org/drawingml/2006/main">
              <a:ext uri="{FF2B5EF4-FFF2-40B4-BE49-F238E27FC236}">
                <a16:creationId xmlns:a16="http://schemas.microsoft.com/office/drawing/2014/main" id="{B860B659-5AF4-4F6A-ACC0-5E60A0CDD311}"/>
              </a:ext>
            </a:extLst>
          </p:cNvPr>
          <p:cNvPicPr>
            <a:picLocks xmlns:a="http://schemas.openxmlformats.org/drawingml/2006/main" noChangeAspect="1"/>
          </p:cNvPicPr>
          <p:nvPr/>
        </p:nvPicPr>
        <p:blipFill>
          <a:blip xmlns:r="http://schemas.openxmlformats.org/officeDocument/2006/relationships" xmlns:a="http://schemas.openxmlformats.org/drawingml/2006/main" r:embed="R0ac649dbdb544b65"/>
          <a:stretch xmlns:a="http://schemas.openxmlformats.org/drawingml/2006/main"/>
        </p:blipFill>
        <p:spPr>
          <a:xfrm xmlns:a="http://schemas.openxmlformats.org/drawingml/2006/main">
            <a:off x="0" y="0"/>
            <a:ext cx="9324594" cy="5248656"/>
          </a:xfrm>
          <a:prstGeom xmlns:a="http://schemas.openxmlformats.org/drawingml/2006/main" prst="rect">
            <a:avLst/>
          </a:prstGeom>
        </p:spPr>
      </p:pic>
      <p:sp>
        <p:nvSpPr>
          <p:cNvPr id="2" name="text-14-0">
            <a:extLst xmlns:a="http://schemas.openxmlformats.org/drawingml/2006/main">
              <a:ext uri="{FF2B5EF4-FFF2-40B4-BE49-F238E27FC236}">
                <a16:creationId xmlns:a16="http://schemas.microsoft.com/office/drawing/2014/main" id="{36EEBA51-2ABA-4BB4-9B3C-59E5388A5ED2}"/>
              </a:ext>
            </a:extLst>
          </p:cNvPr>
          <p:cNvSpPr>
            <a:spLocks xmlns:a="http://schemas.openxmlformats.org/drawingml/2006/main" noGrp="1"/>
          </p:cNvSpPr>
          <p:nvPr/>
        </p:nvSpPr>
        <p:spPr>
          <a:xfrm xmlns:a="http://schemas.openxmlformats.org/drawingml/2006/main">
            <a:off x="532209" y="382979"/>
            <a:ext cx="1328277" cy="1518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956" b="1" i="0">
                <a:solidFill>
                  <a:srgbClr val="0B0B0B"/>
                </a:solidFill>
                <a:latin typeface="Arial"/>
                <a:ea typeface="Arial"/>
                <a:cs typeface="Arial"/>
              </a:defRPr>
            </a:defPPr>
          </a:lstStyle>
          <a:p xmlns:a="http://schemas.openxmlformats.org/drawingml/2006/main">
            <a:pPr>
              <a:defRPr sz="956" b="1" i="0">
                <a:solidFill>
                  <a:srgbClr val="0B0B0B"/>
                </a:solidFill>
                <a:latin typeface="Arial"/>
                <a:ea typeface="Arial"/>
                <a:cs typeface="Arial"/>
              </a:defRPr>
            </a:pPr>
            <a:r>
              <a:rPr sz="956" b="1" i="0">
                <a:solidFill>
                  <a:srgbClr val="0B0B0B"/>
                </a:solidFill>
                <a:latin typeface="Arial"/>
                <a:ea typeface="Arial"/>
                <a:cs typeface="Arial"/>
              </a:rPr>
              <a:t>PRÓXIMOS PASOS</a:t>
            </a:r>
          </a:p>
        </p:txBody>
      </p:sp>
      <p:sp>
        <p:nvSpPr>
          <p:cNvPr id="3" name="text-14-1">
            <a:extLst xmlns:a="http://schemas.openxmlformats.org/drawingml/2006/main">
              <a:ext uri="{FF2B5EF4-FFF2-40B4-BE49-F238E27FC236}">
                <a16:creationId xmlns:a16="http://schemas.microsoft.com/office/drawing/2014/main" id="{AADAB34E-5236-4777-9D4A-CD8CB5EF2333}"/>
              </a:ext>
            </a:extLst>
          </p:cNvPr>
          <p:cNvSpPr>
            <a:spLocks xmlns:a="http://schemas.openxmlformats.org/drawingml/2006/main" noGrp="1"/>
          </p:cNvSpPr>
          <p:nvPr/>
        </p:nvSpPr>
        <p:spPr>
          <a:xfrm xmlns:a="http://schemas.openxmlformats.org/drawingml/2006/main">
            <a:off x="532209" y="674261"/>
            <a:ext cx="3420598" cy="62507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3938" b="0" i="0">
                <a:solidFill>
                  <a:srgbClr val="0B0B0B"/>
                </a:solidFill>
                <a:latin typeface="Impact"/>
                <a:ea typeface="Impact"/>
                <a:cs typeface="Impact"/>
              </a:defRPr>
            </a:defPPr>
          </a:lstStyle>
          <a:p xmlns:a="http://schemas.openxmlformats.org/drawingml/2006/main">
            <a:pPr>
              <a:defRPr sz="3938" b="0" i="0">
                <a:solidFill>
                  <a:srgbClr val="0B0B0B"/>
                </a:solidFill>
                <a:latin typeface="Impact"/>
                <a:ea typeface="Impact"/>
                <a:cs typeface="Impact"/>
              </a:defRPr>
            </a:pPr>
            <a:r>
              <a:rPr sz="3938" b="0" i="0">
                <a:solidFill>
                  <a:srgbClr val="0B0B0B"/>
                </a:solidFill>
                <a:latin typeface="Impact"/>
                <a:ea typeface="Impact"/>
                <a:cs typeface="Impact"/>
              </a:rPr>
              <a:t>EL SIGUIENTE PASO</a:t>
            </a:r>
          </a:p>
        </p:txBody>
      </p:sp>
      <p:sp>
        <p:nvSpPr>
          <p:cNvPr id="4" name="text-14-2">
            <a:extLst xmlns:a="http://schemas.openxmlformats.org/drawingml/2006/main">
              <a:ext uri="{FF2B5EF4-FFF2-40B4-BE49-F238E27FC236}">
                <a16:creationId xmlns:a16="http://schemas.microsoft.com/office/drawing/2014/main" id="{187B2DC6-A571-438D-ABBB-B07421B87E0B}"/>
              </a:ext>
            </a:extLst>
          </p:cNvPr>
          <p:cNvSpPr>
            <a:spLocks xmlns:a="http://schemas.openxmlformats.org/drawingml/2006/main" noGrp="1"/>
          </p:cNvSpPr>
          <p:nvPr/>
        </p:nvSpPr>
        <p:spPr>
          <a:xfrm xmlns:a="http://schemas.openxmlformats.org/drawingml/2006/main">
            <a:off x="532209" y="1181467"/>
            <a:ext cx="5689527" cy="62507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3938" b="0" i="0">
                <a:solidFill>
                  <a:srgbClr val="0B0B0B"/>
                </a:solidFill>
                <a:latin typeface="Impact"/>
                <a:ea typeface="Impact"/>
                <a:cs typeface="Impact"/>
              </a:defRPr>
            </a:defPPr>
          </a:lstStyle>
          <a:p xmlns:a="http://schemas.openxmlformats.org/drawingml/2006/main">
            <a:pPr>
              <a:defRPr sz="3938" b="0" i="0">
                <a:solidFill>
                  <a:srgbClr val="0B0B0B"/>
                </a:solidFill>
                <a:latin typeface="Impact"/>
                <a:ea typeface="Impact"/>
                <a:cs typeface="Impact"/>
              </a:defRPr>
            </a:pPr>
            <a:r>
              <a:rPr sz="3938" b="0" i="0">
                <a:solidFill>
                  <a:srgbClr val="0B0B0B"/>
                </a:solidFill>
                <a:latin typeface="Impact"/>
                <a:ea typeface="Impact"/>
                <a:cs typeface="Impact"/>
              </a:rPr>
              <a:t>ES VENDER CON MÁS CONTEXTO</a:t>
            </a:r>
          </a:p>
        </p:txBody>
      </p:sp>
      <p:sp>
        <p:nvSpPr>
          <p:cNvPr id="5" name="text-14-3">
            <a:extLst xmlns:a="http://schemas.openxmlformats.org/drawingml/2006/main">
              <a:ext uri="{FF2B5EF4-FFF2-40B4-BE49-F238E27FC236}">
                <a16:creationId xmlns:a16="http://schemas.microsoft.com/office/drawing/2014/main" id="{7C3A26DE-E94B-40E8-9894-B7FED0C7F542}"/>
              </a:ext>
            </a:extLst>
          </p:cNvPr>
          <p:cNvSpPr>
            <a:spLocks xmlns:a="http://schemas.openxmlformats.org/drawingml/2006/main" noGrp="1"/>
          </p:cNvSpPr>
          <p:nvPr/>
        </p:nvSpPr>
        <p:spPr>
          <a:xfrm xmlns:a="http://schemas.openxmlformats.org/drawingml/2006/main">
            <a:off x="532209" y="2063790"/>
            <a:ext cx="1681254" cy="17859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125" b="1" i="0">
                <a:solidFill>
                  <a:srgbClr val="DC0A1E"/>
                </a:solidFill>
                <a:latin typeface="Arial"/>
                <a:ea typeface="Arial"/>
                <a:cs typeface="Arial"/>
              </a:defRPr>
            </a:defPPr>
          </a:lstStyle>
          <a:p xmlns:a="http://schemas.openxmlformats.org/drawingml/2006/main">
            <a:pPr>
              <a:defRPr sz="1125" b="1" i="0">
                <a:solidFill>
                  <a:srgbClr val="DC0A1E"/>
                </a:solidFill>
                <a:latin typeface="Arial"/>
                <a:ea typeface="Arial"/>
                <a:cs typeface="Arial"/>
              </a:defRPr>
            </a:pPr>
            <a:r>
              <a:rPr sz="1125" b="1" i="0">
                <a:solidFill>
                  <a:srgbClr val="DC0A1E"/>
                </a:solidFill>
                <a:latin typeface="Arial"/>
                <a:ea typeface="Arial"/>
                <a:cs typeface="Arial"/>
              </a:rPr>
              <a:t>01 / ATENCIÓN HÍBRIDA</a:t>
            </a:r>
          </a:p>
        </p:txBody>
      </p:sp>
      <p:sp>
        <p:nvSpPr>
          <p:cNvPr id="6" name="text-14-4">
            <a:extLst xmlns:a="http://schemas.openxmlformats.org/drawingml/2006/main">
              <a:ext uri="{FF2B5EF4-FFF2-40B4-BE49-F238E27FC236}">
                <a16:creationId xmlns:a16="http://schemas.microsoft.com/office/drawing/2014/main" id="{4E7DDBDF-5B30-49BF-AE5D-3610883D690C}"/>
              </a:ext>
            </a:extLst>
          </p:cNvPr>
          <p:cNvSpPr>
            <a:spLocks xmlns:a="http://schemas.openxmlformats.org/drawingml/2006/main" noGrp="1"/>
          </p:cNvSpPr>
          <p:nvPr/>
        </p:nvSpPr>
        <p:spPr>
          <a:xfrm xmlns:a="http://schemas.openxmlformats.org/drawingml/2006/main">
            <a:off x="532209" y="2403607"/>
            <a:ext cx="2567672" cy="23217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463" b="0" i="0">
                <a:solidFill>
                  <a:srgbClr val="0B0B0B"/>
                </a:solidFill>
                <a:latin typeface="Arial"/>
                <a:ea typeface="Arial"/>
                <a:cs typeface="Arial"/>
              </a:defRPr>
            </a:defPPr>
          </a:lstStyle>
          <a:p xmlns:a="http://schemas.openxmlformats.org/drawingml/2006/main">
            <a:pPr>
              <a:defRPr sz="1463" b="0" i="0">
                <a:solidFill>
                  <a:srgbClr val="0B0B0B"/>
                </a:solidFill>
                <a:latin typeface="Arial"/>
                <a:ea typeface="Arial"/>
                <a:cs typeface="Arial"/>
              </a:defRPr>
            </a:pPr>
            <a:r>
              <a:rPr sz="1463" b="0" i="0">
                <a:solidFill>
                  <a:srgbClr val="0B0B0B"/>
                </a:solidFill>
                <a:latin typeface="Arial"/>
                <a:ea typeface="Arial"/>
                <a:cs typeface="Arial"/>
              </a:rPr>
              <a:t>Pasar de la IA a un asesor con</a:t>
            </a:r>
          </a:p>
        </p:txBody>
      </p:sp>
      <p:sp>
        <p:nvSpPr>
          <p:cNvPr id="7" name="text-14-5">
            <a:extLst xmlns:a="http://schemas.openxmlformats.org/drawingml/2006/main">
              <a:ext uri="{FF2B5EF4-FFF2-40B4-BE49-F238E27FC236}">
                <a16:creationId xmlns:a16="http://schemas.microsoft.com/office/drawing/2014/main" id="{6465750A-0AEE-4C99-A7FB-1C0D925A7264}"/>
              </a:ext>
            </a:extLst>
          </p:cNvPr>
          <p:cNvSpPr>
            <a:spLocks xmlns:a="http://schemas.openxmlformats.org/drawingml/2006/main" noGrp="1"/>
          </p:cNvSpPr>
          <p:nvPr/>
        </p:nvSpPr>
        <p:spPr>
          <a:xfrm xmlns:a="http://schemas.openxmlformats.org/drawingml/2006/main">
            <a:off x="532209" y="2675069"/>
            <a:ext cx="791823" cy="23217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463" b="0" i="0">
                <a:solidFill>
                  <a:srgbClr val="0B0B0B"/>
                </a:solidFill>
                <a:latin typeface="Arial"/>
                <a:ea typeface="Arial"/>
                <a:cs typeface="Arial"/>
              </a:defRPr>
            </a:defPPr>
          </a:lstStyle>
          <a:p xmlns:a="http://schemas.openxmlformats.org/drawingml/2006/main">
            <a:pPr>
              <a:defRPr sz="1463" b="0" i="0">
                <a:solidFill>
                  <a:srgbClr val="0B0B0B"/>
                </a:solidFill>
                <a:latin typeface="Arial"/>
                <a:ea typeface="Arial"/>
                <a:cs typeface="Arial"/>
              </a:defRPr>
            </a:pPr>
            <a:r>
              <a:rPr sz="1463" b="0" i="0">
                <a:solidFill>
                  <a:srgbClr val="0B0B0B"/>
                </a:solidFill>
                <a:latin typeface="Arial"/>
                <a:ea typeface="Arial"/>
                <a:cs typeface="Arial"/>
              </a:rPr>
              <a:t>contexto.</a:t>
            </a:r>
          </a:p>
        </p:txBody>
      </p:sp>
      <p:sp>
        <p:nvSpPr>
          <p:cNvPr id="8" name="text-14-6">
            <a:extLst xmlns:a="http://schemas.openxmlformats.org/drawingml/2006/main">
              <a:ext uri="{FF2B5EF4-FFF2-40B4-BE49-F238E27FC236}">
                <a16:creationId xmlns:a16="http://schemas.microsoft.com/office/drawing/2014/main" id="{2C81FA2B-7CA1-4650-AAA1-CD2E9B20432B}"/>
              </a:ext>
            </a:extLst>
          </p:cNvPr>
          <p:cNvSpPr>
            <a:spLocks xmlns:a="http://schemas.openxmlformats.org/drawingml/2006/main" noGrp="1"/>
          </p:cNvSpPr>
          <p:nvPr/>
        </p:nvSpPr>
        <p:spPr>
          <a:xfrm xmlns:a="http://schemas.openxmlformats.org/drawingml/2006/main">
            <a:off x="532209" y="3064592"/>
            <a:ext cx="2364141" cy="18752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181" b="0" i="0">
                <a:solidFill>
                  <a:srgbClr val="0B0B0B"/>
                </a:solidFill>
                <a:latin typeface="Arial"/>
                <a:ea typeface="Arial"/>
                <a:cs typeface="Arial"/>
              </a:defRPr>
            </a:defPPr>
          </a:lstStyle>
          <a:p xmlns:a="http://schemas.openxmlformats.org/drawingml/2006/main">
            <a:pPr>
              <a:defRPr sz="1181" b="0" i="0">
                <a:solidFill>
                  <a:srgbClr val="0B0B0B"/>
                </a:solidFill>
                <a:latin typeface="Arial"/>
                <a:ea typeface="Arial"/>
                <a:cs typeface="Arial"/>
              </a:defRPr>
            </a:pPr>
            <a:r>
              <a:rPr sz="1181" b="0" i="0">
                <a:solidFill>
                  <a:srgbClr val="0B0B0B"/>
                </a:solidFill>
                <a:latin typeface="Arial"/>
                <a:ea typeface="Arial"/>
                <a:cs typeface="Arial"/>
              </a:rPr>
              <a:t>Resolver excepciones sin repetir el</a:t>
            </a:r>
          </a:p>
        </p:txBody>
      </p:sp>
      <p:sp>
        <p:nvSpPr>
          <p:cNvPr id="9" name="text-14-7">
            <a:extLst xmlns:a="http://schemas.openxmlformats.org/drawingml/2006/main">
              <a:ext uri="{FF2B5EF4-FFF2-40B4-BE49-F238E27FC236}">
                <a16:creationId xmlns:a16="http://schemas.microsoft.com/office/drawing/2014/main" id="{3DD3049C-709E-43C8-AC2F-0102AE901C0E}"/>
              </a:ext>
            </a:extLst>
          </p:cNvPr>
          <p:cNvSpPr>
            <a:spLocks xmlns:a="http://schemas.openxmlformats.org/drawingml/2006/main" noGrp="1"/>
          </p:cNvSpPr>
          <p:nvPr/>
        </p:nvSpPr>
        <p:spPr>
          <a:xfrm xmlns:a="http://schemas.openxmlformats.org/drawingml/2006/main">
            <a:off x="532209" y="3286048"/>
            <a:ext cx="396645" cy="18752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181" b="0" i="0">
                <a:solidFill>
                  <a:srgbClr val="0B0B0B"/>
                </a:solidFill>
                <a:latin typeface="Arial"/>
                <a:ea typeface="Arial"/>
                <a:cs typeface="Arial"/>
              </a:defRPr>
            </a:defPPr>
          </a:lstStyle>
          <a:p xmlns:a="http://schemas.openxmlformats.org/drawingml/2006/main">
            <a:pPr>
              <a:defRPr sz="1181" b="0" i="0">
                <a:solidFill>
                  <a:srgbClr val="0B0B0B"/>
                </a:solidFill>
                <a:latin typeface="Arial"/>
                <a:ea typeface="Arial"/>
                <a:cs typeface="Arial"/>
              </a:defRPr>
            </a:pPr>
            <a:r>
              <a:rPr sz="1181" b="0" i="0">
                <a:solidFill>
                  <a:srgbClr val="0B0B0B"/>
                </a:solidFill>
                <a:latin typeface="Arial"/>
                <a:ea typeface="Arial"/>
                <a:cs typeface="Arial"/>
              </a:rPr>
              <a:t>caso.</a:t>
            </a:r>
          </a:p>
        </p:txBody>
      </p:sp>
      <p:sp>
        <p:nvSpPr>
          <p:cNvPr id="10" name="text-14-8">
            <a:extLst xmlns:a="http://schemas.openxmlformats.org/drawingml/2006/main">
              <a:ext uri="{FF2B5EF4-FFF2-40B4-BE49-F238E27FC236}">
                <a16:creationId xmlns:a16="http://schemas.microsoft.com/office/drawing/2014/main" id="{4F5A2FB8-98EF-41CD-A557-6665ACA41960}"/>
              </a:ext>
            </a:extLst>
          </p:cNvPr>
          <p:cNvSpPr>
            <a:spLocks xmlns:a="http://schemas.openxmlformats.org/drawingml/2006/main" noGrp="1"/>
          </p:cNvSpPr>
          <p:nvPr/>
        </p:nvSpPr>
        <p:spPr>
          <a:xfrm xmlns:a="http://schemas.openxmlformats.org/drawingml/2006/main">
            <a:off x="3375422" y="2063790"/>
            <a:ext cx="1619496" cy="17859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125" b="1" i="0">
                <a:solidFill>
                  <a:srgbClr val="DC0A1E"/>
                </a:solidFill>
                <a:latin typeface="Arial"/>
                <a:ea typeface="Arial"/>
                <a:cs typeface="Arial"/>
              </a:defRPr>
            </a:defPPr>
          </a:lstStyle>
          <a:p xmlns:a="http://schemas.openxmlformats.org/drawingml/2006/main">
            <a:pPr>
              <a:defRPr sz="1125" b="1" i="0">
                <a:solidFill>
                  <a:srgbClr val="DC0A1E"/>
                </a:solidFill>
                <a:latin typeface="Arial"/>
                <a:ea typeface="Arial"/>
                <a:cs typeface="Arial"/>
              </a:defRPr>
            </a:pPr>
            <a:r>
              <a:rPr sz="1125" b="1" i="0">
                <a:solidFill>
                  <a:srgbClr val="DC0A1E"/>
                </a:solidFill>
                <a:latin typeface="Arial"/>
                <a:ea typeface="Arial"/>
                <a:cs typeface="Arial"/>
              </a:rPr>
              <a:t>02 / SEGUIMIENTO + IA</a:t>
            </a:r>
          </a:p>
        </p:txBody>
      </p:sp>
      <p:sp>
        <p:nvSpPr>
          <p:cNvPr id="11" name="text-14-9">
            <a:extLst xmlns:a="http://schemas.openxmlformats.org/drawingml/2006/main">
              <a:ext uri="{FF2B5EF4-FFF2-40B4-BE49-F238E27FC236}">
                <a16:creationId xmlns:a16="http://schemas.microsoft.com/office/drawing/2014/main" id="{06B6C477-49DA-43E0-874C-3336C80BF8F7}"/>
              </a:ext>
            </a:extLst>
          </p:cNvPr>
          <p:cNvSpPr>
            <a:spLocks xmlns:a="http://schemas.openxmlformats.org/drawingml/2006/main" noGrp="1"/>
          </p:cNvSpPr>
          <p:nvPr/>
        </p:nvSpPr>
        <p:spPr>
          <a:xfrm xmlns:a="http://schemas.openxmlformats.org/drawingml/2006/main">
            <a:off x="3375422" y="2403607"/>
            <a:ext cx="1731469" cy="23217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463" b="0" i="0">
                <a:solidFill>
                  <a:srgbClr val="0B0B0B"/>
                </a:solidFill>
                <a:latin typeface="Arial"/>
                <a:ea typeface="Arial"/>
                <a:cs typeface="Arial"/>
              </a:defRPr>
            </a:defPPr>
          </a:lstStyle>
          <a:p xmlns:a="http://schemas.openxmlformats.org/drawingml/2006/main">
            <a:pPr>
              <a:defRPr sz="1463" b="0" i="0">
                <a:solidFill>
                  <a:srgbClr val="0B0B0B"/>
                </a:solidFill>
                <a:latin typeface="Arial"/>
                <a:ea typeface="Arial"/>
                <a:cs typeface="Arial"/>
              </a:defRPr>
            </a:pPr>
            <a:r>
              <a:rPr sz="1463" b="0" i="0">
                <a:solidFill>
                  <a:srgbClr val="0B0B0B"/>
                </a:solidFill>
                <a:latin typeface="Arial"/>
                <a:ea typeface="Arial"/>
                <a:cs typeface="Arial"/>
              </a:rPr>
              <a:t>Entender por qué no</a:t>
            </a:r>
          </a:p>
        </p:txBody>
      </p:sp>
      <p:sp>
        <p:nvSpPr>
          <p:cNvPr id="12" name="text-14-10">
            <a:extLst xmlns:a="http://schemas.openxmlformats.org/drawingml/2006/main">
              <a:ext uri="{FF2B5EF4-FFF2-40B4-BE49-F238E27FC236}">
                <a16:creationId xmlns:a16="http://schemas.microsoft.com/office/drawing/2014/main" id="{1FAF425C-5D09-4F67-922B-58291DBFBDDA}"/>
              </a:ext>
            </a:extLst>
          </p:cNvPr>
          <p:cNvSpPr>
            <a:spLocks xmlns:a="http://schemas.openxmlformats.org/drawingml/2006/main" noGrp="1"/>
          </p:cNvSpPr>
          <p:nvPr/>
        </p:nvSpPr>
        <p:spPr>
          <a:xfrm xmlns:a="http://schemas.openxmlformats.org/drawingml/2006/main">
            <a:off x="3375422" y="2675069"/>
            <a:ext cx="1772146" cy="23217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463" b="0" i="0">
                <a:solidFill>
                  <a:srgbClr val="0B0B0B"/>
                </a:solidFill>
                <a:latin typeface="Arial"/>
                <a:ea typeface="Arial"/>
                <a:cs typeface="Arial"/>
              </a:defRPr>
            </a:defPPr>
          </a:lstStyle>
          <a:p xmlns:a="http://schemas.openxmlformats.org/drawingml/2006/main">
            <a:pPr>
              <a:defRPr sz="1463" b="0" i="0">
                <a:solidFill>
                  <a:srgbClr val="0B0B0B"/>
                </a:solidFill>
                <a:latin typeface="Arial"/>
                <a:ea typeface="Arial"/>
                <a:cs typeface="Arial"/>
              </a:defRPr>
            </a:pPr>
            <a:r>
              <a:rPr sz="1463" b="0" i="0">
                <a:solidFill>
                  <a:srgbClr val="0B0B0B"/>
                </a:solidFill>
                <a:latin typeface="Arial"/>
                <a:ea typeface="Arial"/>
                <a:cs typeface="Arial"/>
              </a:rPr>
              <a:t>compraron y volver a</a:t>
            </a:r>
          </a:p>
        </p:txBody>
      </p:sp>
      <p:sp>
        <p:nvSpPr>
          <p:cNvPr id="13" name="text-14-11">
            <a:extLst xmlns:a="http://schemas.openxmlformats.org/drawingml/2006/main">
              <a:ext uri="{FF2B5EF4-FFF2-40B4-BE49-F238E27FC236}">
                <a16:creationId xmlns:a16="http://schemas.microsoft.com/office/drawing/2014/main" id="{C3604101-8B90-4AD1-8B79-E0CA2C4C12C5}"/>
              </a:ext>
            </a:extLst>
          </p:cNvPr>
          <p:cNvSpPr>
            <a:spLocks xmlns:a="http://schemas.openxmlformats.org/drawingml/2006/main" noGrp="1"/>
          </p:cNvSpPr>
          <p:nvPr/>
        </p:nvSpPr>
        <p:spPr>
          <a:xfrm xmlns:a="http://schemas.openxmlformats.org/drawingml/2006/main">
            <a:off x="3375422" y="2939388"/>
            <a:ext cx="1256166" cy="23217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463" b="0" i="0">
                <a:solidFill>
                  <a:srgbClr val="0B0B0B"/>
                </a:solidFill>
                <a:latin typeface="Arial"/>
                <a:ea typeface="Arial"/>
                <a:cs typeface="Arial"/>
              </a:defRPr>
            </a:defPPr>
          </a:lstStyle>
          <a:p xmlns:a="http://schemas.openxmlformats.org/drawingml/2006/main">
            <a:pPr>
              <a:defRPr sz="1463" b="0" i="0">
                <a:solidFill>
                  <a:srgbClr val="0B0B0B"/>
                </a:solidFill>
                <a:latin typeface="Arial"/>
                <a:ea typeface="Arial"/>
                <a:cs typeface="Arial"/>
              </a:defRPr>
            </a:pPr>
            <a:r>
              <a:rPr sz="1463" b="0" i="0">
                <a:solidFill>
                  <a:srgbClr val="0B0B0B"/>
                </a:solidFill>
                <a:latin typeface="Arial"/>
                <a:ea typeface="Arial"/>
                <a:cs typeface="Arial"/>
              </a:rPr>
              <a:t>acompañarlos.</a:t>
            </a:r>
          </a:p>
        </p:txBody>
      </p:sp>
      <p:sp>
        <p:nvSpPr>
          <p:cNvPr id="14" name="text-14-12">
            <a:extLst xmlns:a="http://schemas.openxmlformats.org/drawingml/2006/main">
              <a:ext uri="{FF2B5EF4-FFF2-40B4-BE49-F238E27FC236}">
                <a16:creationId xmlns:a16="http://schemas.microsoft.com/office/drawing/2014/main" id="{2136C9EE-B6D0-4FD7-8B36-13F9F5616F6C}"/>
              </a:ext>
            </a:extLst>
          </p:cNvPr>
          <p:cNvSpPr>
            <a:spLocks xmlns:a="http://schemas.openxmlformats.org/drawingml/2006/main" noGrp="1"/>
          </p:cNvSpPr>
          <p:nvPr/>
        </p:nvSpPr>
        <p:spPr>
          <a:xfrm xmlns:a="http://schemas.openxmlformats.org/drawingml/2006/main">
            <a:off x="3375422" y="3336055"/>
            <a:ext cx="1989245" cy="18752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181" b="0" i="0">
                <a:solidFill>
                  <a:srgbClr val="0B0B0B"/>
                </a:solidFill>
                <a:latin typeface="Arial"/>
                <a:ea typeface="Arial"/>
                <a:cs typeface="Arial"/>
              </a:defRPr>
            </a:defPPr>
          </a:lstStyle>
          <a:p xmlns:a="http://schemas.openxmlformats.org/drawingml/2006/main">
            <a:pPr>
              <a:defRPr sz="1181" b="0" i="0">
                <a:solidFill>
                  <a:srgbClr val="0B0B0B"/>
                </a:solidFill>
                <a:latin typeface="Arial"/>
                <a:ea typeface="Arial"/>
                <a:cs typeface="Arial"/>
              </a:defRPr>
            </a:pPr>
            <a:r>
              <a:rPr sz="1181" b="0" i="0">
                <a:solidFill>
                  <a:srgbClr val="0B0B0B"/>
                </a:solidFill>
                <a:latin typeface="Arial"/>
                <a:ea typeface="Arial"/>
                <a:cs typeface="Arial"/>
              </a:rPr>
              <a:t>Probar campañas y cupones,</a:t>
            </a:r>
          </a:p>
        </p:txBody>
      </p:sp>
      <p:sp>
        <p:nvSpPr>
          <p:cNvPr id="15" name="text-14-13">
            <a:extLst xmlns:a="http://schemas.openxmlformats.org/drawingml/2006/main">
              <a:ext uri="{FF2B5EF4-FFF2-40B4-BE49-F238E27FC236}">
                <a16:creationId xmlns:a16="http://schemas.microsoft.com/office/drawing/2014/main" id="{88A7D2D6-660C-4B1C-8295-DD5F1D6BDD3D}"/>
              </a:ext>
            </a:extLst>
          </p:cNvPr>
          <p:cNvSpPr>
            <a:spLocks xmlns:a="http://schemas.openxmlformats.org/drawingml/2006/main" noGrp="1"/>
          </p:cNvSpPr>
          <p:nvPr/>
        </p:nvSpPr>
        <p:spPr>
          <a:xfrm xmlns:a="http://schemas.openxmlformats.org/drawingml/2006/main">
            <a:off x="3375422" y="3550367"/>
            <a:ext cx="1238701" cy="18752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181" b="0" i="0">
                <a:solidFill>
                  <a:srgbClr val="0B0B0B"/>
                </a:solidFill>
                <a:latin typeface="Arial"/>
                <a:ea typeface="Arial"/>
                <a:cs typeface="Arial"/>
              </a:defRPr>
            </a:defPPr>
          </a:lstStyle>
          <a:p xmlns:a="http://schemas.openxmlformats.org/drawingml/2006/main">
            <a:pPr>
              <a:defRPr sz="1181" b="0" i="0">
                <a:solidFill>
                  <a:srgbClr val="0B0B0B"/>
                </a:solidFill>
                <a:latin typeface="Arial"/>
                <a:ea typeface="Arial"/>
                <a:cs typeface="Arial"/>
              </a:defRPr>
            </a:pPr>
            <a:r>
              <a:rPr sz="1181" b="0" i="0">
                <a:solidFill>
                  <a:srgbClr val="0B0B0B"/>
                </a:solidFill>
                <a:latin typeface="Arial"/>
                <a:ea typeface="Arial"/>
                <a:cs typeface="Arial"/>
              </a:rPr>
              <a:t>midiendo margen.</a:t>
            </a:r>
          </a:p>
        </p:txBody>
      </p:sp>
      <p:sp>
        <p:nvSpPr>
          <p:cNvPr id="16" name="text-14-14">
            <a:extLst xmlns:a="http://schemas.openxmlformats.org/drawingml/2006/main">
              <a:ext uri="{FF2B5EF4-FFF2-40B4-BE49-F238E27FC236}">
                <a16:creationId xmlns:a16="http://schemas.microsoft.com/office/drawing/2014/main" id="{0A9C65B6-4055-4082-99A7-AB214D3615D2}"/>
              </a:ext>
            </a:extLst>
          </p:cNvPr>
          <p:cNvSpPr>
            <a:spLocks xmlns:a="http://schemas.openxmlformats.org/drawingml/2006/main" noGrp="1"/>
          </p:cNvSpPr>
          <p:nvPr/>
        </p:nvSpPr>
        <p:spPr>
          <a:xfrm xmlns:a="http://schemas.openxmlformats.org/drawingml/2006/main">
            <a:off x="6218634" y="2063790"/>
            <a:ext cx="2117786" cy="17859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125" b="1" i="0">
                <a:solidFill>
                  <a:srgbClr val="DC0A1E"/>
                </a:solidFill>
                <a:latin typeface="Arial"/>
                <a:ea typeface="Arial"/>
                <a:cs typeface="Arial"/>
              </a:defRPr>
            </a:defPPr>
          </a:lstStyle>
          <a:p xmlns:a="http://schemas.openxmlformats.org/drawingml/2006/main">
            <a:pPr>
              <a:defRPr sz="1125" b="1" i="0">
                <a:solidFill>
                  <a:srgbClr val="DC0A1E"/>
                </a:solidFill>
                <a:latin typeface="Arial"/>
                <a:ea typeface="Arial"/>
                <a:cs typeface="Arial"/>
              </a:defRPr>
            </a:pPr>
            <a:r>
              <a:rPr sz="1125" b="1" i="0">
                <a:solidFill>
                  <a:srgbClr val="DC0A1E"/>
                </a:solidFill>
                <a:latin typeface="Arial"/>
                <a:ea typeface="Arial"/>
                <a:cs typeface="Arial"/>
              </a:rPr>
              <a:t>03 / INTEGRACIÓN BANCARIA</a:t>
            </a:r>
          </a:p>
        </p:txBody>
      </p:sp>
      <p:sp>
        <p:nvSpPr>
          <p:cNvPr id="17" name="text-14-15">
            <a:extLst xmlns:a="http://schemas.openxmlformats.org/drawingml/2006/main">
              <a:ext uri="{FF2B5EF4-FFF2-40B4-BE49-F238E27FC236}">
                <a16:creationId xmlns:a16="http://schemas.microsoft.com/office/drawing/2014/main" id="{3DD041A9-1DFD-4EE3-ACA8-083954FB706B}"/>
              </a:ext>
            </a:extLst>
          </p:cNvPr>
          <p:cNvSpPr>
            <a:spLocks xmlns:a="http://schemas.openxmlformats.org/drawingml/2006/main" noGrp="1"/>
          </p:cNvSpPr>
          <p:nvPr/>
        </p:nvSpPr>
        <p:spPr>
          <a:xfrm xmlns:a="http://schemas.openxmlformats.org/drawingml/2006/main">
            <a:off x="6218634" y="2403607"/>
            <a:ext cx="2237235" cy="23217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463" b="0" i="0">
                <a:solidFill>
                  <a:srgbClr val="0B0B0B"/>
                </a:solidFill>
                <a:latin typeface="Arial"/>
                <a:ea typeface="Arial"/>
                <a:cs typeface="Arial"/>
              </a:defRPr>
            </a:defPPr>
          </a:lstStyle>
          <a:p xmlns:a="http://schemas.openxmlformats.org/drawingml/2006/main">
            <a:pPr>
              <a:defRPr sz="1463" b="0" i="0">
                <a:solidFill>
                  <a:srgbClr val="0B0B0B"/>
                </a:solidFill>
                <a:latin typeface="Arial"/>
                <a:ea typeface="Arial"/>
                <a:cs typeface="Arial"/>
              </a:defRPr>
            </a:pPr>
            <a:r>
              <a:rPr sz="1463" b="0" i="0">
                <a:solidFill>
                  <a:srgbClr val="0B0B0B"/>
                </a:solidFill>
                <a:latin typeface="Arial"/>
                <a:ea typeface="Arial"/>
                <a:cs typeface="Arial"/>
              </a:rPr>
              <a:t>Evaluar un banco o fintech</a:t>
            </a:r>
          </a:p>
        </p:txBody>
      </p:sp>
      <p:sp>
        <p:nvSpPr>
          <p:cNvPr id="18" name="text-14-16">
            <a:extLst xmlns:a="http://schemas.openxmlformats.org/drawingml/2006/main">
              <a:ext uri="{FF2B5EF4-FFF2-40B4-BE49-F238E27FC236}">
                <a16:creationId xmlns:a16="http://schemas.microsoft.com/office/drawing/2014/main" id="{B0A6CCE1-010A-4DB3-9CDF-BE001E50D065}"/>
              </a:ext>
            </a:extLst>
          </p:cNvPr>
          <p:cNvSpPr>
            <a:spLocks xmlns:a="http://schemas.openxmlformats.org/drawingml/2006/main" noGrp="1"/>
          </p:cNvSpPr>
          <p:nvPr/>
        </p:nvSpPr>
        <p:spPr>
          <a:xfrm xmlns:a="http://schemas.openxmlformats.org/drawingml/2006/main">
            <a:off x="6218634" y="2675069"/>
            <a:ext cx="1855239" cy="23217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463" b="0" i="0">
                <a:solidFill>
                  <a:srgbClr val="0B0B0B"/>
                </a:solidFill>
                <a:latin typeface="Arial"/>
                <a:ea typeface="Arial"/>
                <a:cs typeface="Arial"/>
              </a:defRPr>
            </a:defPPr>
          </a:lstStyle>
          <a:p xmlns:a="http://schemas.openxmlformats.org/drawingml/2006/main">
            <a:pPr>
              <a:defRPr sz="1463" b="0" i="0">
                <a:solidFill>
                  <a:srgbClr val="0B0B0B"/>
                </a:solidFill>
                <a:latin typeface="Arial"/>
                <a:ea typeface="Arial"/>
                <a:cs typeface="Arial"/>
              </a:defRPr>
            </a:pPr>
            <a:r>
              <a:rPr sz="1463" b="0" i="0">
                <a:solidFill>
                  <a:srgbClr val="0B0B0B"/>
                </a:solidFill>
                <a:latin typeface="Arial"/>
                <a:ea typeface="Arial"/>
                <a:cs typeface="Arial"/>
              </a:rPr>
              <a:t>para conciliar y pagar.</a:t>
            </a:r>
          </a:p>
        </p:txBody>
      </p:sp>
      <p:sp>
        <p:nvSpPr>
          <p:cNvPr id="19" name="text-14-17">
            <a:extLst xmlns:a="http://schemas.openxmlformats.org/drawingml/2006/main">
              <a:ext uri="{FF2B5EF4-FFF2-40B4-BE49-F238E27FC236}">
                <a16:creationId xmlns:a16="http://schemas.microsoft.com/office/drawing/2014/main" id="{EB47906B-E08A-4EF7-919C-FBA1E482F1D3}"/>
              </a:ext>
            </a:extLst>
          </p:cNvPr>
          <p:cNvSpPr>
            <a:spLocks xmlns:a="http://schemas.openxmlformats.org/drawingml/2006/main" noGrp="1"/>
          </p:cNvSpPr>
          <p:nvPr/>
        </p:nvSpPr>
        <p:spPr>
          <a:xfrm xmlns:a="http://schemas.openxmlformats.org/drawingml/2006/main">
            <a:off x="6218634" y="3064592"/>
            <a:ext cx="2322738" cy="18752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181" b="0" i="0">
                <a:solidFill>
                  <a:srgbClr val="0B0B0B"/>
                </a:solidFill>
                <a:latin typeface="Arial"/>
                <a:ea typeface="Arial"/>
                <a:cs typeface="Arial"/>
              </a:defRPr>
            </a:defPPr>
          </a:lstStyle>
          <a:p xmlns:a="http://schemas.openxmlformats.org/drawingml/2006/main">
            <a:pPr>
              <a:defRPr sz="1181" b="0" i="0">
                <a:solidFill>
                  <a:srgbClr val="0B0B0B"/>
                </a:solidFill>
                <a:latin typeface="Arial"/>
                <a:ea typeface="Arial"/>
                <a:cs typeface="Arial"/>
              </a:defRPr>
            </a:pPr>
            <a:r>
              <a:rPr sz="1181" b="0" i="0">
                <a:solidFill>
                  <a:srgbClr val="0B0B0B"/>
                </a:solidFill>
                <a:latin typeface="Arial"/>
                <a:ea typeface="Arial"/>
                <a:cs typeface="Arial"/>
              </a:rPr>
              <a:t>Automatización sujeta a controles.</a:t>
            </a:r>
          </a:p>
        </p:txBody>
      </p:sp>
      <p:sp>
        <p:nvSpPr>
          <p:cNvPr id="20" name="text-14-18">
            <a:extLst xmlns:a="http://schemas.openxmlformats.org/drawingml/2006/main">
              <a:ext uri="{FF2B5EF4-FFF2-40B4-BE49-F238E27FC236}">
                <a16:creationId xmlns:a16="http://schemas.microsoft.com/office/drawing/2014/main" id="{83BA6443-0A69-4951-B8E4-4A661F607370}"/>
              </a:ext>
            </a:extLst>
          </p:cNvPr>
          <p:cNvSpPr>
            <a:spLocks xmlns:a="http://schemas.openxmlformats.org/drawingml/2006/main" noGrp="1"/>
          </p:cNvSpPr>
          <p:nvPr/>
        </p:nvSpPr>
        <p:spPr>
          <a:xfrm xmlns:a="http://schemas.openxmlformats.org/drawingml/2006/main">
            <a:off x="532209" y="4024561"/>
            <a:ext cx="4574025" cy="22324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406" b="0" i="0">
                <a:solidFill>
                  <a:srgbClr val="0B0B0B"/>
                </a:solidFill>
                <a:latin typeface="Arial"/>
                <a:ea typeface="Arial"/>
                <a:cs typeface="Arial"/>
              </a:defRPr>
            </a:defPPr>
          </a:lstStyle>
          <a:p xmlns:a="http://schemas.openxmlformats.org/drawingml/2006/main">
            <a:pPr>
              <a:defRPr sz="1406" b="0" i="0">
                <a:solidFill>
                  <a:srgbClr val="0B0B0B"/>
                </a:solidFill>
                <a:latin typeface="Arial"/>
                <a:ea typeface="Arial"/>
                <a:cs typeface="Arial"/>
              </a:defRPr>
            </a:pPr>
            <a:r>
              <a:rPr sz="1406" b="0" i="0">
                <a:solidFill>
                  <a:srgbClr val="0B0B0B"/>
                </a:solidFill>
                <a:latin typeface="Arial"/>
                <a:ea typeface="Arial"/>
                <a:cs typeface="Arial"/>
              </a:rPr>
              <a:t>Primero medir el piloto. Después ampliar lo que funcione.</a:t>
            </a:r>
          </a:p>
        </p:txBody>
      </p:sp>
      <p:sp>
        <p:nvSpPr>
          <p:cNvPr id="21" name="text-14-19">
            <a:extLst xmlns:a="http://schemas.openxmlformats.org/drawingml/2006/main">
              <a:ext uri="{FF2B5EF4-FFF2-40B4-BE49-F238E27FC236}">
                <a16:creationId xmlns:a16="http://schemas.microsoft.com/office/drawing/2014/main" id="{C3593CF6-7AAD-42A6-86D4-08B7570C5B2C}"/>
              </a:ext>
            </a:extLst>
          </p:cNvPr>
          <p:cNvSpPr>
            <a:spLocks xmlns:a="http://schemas.openxmlformats.org/drawingml/2006/main" noGrp="1"/>
          </p:cNvSpPr>
          <p:nvPr/>
        </p:nvSpPr>
        <p:spPr>
          <a:xfrm xmlns:a="http://schemas.openxmlformats.org/drawingml/2006/main">
            <a:off x="532209" y="4603582"/>
            <a:ext cx="6405072" cy="13394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844" b="0" i="0">
                <a:solidFill>
                  <a:srgbClr val="0B0B0B"/>
                </a:solidFill>
                <a:latin typeface="Arial"/>
                <a:ea typeface="Arial"/>
                <a:cs typeface="Arial"/>
              </a:defRPr>
            </a:defPPr>
          </a:lstStyle>
          <a:p xmlns:a="http://schemas.openxmlformats.org/drawingml/2006/main">
            <a:pPr>
              <a:defRPr sz="844" b="0" i="0">
                <a:solidFill>
                  <a:srgbClr val="0B0B0B"/>
                </a:solidFill>
                <a:latin typeface="Arial"/>
                <a:ea typeface="Arial"/>
                <a:cs typeface="Arial"/>
              </a:defRPr>
            </a:pPr>
            <a:r>
              <a:rPr sz="844" b="0" i="0">
                <a:solidFill>
                  <a:srgbClr val="0B0B0B"/>
                </a:solidFill>
                <a:latin typeface="Arial"/>
                <a:ea typeface="Arial"/>
                <a:cs typeface="Arial"/>
              </a:rPr>
              <a:t>Próxima iteración: formularios y mensajes agrupados para optimizar costo. Flow nativo sujeto a Meta. Identidad y módulos por validar.</a:t>
            </a:r>
          </a:p>
        </p:txBody>
      </p:sp>
      <p:sp>
        <p:nvSpPr>
          <p:cNvPr id="22" name="text-14-20">
            <a:extLst xmlns:a="http://schemas.openxmlformats.org/drawingml/2006/main">
              <a:ext uri="{FF2B5EF4-FFF2-40B4-BE49-F238E27FC236}">
                <a16:creationId xmlns:a16="http://schemas.microsoft.com/office/drawing/2014/main" id="{E0C2B882-077C-4403-9A93-5305E4619D14}"/>
              </a:ext>
            </a:extLst>
          </p:cNvPr>
          <p:cNvSpPr>
            <a:spLocks xmlns:a="http://schemas.openxmlformats.org/drawingml/2006/main" noGrp="1"/>
          </p:cNvSpPr>
          <p:nvPr/>
        </p:nvSpPr>
        <p:spPr>
          <a:xfrm xmlns:a="http://schemas.openxmlformats.org/drawingml/2006/main">
            <a:off x="532209" y="4923697"/>
            <a:ext cx="1607335"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0B0B0B"/>
                </a:solidFill>
                <a:latin typeface="Arial"/>
                <a:ea typeface="Arial"/>
                <a:cs typeface="Arial"/>
              </a:defRPr>
            </a:defPPr>
          </a:lstStyle>
          <a:p xmlns:a="http://schemas.openxmlformats.org/drawingml/2006/main">
            <a:pPr>
              <a:defRPr sz="731" b="1" i="0">
                <a:solidFill>
                  <a:srgbClr val="0B0B0B"/>
                </a:solidFill>
                <a:latin typeface="Arial"/>
                <a:ea typeface="Arial"/>
                <a:cs typeface="Arial"/>
              </a:defRPr>
            </a:pPr>
            <a:r>
              <a:rPr sz="731" b="1" i="0">
                <a:solidFill>
                  <a:srgbClr val="0B0B0B"/>
                </a:solidFill>
                <a:latin typeface="Arial"/>
                <a:ea typeface="Arial"/>
                <a:cs typeface="Arial"/>
              </a:rPr>
              <a:t>PRÓXIMOS PASOS / OMNI by 5.5</a:t>
            </a:r>
          </a:p>
        </p:txBody>
      </p:sp>
      <p:sp>
        <p:nvSpPr>
          <p:cNvPr id="23" name="text-14-21">
            <a:extLst xmlns:a="http://schemas.openxmlformats.org/drawingml/2006/main">
              <a:ext uri="{FF2B5EF4-FFF2-40B4-BE49-F238E27FC236}">
                <a16:creationId xmlns:a16="http://schemas.microsoft.com/office/drawing/2014/main" id="{C31019E6-E27C-4720-A457-C17A02225222}"/>
              </a:ext>
            </a:extLst>
          </p:cNvPr>
          <p:cNvSpPr>
            <a:spLocks xmlns:a="http://schemas.openxmlformats.org/drawingml/2006/main" noGrp="1"/>
          </p:cNvSpPr>
          <p:nvPr/>
        </p:nvSpPr>
        <p:spPr>
          <a:xfrm xmlns:a="http://schemas.openxmlformats.org/drawingml/2006/main">
            <a:off x="8446257" y="4923697"/>
            <a:ext cx="377893"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0B0B0B"/>
                </a:solidFill>
                <a:latin typeface="Arial"/>
                <a:ea typeface="Arial"/>
                <a:cs typeface="Arial"/>
              </a:defRPr>
            </a:defPPr>
          </a:lstStyle>
          <a:p xmlns:a="http://schemas.openxmlformats.org/drawingml/2006/main">
            <a:pPr>
              <a:defRPr sz="731" b="1" i="0">
                <a:solidFill>
                  <a:srgbClr val="0B0B0B"/>
                </a:solidFill>
                <a:latin typeface="Arial"/>
                <a:ea typeface="Arial"/>
                <a:cs typeface="Arial"/>
              </a:defRPr>
            </a:pPr>
            <a:r>
              <a:rPr sz="731" b="1" i="0">
                <a:solidFill>
                  <a:srgbClr val="0B0B0B"/>
                </a:solidFill>
                <a:latin typeface="Arial"/>
                <a:ea typeface="Arial"/>
                <a:cs typeface="Arial"/>
              </a:rPr>
              <a:t>14 / 5.5</a:t>
            </a:r>
          </a:p>
        </p:txBody>
      </p:sp>
    </p:spTree>
    <p:extLst>
      <p:ext uri="{BB962C8B-B14F-4D97-AF65-F5344CB8AC3E}">
        <p14:creationId xmlns:p14="http://schemas.microsoft.com/office/powerpoint/2010/main" val="1078274448"/>
      </p:ext>
    </p:extLst>
  </p:cSld>
</p:sld>
</file>

<file path=ppt/slides/slide15.xml><?xml version="1.0" encoding="utf-8"?>
<p:sld xmlns:p="http://schemas.openxmlformats.org/presentationml/2006/main">
  <p:cSld>
    <p:spTree>
      <p:nvGrpSpPr>
        <p:cNvPr id="1" name=""/>
        <p:cNvGrpSpPr/>
        <p:nvPr/>
      </p:nvGrpSpPr>
      <p:grpSpPr>
        <a:xfrm xmlns:a="http://schemas.openxmlformats.org/drawingml/2006/main"/>
      </p:grpSpPr>
      <p:pic>
        <p:nvPicPr>
          <p:cNvPr id="11" name="">
            <a:extLst xmlns:a="http://schemas.openxmlformats.org/drawingml/2006/main">
              <a:ext uri="{FF2B5EF4-FFF2-40B4-BE49-F238E27FC236}">
                <a16:creationId xmlns:a16="http://schemas.microsoft.com/office/drawing/2014/main" id="{C1F39249-CECA-4195-9B21-2569A6C60F7A}"/>
              </a:ext>
            </a:extLst>
          </p:cNvPr>
          <p:cNvPicPr>
            <a:picLocks xmlns:a="http://schemas.openxmlformats.org/drawingml/2006/main" noChangeAspect="1"/>
          </p:cNvPicPr>
          <p:nvPr/>
        </p:nvPicPr>
        <p:blipFill>
          <a:blip xmlns:r="http://schemas.openxmlformats.org/officeDocument/2006/relationships" xmlns:a="http://schemas.openxmlformats.org/drawingml/2006/main" r:embed="R30fcc4388bd74c9a"/>
          <a:stretch xmlns:a="http://schemas.openxmlformats.org/drawingml/2006/main"/>
        </p:blipFill>
        <p:spPr>
          <a:xfrm xmlns:a="http://schemas.openxmlformats.org/drawingml/2006/main">
            <a:off x="0" y="0"/>
            <a:ext cx="9324594" cy="5248656"/>
          </a:xfrm>
          <a:prstGeom xmlns:a="http://schemas.openxmlformats.org/drawingml/2006/main" prst="rect">
            <a:avLst/>
          </a:prstGeom>
        </p:spPr>
      </p:pic>
      <p:sp>
        <p:nvSpPr>
          <p:cNvPr id="2" name="text-15-0">
            <a:extLst xmlns:a="http://schemas.openxmlformats.org/drawingml/2006/main">
              <a:ext uri="{FF2B5EF4-FFF2-40B4-BE49-F238E27FC236}">
                <a16:creationId xmlns:a16="http://schemas.microsoft.com/office/drawing/2014/main" id="{24D31AAA-7A27-4162-BB78-D9B35C7D6751}"/>
              </a:ext>
            </a:extLst>
          </p:cNvPr>
          <p:cNvSpPr>
            <a:spLocks xmlns:a="http://schemas.openxmlformats.org/drawingml/2006/main" noGrp="1"/>
          </p:cNvSpPr>
          <p:nvPr/>
        </p:nvSpPr>
        <p:spPr>
          <a:xfrm xmlns:a="http://schemas.openxmlformats.org/drawingml/2006/main">
            <a:off x="532209" y="382979"/>
            <a:ext cx="568392" cy="1518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956" b="1" i="0">
                <a:solidFill>
                  <a:srgbClr val="F5F0E8"/>
                </a:solidFill>
                <a:latin typeface="Arial"/>
                <a:ea typeface="Arial"/>
                <a:cs typeface="Arial"/>
              </a:defRPr>
            </a:defPPr>
          </a:lstStyle>
          <a:p xmlns:a="http://schemas.openxmlformats.org/drawingml/2006/main">
            <a:pPr>
              <a:defRPr sz="956" b="1" i="0">
                <a:solidFill>
                  <a:srgbClr val="F5F0E8"/>
                </a:solidFill>
                <a:latin typeface="Arial"/>
                <a:ea typeface="Arial"/>
                <a:cs typeface="Arial"/>
              </a:defRPr>
            </a:pPr>
            <a:r>
              <a:rPr sz="956" b="1" i="0">
                <a:solidFill>
                  <a:srgbClr val="F5F0E8"/>
                </a:solidFill>
                <a:latin typeface="Arial"/>
                <a:ea typeface="Arial"/>
                <a:cs typeface="Arial"/>
              </a:rPr>
              <a:t>CIERRE</a:t>
            </a:r>
          </a:p>
        </p:txBody>
      </p:sp>
      <p:sp>
        <p:nvSpPr>
          <p:cNvPr id="3" name="text-15-1">
            <a:extLst xmlns:a="http://schemas.openxmlformats.org/drawingml/2006/main">
              <a:ext uri="{FF2B5EF4-FFF2-40B4-BE49-F238E27FC236}">
                <a16:creationId xmlns:a16="http://schemas.microsoft.com/office/drawing/2014/main" id="{F9D027F7-8DCF-4918-A015-043B75C49CFC}"/>
              </a:ext>
            </a:extLst>
          </p:cNvPr>
          <p:cNvSpPr>
            <a:spLocks xmlns:a="http://schemas.openxmlformats.org/drawingml/2006/main" noGrp="1"/>
          </p:cNvSpPr>
          <p:nvPr/>
        </p:nvSpPr>
        <p:spPr>
          <a:xfrm xmlns:a="http://schemas.openxmlformats.org/drawingml/2006/main">
            <a:off x="532209" y="650193"/>
            <a:ext cx="3829317"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6300" b="0" i="0">
                <a:solidFill>
                  <a:srgbClr val="F5F0E8"/>
                </a:solidFill>
                <a:latin typeface="Impact"/>
                <a:ea typeface="Impact"/>
                <a:cs typeface="Impact"/>
              </a:defRPr>
            </a:defPPr>
          </a:lstStyle>
          <a:p xmlns:a="http://schemas.openxmlformats.org/drawingml/2006/main">
            <a:pPr>
              <a:defRPr sz="6300" b="0" i="0">
                <a:solidFill>
                  <a:srgbClr val="F5F0E8"/>
                </a:solidFill>
                <a:latin typeface="Impact"/>
                <a:ea typeface="Impact"/>
                <a:cs typeface="Impact"/>
              </a:defRPr>
            </a:pPr>
            <a:r>
              <a:rPr sz="6300" b="0" i="0">
                <a:solidFill>
                  <a:srgbClr val="F5F0E8"/>
                </a:solidFill>
                <a:latin typeface="Impact"/>
                <a:ea typeface="Impact"/>
                <a:cs typeface="Impact"/>
              </a:rPr>
              <a:t>QUE LLEGUEN</a:t>
            </a:r>
          </a:p>
        </p:txBody>
      </p:sp>
      <p:sp>
        <p:nvSpPr>
          <p:cNvPr id="4" name="text-15-2">
            <a:extLst xmlns:a="http://schemas.openxmlformats.org/drawingml/2006/main">
              <a:ext uri="{FF2B5EF4-FFF2-40B4-BE49-F238E27FC236}">
                <a16:creationId xmlns:a16="http://schemas.microsoft.com/office/drawing/2014/main" id="{3BAF9B1D-BF50-4ED2-984F-BC92A233F9E6}"/>
              </a:ext>
            </a:extLst>
          </p:cNvPr>
          <p:cNvSpPr>
            <a:spLocks xmlns:a="http://schemas.openxmlformats.org/drawingml/2006/main" noGrp="1"/>
          </p:cNvSpPr>
          <p:nvPr/>
        </p:nvSpPr>
        <p:spPr>
          <a:xfrm xmlns:a="http://schemas.openxmlformats.org/drawingml/2006/main">
            <a:off x="532209" y="1486012"/>
            <a:ext cx="4089115"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6300" b="0" i="0">
                <a:solidFill>
                  <a:srgbClr val="F5F0E8"/>
                </a:solidFill>
                <a:latin typeface="Impact"/>
                <a:ea typeface="Impact"/>
                <a:cs typeface="Impact"/>
              </a:defRPr>
            </a:defPPr>
          </a:lstStyle>
          <a:p xmlns:a="http://schemas.openxmlformats.org/drawingml/2006/main">
            <a:pPr>
              <a:defRPr sz="6300" b="0" i="0">
                <a:solidFill>
                  <a:srgbClr val="F5F0E8"/>
                </a:solidFill>
                <a:latin typeface="Impact"/>
                <a:ea typeface="Impact"/>
                <a:cs typeface="Impact"/>
              </a:defRPr>
            </a:pPr>
            <a:r>
              <a:rPr sz="6300" b="0" i="0">
                <a:solidFill>
                  <a:srgbClr val="F5F0E8"/>
                </a:solidFill>
                <a:latin typeface="Impact"/>
                <a:ea typeface="Impact"/>
                <a:cs typeface="Impact"/>
              </a:rPr>
              <a:t>QUE AVANCEN</a:t>
            </a:r>
          </a:p>
        </p:txBody>
      </p:sp>
      <p:sp>
        <p:nvSpPr>
          <p:cNvPr id="5" name="text-15-3">
            <a:extLst xmlns:a="http://schemas.openxmlformats.org/drawingml/2006/main">
              <a:ext uri="{FF2B5EF4-FFF2-40B4-BE49-F238E27FC236}">
                <a16:creationId xmlns:a16="http://schemas.microsoft.com/office/drawing/2014/main" id="{F6416787-AF5D-4130-B94E-467B8BF4F7C8}"/>
              </a:ext>
            </a:extLst>
          </p:cNvPr>
          <p:cNvSpPr>
            <a:spLocks xmlns:a="http://schemas.openxmlformats.org/drawingml/2006/main" noGrp="1"/>
          </p:cNvSpPr>
          <p:nvPr/>
        </p:nvSpPr>
        <p:spPr>
          <a:xfrm xmlns:a="http://schemas.openxmlformats.org/drawingml/2006/main">
            <a:off x="532209" y="2314687"/>
            <a:ext cx="3951207"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6300" b="0" i="0">
                <a:solidFill>
                  <a:srgbClr val="F5F0E8"/>
                </a:solidFill>
                <a:latin typeface="Impact"/>
                <a:ea typeface="Impact"/>
                <a:cs typeface="Impact"/>
              </a:defRPr>
            </a:defPPr>
          </a:lstStyle>
          <a:p xmlns:a="http://schemas.openxmlformats.org/drawingml/2006/main">
            <a:pPr>
              <a:defRPr sz="6300" b="0" i="0">
                <a:solidFill>
                  <a:srgbClr val="F5F0E8"/>
                </a:solidFill>
                <a:latin typeface="Impact"/>
                <a:ea typeface="Impact"/>
                <a:cs typeface="Impact"/>
              </a:defRPr>
            </a:pPr>
            <a:r>
              <a:rPr sz="6300" b="0" i="0">
                <a:solidFill>
                  <a:srgbClr val="F5F0E8"/>
                </a:solidFill>
                <a:latin typeface="Impact"/>
                <a:ea typeface="Impact"/>
                <a:cs typeface="Impact"/>
              </a:rPr>
              <a:t>QUE VUELVAN</a:t>
            </a:r>
          </a:p>
        </p:txBody>
      </p:sp>
      <p:sp>
        <p:nvSpPr>
          <p:cNvPr id="6" name="text-15-4">
            <a:extLst xmlns:a="http://schemas.openxmlformats.org/drawingml/2006/main">
              <a:ext uri="{FF2B5EF4-FFF2-40B4-BE49-F238E27FC236}">
                <a16:creationId xmlns:a16="http://schemas.microsoft.com/office/drawing/2014/main" id="{9B43F5B0-11B7-43F7-AC65-70127B4E067A}"/>
              </a:ext>
            </a:extLst>
          </p:cNvPr>
          <p:cNvSpPr>
            <a:spLocks xmlns:a="http://schemas.openxmlformats.org/drawingml/2006/main" noGrp="1"/>
          </p:cNvSpPr>
          <p:nvPr/>
        </p:nvSpPr>
        <p:spPr>
          <a:xfrm xmlns:a="http://schemas.openxmlformats.org/drawingml/2006/main">
            <a:off x="532209" y="3489527"/>
            <a:ext cx="1010650" cy="5357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3375" b="0" i="0">
                <a:solidFill>
                  <a:srgbClr val="F5F0E8"/>
                </a:solidFill>
                <a:latin typeface="Impact"/>
                <a:ea typeface="Impact"/>
                <a:cs typeface="Impact"/>
              </a:defRPr>
            </a:defPPr>
          </a:lstStyle>
          <a:p xmlns:a="http://schemas.openxmlformats.org/drawingml/2006/main">
            <a:pPr>
              <a:defRPr sz="3375" b="0" i="0">
                <a:solidFill>
                  <a:srgbClr val="F5F0E8"/>
                </a:solidFill>
                <a:latin typeface="Impact"/>
                <a:ea typeface="Impact"/>
                <a:cs typeface="Impact"/>
              </a:defRPr>
            </a:pPr>
            <a:r>
              <a:rPr sz="3375" b="0" i="0">
                <a:solidFill>
                  <a:srgbClr val="F5F0E8"/>
                </a:solidFill>
                <a:latin typeface="Impact"/>
                <a:ea typeface="Impact"/>
                <a:cs typeface="Impact"/>
              </a:rPr>
              <a:t>OMNI </a:t>
            </a:r>
          </a:p>
        </p:txBody>
      </p:sp>
      <p:sp>
        <p:nvSpPr>
          <p:cNvPr id="7" name="text-15-5">
            <a:extLst xmlns:a="http://schemas.openxmlformats.org/drawingml/2006/main">
              <a:ext uri="{FF2B5EF4-FFF2-40B4-BE49-F238E27FC236}">
                <a16:creationId xmlns:a16="http://schemas.microsoft.com/office/drawing/2014/main" id="{01282AF7-E0AF-47E2-BA1D-39B0D6902B20}"/>
              </a:ext>
            </a:extLst>
          </p:cNvPr>
          <p:cNvSpPr>
            <a:spLocks xmlns:a="http://schemas.openxmlformats.org/drawingml/2006/main" noGrp="1"/>
          </p:cNvSpPr>
          <p:nvPr/>
        </p:nvSpPr>
        <p:spPr>
          <a:xfrm xmlns:a="http://schemas.openxmlformats.org/drawingml/2006/main">
            <a:off x="1504876" y="3734374"/>
            <a:ext cx="602428" cy="25896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631" b="0" i="0">
                <a:solidFill>
                  <a:srgbClr val="F5F0E8"/>
                </a:solidFill>
                <a:latin typeface="Arial"/>
                <a:ea typeface="Arial"/>
                <a:cs typeface="Arial"/>
              </a:defRPr>
            </a:defPPr>
          </a:lstStyle>
          <a:p xmlns:a="http://schemas.openxmlformats.org/drawingml/2006/main">
            <a:pPr>
              <a:defRPr sz="1631" b="0" i="0">
                <a:solidFill>
                  <a:srgbClr val="F5F0E8"/>
                </a:solidFill>
                <a:latin typeface="Arial"/>
                <a:ea typeface="Arial"/>
                <a:cs typeface="Arial"/>
              </a:defRPr>
            </a:pPr>
            <a:r>
              <a:rPr sz="1631" b="0" i="0">
                <a:solidFill>
                  <a:srgbClr val="F5F0E8"/>
                </a:solidFill>
                <a:latin typeface="Arial"/>
                <a:ea typeface="Arial"/>
                <a:cs typeface="Arial"/>
              </a:rPr>
              <a:t>by 5.5</a:t>
            </a:r>
          </a:p>
        </p:txBody>
      </p:sp>
      <p:sp>
        <p:nvSpPr>
          <p:cNvPr id="8" name="text-15-6">
            <a:extLst xmlns:a="http://schemas.openxmlformats.org/drawingml/2006/main">
              <a:ext uri="{FF2B5EF4-FFF2-40B4-BE49-F238E27FC236}">
                <a16:creationId xmlns:a16="http://schemas.microsoft.com/office/drawing/2014/main" id="{EF2EAB60-12EC-4A4E-937A-3FC9978FEC39}"/>
              </a:ext>
            </a:extLst>
          </p:cNvPr>
          <p:cNvSpPr>
            <a:spLocks xmlns:a="http://schemas.openxmlformats.org/drawingml/2006/main" noGrp="1"/>
          </p:cNvSpPr>
          <p:nvPr/>
        </p:nvSpPr>
        <p:spPr>
          <a:xfrm xmlns:a="http://schemas.openxmlformats.org/drawingml/2006/main">
            <a:off x="532209" y="4238874"/>
            <a:ext cx="5384257" cy="22324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406" b="0" i="0">
                <a:solidFill>
                  <a:srgbClr val="F5F0E8"/>
                </a:solidFill>
                <a:latin typeface="Arial"/>
                <a:ea typeface="Arial"/>
                <a:cs typeface="Arial"/>
              </a:defRPr>
            </a:defPPr>
          </a:lstStyle>
          <a:p xmlns:a="http://schemas.openxmlformats.org/drawingml/2006/main">
            <a:pPr>
              <a:defRPr sz="1406" b="0" i="0">
                <a:solidFill>
                  <a:srgbClr val="F5F0E8"/>
                </a:solidFill>
                <a:latin typeface="Arial"/>
                <a:ea typeface="Arial"/>
                <a:cs typeface="Arial"/>
              </a:defRPr>
            </a:pPr>
            <a:r>
              <a:rPr sz="1406" b="0" i="0">
                <a:solidFill>
                  <a:srgbClr val="F5F0E8"/>
                </a:solidFill>
                <a:latin typeface="Arial"/>
                <a:ea typeface="Arial"/>
                <a:cs typeface="Arial"/>
              </a:rPr>
              <a:t>WhatsApp + web + iOS + Android. Un proceso que se puede medir.</a:t>
            </a:r>
          </a:p>
        </p:txBody>
      </p:sp>
      <p:sp>
        <p:nvSpPr>
          <p:cNvPr id="9" name="text-15-7">
            <a:extLst xmlns:a="http://schemas.openxmlformats.org/drawingml/2006/main">
              <a:ext uri="{FF2B5EF4-FFF2-40B4-BE49-F238E27FC236}">
                <a16:creationId xmlns:a16="http://schemas.microsoft.com/office/drawing/2014/main" id="{4C7D57BB-125C-44C5-9E29-9CF25EFB98A9}"/>
              </a:ext>
            </a:extLst>
          </p:cNvPr>
          <p:cNvSpPr>
            <a:spLocks xmlns:a="http://schemas.openxmlformats.org/drawingml/2006/main" noGrp="1"/>
          </p:cNvSpPr>
          <p:nvPr/>
        </p:nvSpPr>
        <p:spPr>
          <a:xfrm xmlns:a="http://schemas.openxmlformats.org/drawingml/2006/main">
            <a:off x="532209" y="4923697"/>
            <a:ext cx="1079364"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F5F0E8"/>
                </a:solidFill>
                <a:latin typeface="Arial"/>
                <a:ea typeface="Arial"/>
                <a:cs typeface="Arial"/>
              </a:defRPr>
            </a:defPPr>
          </a:lstStyle>
          <a:p xmlns:a="http://schemas.openxmlformats.org/drawingml/2006/main">
            <a:pPr>
              <a:defRPr sz="731" b="1" i="0">
                <a:solidFill>
                  <a:srgbClr val="F5F0E8"/>
                </a:solidFill>
                <a:latin typeface="Arial"/>
                <a:ea typeface="Arial"/>
                <a:cs typeface="Arial"/>
              </a:defRPr>
            </a:pPr>
            <a:r>
              <a:rPr sz="731" b="1" i="0">
                <a:solidFill>
                  <a:srgbClr val="F5F0E8"/>
                </a:solidFill>
                <a:latin typeface="Arial"/>
                <a:ea typeface="Arial"/>
                <a:cs typeface="Arial"/>
              </a:rPr>
              <a:t>CIERRE / OMNI by 5.5</a:t>
            </a:r>
          </a:p>
        </p:txBody>
      </p:sp>
      <p:sp>
        <p:nvSpPr>
          <p:cNvPr id="10" name="text-15-8">
            <a:extLst xmlns:a="http://schemas.openxmlformats.org/drawingml/2006/main">
              <a:ext uri="{FF2B5EF4-FFF2-40B4-BE49-F238E27FC236}">
                <a16:creationId xmlns:a16="http://schemas.microsoft.com/office/drawing/2014/main" id="{C00FAAC2-23E7-4B35-8933-BEF684461CED}"/>
              </a:ext>
            </a:extLst>
          </p:cNvPr>
          <p:cNvSpPr>
            <a:spLocks xmlns:a="http://schemas.openxmlformats.org/drawingml/2006/main" noGrp="1"/>
          </p:cNvSpPr>
          <p:nvPr/>
        </p:nvSpPr>
        <p:spPr>
          <a:xfrm xmlns:a="http://schemas.openxmlformats.org/drawingml/2006/main">
            <a:off x="8446257" y="4923697"/>
            <a:ext cx="377893"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F5F0E8"/>
                </a:solidFill>
                <a:latin typeface="Arial"/>
                <a:ea typeface="Arial"/>
                <a:cs typeface="Arial"/>
              </a:defRPr>
            </a:defPPr>
          </a:lstStyle>
          <a:p xmlns:a="http://schemas.openxmlformats.org/drawingml/2006/main">
            <a:pPr>
              <a:defRPr sz="731" b="1" i="0">
                <a:solidFill>
                  <a:srgbClr val="F5F0E8"/>
                </a:solidFill>
                <a:latin typeface="Arial"/>
                <a:ea typeface="Arial"/>
                <a:cs typeface="Arial"/>
              </a:defRPr>
            </a:pPr>
            <a:r>
              <a:rPr sz="731" b="1" i="0">
                <a:solidFill>
                  <a:srgbClr val="F5F0E8"/>
                </a:solidFill>
                <a:latin typeface="Arial"/>
                <a:ea typeface="Arial"/>
                <a:cs typeface="Arial"/>
              </a:rPr>
              <a:t>15 / 5.5</a:t>
            </a:r>
          </a:p>
        </p:txBody>
      </p:sp>
    </p:spTree>
    <p:extLst>
      <p:ext uri="{BB962C8B-B14F-4D97-AF65-F5344CB8AC3E}">
        <p14:creationId xmlns:p14="http://schemas.microsoft.com/office/powerpoint/2010/main" val="26964485"/>
      </p:ext>
    </p:extLst>
  </p:cSld>
</p:sld>
</file>

<file path=ppt/slides/slide16.xml><?xml version="1.0" encoding="utf-8"?>
<p:sld xmlns:p="http://schemas.openxmlformats.org/presentationml/2006/main">
  <p:cSld>
    <p:spTree>
      <p:nvGrpSpPr>
        <p:cNvPr id="1" name=""/>
        <p:cNvGrpSpPr/>
        <p:nvPr/>
      </p:nvGrpSpPr>
      <p:grpSpPr>
        <a:xfrm xmlns:a="http://schemas.openxmlformats.org/drawingml/2006/main"/>
      </p:grpSpPr>
      <p:pic>
        <p:nvPicPr>
          <p:cNvPr id="8" name="">
            <a:extLst xmlns:a="http://schemas.openxmlformats.org/drawingml/2006/main">
              <a:ext uri="{FF2B5EF4-FFF2-40B4-BE49-F238E27FC236}">
                <a16:creationId xmlns:a16="http://schemas.microsoft.com/office/drawing/2014/main" id="{FE0FD271-8FAA-4A6C-9E92-9A7CE2A8540C}"/>
              </a:ext>
            </a:extLst>
          </p:cNvPr>
          <p:cNvPicPr>
            <a:picLocks xmlns:a="http://schemas.openxmlformats.org/drawingml/2006/main" noChangeAspect="1"/>
          </p:cNvPicPr>
          <p:nvPr/>
        </p:nvPicPr>
        <p:blipFill>
          <a:blip xmlns:r="http://schemas.openxmlformats.org/officeDocument/2006/relationships" xmlns:a="http://schemas.openxmlformats.org/drawingml/2006/main" r:embed="Re926bd60d846400c"/>
          <a:stretch xmlns:a="http://schemas.openxmlformats.org/drawingml/2006/main"/>
        </p:blipFill>
        <p:spPr>
          <a:xfrm xmlns:a="http://schemas.openxmlformats.org/drawingml/2006/main">
            <a:off x="0" y="0"/>
            <a:ext cx="9324594" cy="5248656"/>
          </a:xfrm>
          <a:prstGeom xmlns:a="http://schemas.openxmlformats.org/drawingml/2006/main" prst="rect">
            <a:avLst/>
          </a:prstGeom>
        </p:spPr>
      </p:pic>
      <p:sp>
        <p:nvSpPr>
          <p:cNvPr id="2" name="text-16-0">
            <a:extLst xmlns:a="http://schemas.openxmlformats.org/drawingml/2006/main">
              <a:ext uri="{FF2B5EF4-FFF2-40B4-BE49-F238E27FC236}">
                <a16:creationId xmlns:a16="http://schemas.microsoft.com/office/drawing/2014/main" id="{1CF98D4B-2923-491F-91DA-5D4B89C2BD05}"/>
              </a:ext>
            </a:extLst>
          </p:cNvPr>
          <p:cNvSpPr>
            <a:spLocks xmlns:a="http://schemas.openxmlformats.org/drawingml/2006/main" noGrp="1"/>
          </p:cNvSpPr>
          <p:nvPr/>
        </p:nvSpPr>
        <p:spPr>
          <a:xfrm xmlns:a="http://schemas.openxmlformats.org/drawingml/2006/main">
            <a:off x="532209" y="382979"/>
            <a:ext cx="1436909" cy="1518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956" b="1" i="0">
                <a:solidFill>
                  <a:srgbClr val="0B0B0B"/>
                </a:solidFill>
                <a:latin typeface="Arial"/>
                <a:ea typeface="Arial"/>
                <a:cs typeface="Arial"/>
              </a:defRPr>
            </a:defPPr>
          </a:lstStyle>
          <a:p xmlns:a="http://schemas.openxmlformats.org/drawingml/2006/main">
            <a:pPr>
              <a:defRPr sz="956" b="1" i="0">
                <a:solidFill>
                  <a:srgbClr val="0B0B0B"/>
                </a:solidFill>
                <a:latin typeface="Arial"/>
                <a:ea typeface="Arial"/>
                <a:cs typeface="Arial"/>
              </a:defRPr>
            </a:pPr>
            <a:r>
              <a:rPr sz="956" b="1" i="0">
                <a:solidFill>
                  <a:srgbClr val="0B0B0B"/>
                </a:solidFill>
                <a:latin typeface="Arial"/>
                <a:ea typeface="Arial"/>
                <a:cs typeface="Arial"/>
              </a:rPr>
              <a:t>AGRADECIMIENTOS</a:t>
            </a:r>
          </a:p>
        </p:txBody>
      </p:sp>
      <p:sp>
        <p:nvSpPr>
          <p:cNvPr id="3" name="text-16-1">
            <a:extLst xmlns:a="http://schemas.openxmlformats.org/drawingml/2006/main">
              <a:ext uri="{FF2B5EF4-FFF2-40B4-BE49-F238E27FC236}">
                <a16:creationId xmlns:a16="http://schemas.microsoft.com/office/drawing/2014/main" id="{84AAE45A-B250-4D1B-92F4-541253280398}"/>
              </a:ext>
            </a:extLst>
          </p:cNvPr>
          <p:cNvSpPr>
            <a:spLocks xmlns:a="http://schemas.openxmlformats.org/drawingml/2006/main" noGrp="1"/>
          </p:cNvSpPr>
          <p:nvPr/>
        </p:nvSpPr>
        <p:spPr>
          <a:xfrm xmlns:a="http://schemas.openxmlformats.org/drawingml/2006/main">
            <a:off x="532209" y="650632"/>
            <a:ext cx="2550899" cy="93761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5906" b="0" i="0">
                <a:solidFill>
                  <a:srgbClr val="0B0B0B"/>
                </a:solidFill>
                <a:latin typeface="Impact"/>
                <a:ea typeface="Impact"/>
                <a:cs typeface="Impact"/>
              </a:defRPr>
            </a:defPPr>
          </a:lstStyle>
          <a:p xmlns:a="http://schemas.openxmlformats.org/drawingml/2006/main">
            <a:pPr>
              <a:defRPr sz="5906" b="0" i="0">
                <a:solidFill>
                  <a:srgbClr val="0B0B0B"/>
                </a:solidFill>
                <a:latin typeface="Impact"/>
                <a:ea typeface="Impact"/>
                <a:cs typeface="Impact"/>
              </a:defRPr>
            </a:pPr>
            <a:r>
              <a:rPr sz="5906" b="0" i="0">
                <a:solidFill>
                  <a:srgbClr val="0B0B0B"/>
                </a:solidFill>
                <a:latin typeface="Impact"/>
                <a:ea typeface="Impact"/>
                <a:cs typeface="Impact"/>
              </a:rPr>
              <a:t>GRACIAS</a:t>
            </a:r>
          </a:p>
        </p:txBody>
      </p:sp>
      <p:sp>
        <p:nvSpPr>
          <p:cNvPr id="4" name="text-16-2">
            <a:extLst xmlns:a="http://schemas.openxmlformats.org/drawingml/2006/main">
              <a:ext uri="{FF2B5EF4-FFF2-40B4-BE49-F238E27FC236}">
                <a16:creationId xmlns:a16="http://schemas.microsoft.com/office/drawing/2014/main" id="{A32EE364-1138-423F-9F30-5C8E37A1C473}"/>
              </a:ext>
            </a:extLst>
          </p:cNvPr>
          <p:cNvSpPr>
            <a:spLocks xmlns:a="http://schemas.openxmlformats.org/drawingml/2006/main" noGrp="1"/>
          </p:cNvSpPr>
          <p:nvPr/>
        </p:nvSpPr>
        <p:spPr>
          <a:xfrm xmlns:a="http://schemas.openxmlformats.org/drawingml/2006/main">
            <a:off x="532209" y="1883166"/>
            <a:ext cx="830593" cy="1518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956" b="1" i="0">
                <a:solidFill>
                  <a:srgbClr val="DC0A1E"/>
                </a:solidFill>
                <a:latin typeface="Arial"/>
                <a:ea typeface="Arial"/>
                <a:cs typeface="Arial"/>
              </a:defRPr>
            </a:defPPr>
          </a:lstStyle>
          <a:p xmlns:a="http://schemas.openxmlformats.org/drawingml/2006/main">
            <a:pPr>
              <a:defRPr sz="956" b="1" i="0">
                <a:solidFill>
                  <a:srgbClr val="DC0A1E"/>
                </a:solidFill>
                <a:latin typeface="Arial"/>
                <a:ea typeface="Arial"/>
                <a:cs typeface="Arial"/>
              </a:defRPr>
            </a:pPr>
            <a:r>
              <a:rPr sz="956" b="1" i="0">
                <a:solidFill>
                  <a:srgbClr val="DC0A1E"/>
                </a:solidFill>
                <a:latin typeface="Arial"/>
                <a:ea typeface="Arial"/>
                <a:cs typeface="Arial"/>
              </a:rPr>
              <a:t>ORGANIZAN</a:t>
            </a:r>
          </a:p>
        </p:txBody>
      </p:sp>
      <p:sp>
        <p:nvSpPr>
          <p:cNvPr id="5" name="text-16-3">
            <a:extLst xmlns:a="http://schemas.openxmlformats.org/drawingml/2006/main">
              <a:ext uri="{FF2B5EF4-FFF2-40B4-BE49-F238E27FC236}">
                <a16:creationId xmlns:a16="http://schemas.microsoft.com/office/drawing/2014/main" id="{B646B66C-DAA7-4BDC-9AB8-EA1C8B1E4E50}"/>
              </a:ext>
            </a:extLst>
          </p:cNvPr>
          <p:cNvSpPr>
            <a:spLocks xmlns:a="http://schemas.openxmlformats.org/drawingml/2006/main" noGrp="1"/>
          </p:cNvSpPr>
          <p:nvPr/>
        </p:nvSpPr>
        <p:spPr>
          <a:xfrm xmlns:a="http://schemas.openxmlformats.org/drawingml/2006/main">
            <a:off x="532209" y="2568966"/>
            <a:ext cx="1533970" cy="1518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956" b="1" i="0">
                <a:solidFill>
                  <a:srgbClr val="DC0A1E"/>
                </a:solidFill>
                <a:latin typeface="Arial"/>
                <a:ea typeface="Arial"/>
                <a:cs typeface="Arial"/>
              </a:defRPr>
            </a:defPPr>
          </a:lstStyle>
          <a:p xmlns:a="http://schemas.openxmlformats.org/drawingml/2006/main">
            <a:pPr>
              <a:defRPr sz="956" b="1" i="0">
                <a:solidFill>
                  <a:srgbClr val="DC0A1E"/>
                </a:solidFill>
                <a:latin typeface="Arial"/>
                <a:ea typeface="Arial"/>
                <a:cs typeface="Arial"/>
              </a:defRPr>
            </a:pPr>
            <a:r>
              <a:rPr sz="956" b="1" i="0">
                <a:solidFill>
                  <a:srgbClr val="DC0A1E"/>
                </a:solidFill>
                <a:latin typeface="Arial"/>
                <a:ea typeface="Arial"/>
                <a:cs typeface="Arial"/>
              </a:rPr>
              <a:t>SPONSORS Y ALIADOS</a:t>
            </a:r>
          </a:p>
        </p:txBody>
      </p:sp>
      <p:sp>
        <p:nvSpPr>
          <p:cNvPr id="6" name="text-16-4">
            <a:extLst xmlns:a="http://schemas.openxmlformats.org/drawingml/2006/main">
              <a:ext uri="{FF2B5EF4-FFF2-40B4-BE49-F238E27FC236}">
                <a16:creationId xmlns:a16="http://schemas.microsoft.com/office/drawing/2014/main" id="{F1B6F28C-B605-45B3-B1EE-E204F82502DD}"/>
              </a:ext>
            </a:extLst>
          </p:cNvPr>
          <p:cNvSpPr>
            <a:spLocks xmlns:a="http://schemas.openxmlformats.org/drawingml/2006/main" noGrp="1"/>
          </p:cNvSpPr>
          <p:nvPr/>
        </p:nvSpPr>
        <p:spPr>
          <a:xfrm xmlns:a="http://schemas.openxmlformats.org/drawingml/2006/main">
            <a:off x="532209" y="4923697"/>
            <a:ext cx="1683767"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0B0B0B"/>
                </a:solidFill>
                <a:latin typeface="Arial"/>
                <a:ea typeface="Arial"/>
                <a:cs typeface="Arial"/>
              </a:defRPr>
            </a:defPPr>
          </a:lstStyle>
          <a:p xmlns:a="http://schemas.openxmlformats.org/drawingml/2006/main">
            <a:pPr>
              <a:defRPr sz="731" b="1" i="0">
                <a:solidFill>
                  <a:srgbClr val="0B0B0B"/>
                </a:solidFill>
                <a:latin typeface="Arial"/>
                <a:ea typeface="Arial"/>
                <a:cs typeface="Arial"/>
              </a:defRPr>
            </a:pPr>
            <a:r>
              <a:rPr sz="731" b="1" i="0">
                <a:solidFill>
                  <a:srgbClr val="0B0B0B"/>
                </a:solidFill>
                <a:latin typeface="Arial"/>
                <a:ea typeface="Arial"/>
                <a:cs typeface="Arial"/>
              </a:rPr>
              <a:t>AGRADECIMIENTOS / OMNI by 5.5</a:t>
            </a:r>
          </a:p>
        </p:txBody>
      </p:sp>
      <p:sp>
        <p:nvSpPr>
          <p:cNvPr id="7" name="text-16-5">
            <a:extLst xmlns:a="http://schemas.openxmlformats.org/drawingml/2006/main">
              <a:ext uri="{FF2B5EF4-FFF2-40B4-BE49-F238E27FC236}">
                <a16:creationId xmlns:a16="http://schemas.microsoft.com/office/drawing/2014/main" id="{E7945F52-6B14-4272-8227-E6FEF4253F69}"/>
              </a:ext>
            </a:extLst>
          </p:cNvPr>
          <p:cNvSpPr>
            <a:spLocks xmlns:a="http://schemas.openxmlformats.org/drawingml/2006/main" noGrp="1"/>
          </p:cNvSpPr>
          <p:nvPr/>
        </p:nvSpPr>
        <p:spPr>
          <a:xfrm xmlns:a="http://schemas.openxmlformats.org/drawingml/2006/main">
            <a:off x="8446257" y="4923697"/>
            <a:ext cx="377893"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0B0B0B"/>
                </a:solidFill>
                <a:latin typeface="Arial"/>
                <a:ea typeface="Arial"/>
                <a:cs typeface="Arial"/>
              </a:defRPr>
            </a:defPPr>
          </a:lstStyle>
          <a:p xmlns:a="http://schemas.openxmlformats.org/drawingml/2006/main">
            <a:pPr>
              <a:defRPr sz="731" b="1" i="0">
                <a:solidFill>
                  <a:srgbClr val="0B0B0B"/>
                </a:solidFill>
                <a:latin typeface="Arial"/>
                <a:ea typeface="Arial"/>
                <a:cs typeface="Arial"/>
              </a:defRPr>
            </a:pPr>
            <a:r>
              <a:rPr sz="731" b="1" i="0">
                <a:solidFill>
                  <a:srgbClr val="0B0B0B"/>
                </a:solidFill>
                <a:latin typeface="Arial"/>
                <a:ea typeface="Arial"/>
                <a:cs typeface="Arial"/>
              </a:rPr>
              <a:t>16 / 5.5</a:t>
            </a:r>
          </a:p>
        </p:txBody>
      </p:sp>
    </p:spTree>
    <p:extLst>
      <p:ext uri="{BB962C8B-B14F-4D97-AF65-F5344CB8AC3E}">
        <p14:creationId xmlns:p14="http://schemas.microsoft.com/office/powerpoint/2010/main" val="402680988"/>
      </p:ext>
    </p:extLst>
  </p:cSld>
</p:sld>
</file>

<file path=ppt/slides/slide17.xml><?xml version="1.0" encoding="utf-8"?>
<p:sld xmlns:p="http://schemas.openxmlformats.org/presentationml/2006/main">
  <p:cSld>
    <p:spTree>
      <p:nvGrpSpPr>
        <p:cNvPr id="1" name=""/>
        <p:cNvGrpSpPr/>
        <p:nvPr/>
      </p:nvGrpSpPr>
      <p:grpSpPr>
        <a:xfrm xmlns:a="http://schemas.openxmlformats.org/drawingml/2006/main"/>
      </p:grpSpPr>
      <p:pic>
        <p:nvPicPr>
          <p:cNvPr id="19" name="">
            <a:extLst xmlns:a="http://schemas.openxmlformats.org/drawingml/2006/main">
              <a:ext uri="{FF2B5EF4-FFF2-40B4-BE49-F238E27FC236}">
                <a16:creationId xmlns:a16="http://schemas.microsoft.com/office/drawing/2014/main" id="{38147D9E-1F66-42DC-8D2C-EADC9A19A12C}"/>
              </a:ext>
            </a:extLst>
          </p:cNvPr>
          <p:cNvPicPr>
            <a:picLocks xmlns:a="http://schemas.openxmlformats.org/drawingml/2006/main" noChangeAspect="1"/>
          </p:cNvPicPr>
          <p:nvPr/>
        </p:nvPicPr>
        <p:blipFill>
          <a:blip xmlns:r="http://schemas.openxmlformats.org/officeDocument/2006/relationships" xmlns:a="http://schemas.openxmlformats.org/drawingml/2006/main" r:embed="Radca9c67890a497b"/>
          <a:stretch xmlns:a="http://schemas.openxmlformats.org/drawingml/2006/main"/>
        </p:blipFill>
        <p:spPr>
          <a:xfrm xmlns:a="http://schemas.openxmlformats.org/drawingml/2006/main">
            <a:off x="0" y="0"/>
            <a:ext cx="9324594" cy="5248656"/>
          </a:xfrm>
          <a:prstGeom xmlns:a="http://schemas.openxmlformats.org/drawingml/2006/main" prst="rect">
            <a:avLst/>
          </a:prstGeom>
        </p:spPr>
      </p:pic>
      <p:sp>
        <p:nvSpPr>
          <p:cNvPr id="2" name="text-17-0">
            <a:extLst xmlns:a="http://schemas.openxmlformats.org/drawingml/2006/main">
              <a:ext uri="{FF2B5EF4-FFF2-40B4-BE49-F238E27FC236}">
                <a16:creationId xmlns:a16="http://schemas.microsoft.com/office/drawing/2014/main" id="{8CAC648C-BA83-4E58-BE83-DFC45F011C72}"/>
              </a:ext>
            </a:extLst>
          </p:cNvPr>
          <p:cNvSpPr>
            <a:spLocks xmlns:a="http://schemas.openxmlformats.org/drawingml/2006/main" noGrp="1"/>
          </p:cNvSpPr>
          <p:nvPr/>
        </p:nvSpPr>
        <p:spPr>
          <a:xfrm xmlns:a="http://schemas.openxmlformats.org/drawingml/2006/main">
            <a:off x="532209" y="382979"/>
            <a:ext cx="2372975" cy="1518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956" b="1" i="0">
                <a:solidFill>
                  <a:srgbClr val="0B0B0B"/>
                </a:solidFill>
                <a:latin typeface="Arial"/>
                <a:ea typeface="Arial"/>
                <a:cs typeface="Arial"/>
              </a:defRPr>
            </a:defPPr>
          </a:lstStyle>
          <a:p xmlns:a="http://schemas.openxmlformats.org/drawingml/2006/main">
            <a:pPr>
              <a:defRPr sz="956" b="1" i="0">
                <a:solidFill>
                  <a:srgbClr val="0B0B0B"/>
                </a:solidFill>
                <a:latin typeface="Arial"/>
                <a:ea typeface="Arial"/>
                <a:cs typeface="Arial"/>
              </a:defRPr>
            </a:pPr>
            <a:r>
              <a:rPr sz="956" b="1" i="0">
                <a:solidFill>
                  <a:srgbClr val="0B0B0B"/>
                </a:solidFill>
                <a:latin typeface="Arial"/>
                <a:ea typeface="Arial"/>
                <a:cs typeface="Arial"/>
              </a:rPr>
              <a:t>ANEXO A / IMPACTO COMERCIAL</a:t>
            </a:r>
          </a:p>
        </p:txBody>
      </p:sp>
      <p:sp>
        <p:nvSpPr>
          <p:cNvPr id="3" name="text-17-1">
            <a:extLst xmlns:a="http://schemas.openxmlformats.org/drawingml/2006/main">
              <a:ext uri="{FF2B5EF4-FFF2-40B4-BE49-F238E27FC236}">
                <a16:creationId xmlns:a16="http://schemas.microsoft.com/office/drawing/2014/main" id="{1A52E40D-3A71-4289-BAA5-EC0ACBF5303D}"/>
              </a:ext>
            </a:extLst>
          </p:cNvPr>
          <p:cNvSpPr>
            <a:spLocks xmlns:a="http://schemas.openxmlformats.org/drawingml/2006/main" noGrp="1"/>
          </p:cNvSpPr>
          <p:nvPr/>
        </p:nvSpPr>
        <p:spPr>
          <a:xfrm xmlns:a="http://schemas.openxmlformats.org/drawingml/2006/main">
            <a:off x="532209" y="673884"/>
            <a:ext cx="2761617" cy="6786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4275" b="0" i="0">
                <a:solidFill>
                  <a:srgbClr val="0B0B0B"/>
                </a:solidFill>
                <a:latin typeface="Impact"/>
                <a:ea typeface="Impact"/>
                <a:cs typeface="Impact"/>
              </a:defRPr>
            </a:defPPr>
          </a:lstStyle>
          <a:p xmlns:a="http://schemas.openxmlformats.org/drawingml/2006/main">
            <a:pPr>
              <a:defRPr sz="4275" b="0" i="0">
                <a:solidFill>
                  <a:srgbClr val="0B0B0B"/>
                </a:solidFill>
                <a:latin typeface="Impact"/>
                <a:ea typeface="Impact"/>
                <a:cs typeface="Impact"/>
              </a:defRPr>
            </a:pPr>
            <a:r>
              <a:rPr sz="4275" b="0" i="0">
                <a:solidFill>
                  <a:srgbClr val="0B0B0B"/>
                </a:solidFill>
                <a:latin typeface="Impact"/>
                <a:ea typeface="Impact"/>
                <a:cs typeface="Impact"/>
              </a:rPr>
              <a:t>ASÍ SE FORMA</a:t>
            </a:r>
          </a:p>
        </p:txBody>
      </p:sp>
      <p:sp>
        <p:nvSpPr>
          <p:cNvPr id="4" name="text-17-2">
            <a:extLst xmlns:a="http://schemas.openxmlformats.org/drawingml/2006/main">
              <a:ext uri="{FF2B5EF4-FFF2-40B4-BE49-F238E27FC236}">
                <a16:creationId xmlns:a16="http://schemas.microsoft.com/office/drawing/2014/main" id="{42D0D8E5-6F93-41B8-8839-BF48C77EBC85}"/>
              </a:ext>
            </a:extLst>
          </p:cNvPr>
          <p:cNvSpPr>
            <a:spLocks xmlns:a="http://schemas.openxmlformats.org/drawingml/2006/main" noGrp="1"/>
          </p:cNvSpPr>
          <p:nvPr/>
        </p:nvSpPr>
        <p:spPr>
          <a:xfrm xmlns:a="http://schemas.openxmlformats.org/drawingml/2006/main">
            <a:off x="532209" y="1231097"/>
            <a:ext cx="4993893" cy="6786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4275" b="0" i="0">
                <a:solidFill>
                  <a:srgbClr val="0B0B0B"/>
                </a:solidFill>
                <a:latin typeface="Impact"/>
                <a:ea typeface="Impact"/>
                <a:cs typeface="Impact"/>
              </a:defRPr>
            </a:defPPr>
          </a:lstStyle>
          <a:p xmlns:a="http://schemas.openxmlformats.org/drawingml/2006/main">
            <a:pPr>
              <a:defRPr sz="4275" b="0" i="0">
                <a:solidFill>
                  <a:srgbClr val="0B0B0B"/>
                </a:solidFill>
                <a:latin typeface="Impact"/>
                <a:ea typeface="Impact"/>
                <a:cs typeface="Impact"/>
              </a:defRPr>
            </a:pPr>
            <a:r>
              <a:rPr sz="4275" b="0" i="0">
                <a:solidFill>
                  <a:srgbClr val="0B0B0B"/>
                </a:solidFill>
                <a:latin typeface="Impact"/>
                <a:ea typeface="Impact"/>
                <a:cs typeface="Impact"/>
              </a:rPr>
              <a:t>EL ESCENARIO DE S/3.780</a:t>
            </a:r>
          </a:p>
        </p:txBody>
      </p:sp>
      <p:sp>
        <p:nvSpPr>
          <p:cNvPr id="5" name="text-17-3">
            <a:extLst xmlns:a="http://schemas.openxmlformats.org/drawingml/2006/main">
              <a:ext uri="{FF2B5EF4-FFF2-40B4-BE49-F238E27FC236}">
                <a16:creationId xmlns:a16="http://schemas.microsoft.com/office/drawing/2014/main" id="{8CC19363-7334-49EB-B727-7A3A9962D24E}"/>
              </a:ext>
            </a:extLst>
          </p:cNvPr>
          <p:cNvSpPr>
            <a:spLocks xmlns:a="http://schemas.openxmlformats.org/drawingml/2006/main" noGrp="1"/>
          </p:cNvSpPr>
          <p:nvPr/>
        </p:nvSpPr>
        <p:spPr>
          <a:xfrm xmlns:a="http://schemas.openxmlformats.org/drawingml/2006/main">
            <a:off x="532209" y="2037462"/>
            <a:ext cx="925302" cy="80367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5063" b="0" i="0">
                <a:solidFill>
                  <a:srgbClr val="0B0B0B"/>
                </a:solidFill>
                <a:latin typeface="Impact"/>
                <a:ea typeface="Impact"/>
                <a:cs typeface="Impact"/>
              </a:defRPr>
            </a:defPPr>
          </a:lstStyle>
          <a:p xmlns:a="http://schemas.openxmlformats.org/drawingml/2006/main">
            <a:pPr>
              <a:defRPr sz="5063" b="0" i="0">
                <a:solidFill>
                  <a:srgbClr val="0B0B0B"/>
                </a:solidFill>
                <a:latin typeface="Impact"/>
                <a:ea typeface="Impact"/>
                <a:cs typeface="Impact"/>
              </a:defRPr>
            </a:pPr>
            <a:r>
              <a:rPr sz="5063" b="0" i="0">
                <a:solidFill>
                  <a:srgbClr val="0B0B0B"/>
                </a:solidFill>
                <a:latin typeface="Impact"/>
                <a:ea typeface="Impact"/>
                <a:cs typeface="Impact"/>
              </a:rPr>
              <a:t>192</a:t>
            </a:r>
          </a:p>
        </p:txBody>
      </p:sp>
      <p:sp>
        <p:nvSpPr>
          <p:cNvPr id="6" name="text-17-4">
            <a:extLst xmlns:a="http://schemas.openxmlformats.org/drawingml/2006/main">
              <a:ext uri="{FF2B5EF4-FFF2-40B4-BE49-F238E27FC236}">
                <a16:creationId xmlns:a16="http://schemas.microsoft.com/office/drawing/2014/main" id="{071FC374-3306-4A77-8A6F-CE6687859A23}"/>
              </a:ext>
            </a:extLst>
          </p:cNvPr>
          <p:cNvSpPr>
            <a:spLocks xmlns:a="http://schemas.openxmlformats.org/drawingml/2006/main" noGrp="1"/>
          </p:cNvSpPr>
          <p:nvPr/>
        </p:nvSpPr>
        <p:spPr>
          <a:xfrm xmlns:a="http://schemas.openxmlformats.org/drawingml/2006/main">
            <a:off x="532209" y="2823058"/>
            <a:ext cx="2129390" cy="20538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94" b="0" i="0">
                <a:solidFill>
                  <a:srgbClr val="0B0B0B"/>
                </a:solidFill>
                <a:latin typeface="Arial"/>
                <a:ea typeface="Arial"/>
                <a:cs typeface="Arial"/>
              </a:defRPr>
            </a:defPPr>
          </a:lstStyle>
          <a:p xmlns:a="http://schemas.openxmlformats.org/drawingml/2006/main">
            <a:pPr>
              <a:defRPr sz="1294" b="0" i="0">
                <a:solidFill>
                  <a:srgbClr val="0B0B0B"/>
                </a:solidFill>
                <a:latin typeface="Arial"/>
                <a:ea typeface="Arial"/>
                <a:cs typeface="Arial"/>
              </a:defRPr>
            </a:pPr>
            <a:r>
              <a:rPr sz="1294" b="0" i="0">
                <a:solidFill>
                  <a:srgbClr val="0B0B0B"/>
                </a:solidFill>
                <a:latin typeface="Arial"/>
                <a:ea typeface="Arial"/>
                <a:cs typeface="Arial"/>
              </a:rPr>
              <a:t>por seguimiento hipotético al</a:t>
            </a:r>
          </a:p>
        </p:txBody>
      </p:sp>
      <p:sp>
        <p:nvSpPr>
          <p:cNvPr id="7" name="text-17-5">
            <a:extLst xmlns:a="http://schemas.openxmlformats.org/drawingml/2006/main">
              <a:ext uri="{FF2B5EF4-FFF2-40B4-BE49-F238E27FC236}">
                <a16:creationId xmlns:a16="http://schemas.microsoft.com/office/drawing/2014/main" id="{5129F5D2-2E1E-44E4-B631-4519B608551C}"/>
              </a:ext>
            </a:extLst>
          </p:cNvPr>
          <p:cNvSpPr>
            <a:spLocks xmlns:a="http://schemas.openxmlformats.org/drawingml/2006/main" noGrp="1"/>
          </p:cNvSpPr>
          <p:nvPr/>
        </p:nvSpPr>
        <p:spPr>
          <a:xfrm xmlns:a="http://schemas.openxmlformats.org/drawingml/2006/main">
            <a:off x="532209" y="2987364"/>
            <a:ext cx="366877" cy="20538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94" b="0" i="0">
                <a:solidFill>
                  <a:srgbClr val="0B0B0B"/>
                </a:solidFill>
                <a:latin typeface="Arial"/>
                <a:ea typeface="Arial"/>
                <a:cs typeface="Arial"/>
              </a:defRPr>
            </a:defPPr>
          </a:lstStyle>
          <a:p xmlns:a="http://schemas.openxmlformats.org/drawingml/2006/main">
            <a:pPr>
              <a:defRPr sz="1294" b="0" i="0">
                <a:solidFill>
                  <a:srgbClr val="0B0B0B"/>
                </a:solidFill>
                <a:latin typeface="Arial"/>
                <a:ea typeface="Arial"/>
                <a:cs typeface="Arial"/>
              </a:defRPr>
            </a:pPr>
            <a:r>
              <a:rPr sz="1294" b="0" i="0">
                <a:solidFill>
                  <a:srgbClr val="0B0B0B"/>
                </a:solidFill>
                <a:latin typeface="Arial"/>
                <a:ea typeface="Arial"/>
                <a:cs typeface="Arial"/>
              </a:rPr>
              <a:t>10%</a:t>
            </a:r>
          </a:p>
        </p:txBody>
      </p:sp>
      <p:sp>
        <p:nvSpPr>
          <p:cNvPr id="8" name="text-17-6">
            <a:extLst xmlns:a="http://schemas.openxmlformats.org/drawingml/2006/main">
              <a:ext uri="{FF2B5EF4-FFF2-40B4-BE49-F238E27FC236}">
                <a16:creationId xmlns:a16="http://schemas.microsoft.com/office/drawing/2014/main" id="{BC3DBCEB-7CDF-4F9F-937C-DE920FC62639}"/>
              </a:ext>
            </a:extLst>
          </p:cNvPr>
          <p:cNvSpPr>
            <a:spLocks xmlns:a="http://schemas.openxmlformats.org/drawingml/2006/main" noGrp="1"/>
          </p:cNvSpPr>
          <p:nvPr/>
        </p:nvSpPr>
        <p:spPr>
          <a:xfrm xmlns:a="http://schemas.openxmlformats.org/drawingml/2006/main">
            <a:off x="3356335" y="2037462"/>
            <a:ext cx="716580" cy="80367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5063" b="0" i="0">
                <a:solidFill>
                  <a:srgbClr val="0B0B0B"/>
                </a:solidFill>
                <a:latin typeface="Impact"/>
                <a:ea typeface="Impact"/>
                <a:cs typeface="Impact"/>
              </a:defRPr>
            </a:defPPr>
          </a:lstStyle>
          <a:p xmlns:a="http://schemas.openxmlformats.org/drawingml/2006/main">
            <a:pPr>
              <a:defRPr sz="5063" b="0" i="0">
                <a:solidFill>
                  <a:srgbClr val="0B0B0B"/>
                </a:solidFill>
                <a:latin typeface="Impact"/>
                <a:ea typeface="Impact"/>
                <a:cs typeface="Impact"/>
              </a:defRPr>
            </a:pPr>
            <a:r>
              <a:rPr sz="5063" b="0" i="0">
                <a:solidFill>
                  <a:srgbClr val="0B0B0B"/>
                </a:solidFill>
                <a:latin typeface="Impact"/>
                <a:ea typeface="Impact"/>
                <a:cs typeface="Impact"/>
              </a:rPr>
              <a:t>60</a:t>
            </a:r>
          </a:p>
        </p:txBody>
      </p:sp>
      <p:sp>
        <p:nvSpPr>
          <p:cNvPr id="9" name="text-17-7">
            <a:extLst xmlns:a="http://schemas.openxmlformats.org/drawingml/2006/main">
              <a:ext uri="{FF2B5EF4-FFF2-40B4-BE49-F238E27FC236}">
                <a16:creationId xmlns:a16="http://schemas.microsoft.com/office/drawing/2014/main" id="{24B29FCD-9114-4833-B313-BCB105A4F738}"/>
              </a:ext>
            </a:extLst>
          </p:cNvPr>
          <p:cNvSpPr>
            <a:spLocks xmlns:a="http://schemas.openxmlformats.org/drawingml/2006/main" noGrp="1"/>
          </p:cNvSpPr>
          <p:nvPr/>
        </p:nvSpPr>
        <p:spPr>
          <a:xfrm xmlns:a="http://schemas.openxmlformats.org/drawingml/2006/main">
            <a:off x="3356335" y="2823058"/>
            <a:ext cx="2029000" cy="20538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94" b="0" i="0">
                <a:solidFill>
                  <a:srgbClr val="0B0B0B"/>
                </a:solidFill>
                <a:latin typeface="Arial"/>
                <a:ea typeface="Arial"/>
                <a:cs typeface="Arial"/>
              </a:defRPr>
            </a:defPPr>
          </a:lstStyle>
          <a:p xmlns:a="http://schemas.openxmlformats.org/drawingml/2006/main">
            <a:pPr>
              <a:defRPr sz="1294" b="0" i="0">
                <a:solidFill>
                  <a:srgbClr val="0B0B0B"/>
                </a:solidFill>
                <a:latin typeface="Arial"/>
                <a:ea typeface="Arial"/>
                <a:cs typeface="Arial"/>
              </a:defRPr>
            </a:pPr>
            <a:r>
              <a:rPr sz="1294" b="0" i="0">
                <a:solidFill>
                  <a:srgbClr val="0B0B0B"/>
                </a:solidFill>
                <a:latin typeface="Arial"/>
                <a:ea typeface="Arial"/>
                <a:cs typeface="Arial"/>
              </a:rPr>
              <a:t>nuevas nocturnas, distintas</a:t>
            </a:r>
          </a:p>
        </p:txBody>
      </p:sp>
      <p:sp>
        <p:nvSpPr>
          <p:cNvPr id="10" name="text-17-8">
            <a:extLst xmlns:a="http://schemas.openxmlformats.org/drawingml/2006/main">
              <a:ext uri="{FF2B5EF4-FFF2-40B4-BE49-F238E27FC236}">
                <a16:creationId xmlns:a16="http://schemas.microsoft.com/office/drawing/2014/main" id="{7C069BB1-A78A-4BFF-B558-D8804FFA3BD1}"/>
              </a:ext>
            </a:extLst>
          </p:cNvPr>
          <p:cNvSpPr>
            <a:spLocks xmlns:a="http://schemas.openxmlformats.org/drawingml/2006/main" noGrp="1"/>
          </p:cNvSpPr>
          <p:nvPr/>
        </p:nvSpPr>
        <p:spPr>
          <a:xfrm xmlns:a="http://schemas.openxmlformats.org/drawingml/2006/main">
            <a:off x="6180460" y="2037462"/>
            <a:ext cx="1938866" cy="80367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5063" b="0" i="0">
                <a:solidFill>
                  <a:srgbClr val="0B0B0B"/>
                </a:solidFill>
                <a:latin typeface="Impact"/>
                <a:ea typeface="Impact"/>
                <a:cs typeface="Impact"/>
              </a:defRPr>
            </a:defPPr>
          </a:lstStyle>
          <a:p xmlns:a="http://schemas.openxmlformats.org/drawingml/2006/main">
            <a:pPr>
              <a:defRPr sz="5063" b="0" i="0">
                <a:solidFill>
                  <a:srgbClr val="0B0B0B"/>
                </a:solidFill>
                <a:latin typeface="Impact"/>
                <a:ea typeface="Impact"/>
                <a:cs typeface="Impact"/>
              </a:defRPr>
            </a:pPr>
            <a:r>
              <a:rPr sz="5063" b="0" i="0">
                <a:solidFill>
                  <a:srgbClr val="0B0B0B"/>
                </a:solidFill>
                <a:latin typeface="Impact"/>
                <a:ea typeface="Impact"/>
                <a:cs typeface="Impact"/>
              </a:rPr>
              <a:t>S/3.780</a:t>
            </a:r>
          </a:p>
        </p:txBody>
      </p:sp>
      <p:sp>
        <p:nvSpPr>
          <p:cNvPr id="11" name="text-17-9">
            <a:extLst xmlns:a="http://schemas.openxmlformats.org/drawingml/2006/main">
              <a:ext uri="{FF2B5EF4-FFF2-40B4-BE49-F238E27FC236}">
                <a16:creationId xmlns:a16="http://schemas.microsoft.com/office/drawing/2014/main" id="{E118BFD5-61BD-4B10-AF03-DD8FBDE84961}"/>
              </a:ext>
            </a:extLst>
          </p:cNvPr>
          <p:cNvSpPr>
            <a:spLocks xmlns:a="http://schemas.openxmlformats.org/drawingml/2006/main" noGrp="1"/>
          </p:cNvSpPr>
          <p:nvPr/>
        </p:nvSpPr>
        <p:spPr>
          <a:xfrm xmlns:a="http://schemas.openxmlformats.org/drawingml/2006/main">
            <a:off x="6180460" y="2823058"/>
            <a:ext cx="2006491" cy="20538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94" b="0" i="0">
                <a:solidFill>
                  <a:srgbClr val="0B0B0B"/>
                </a:solidFill>
                <a:latin typeface="Arial"/>
                <a:ea typeface="Arial"/>
                <a:cs typeface="Arial"/>
              </a:defRPr>
            </a:defPPr>
          </a:lstStyle>
          <a:p xmlns:a="http://schemas.openxmlformats.org/drawingml/2006/main">
            <a:pPr>
              <a:defRPr sz="1294" b="0" i="0">
                <a:solidFill>
                  <a:srgbClr val="0B0B0B"/>
                </a:solidFill>
                <a:latin typeface="Arial"/>
                <a:ea typeface="Arial"/>
                <a:cs typeface="Arial"/>
              </a:defRPr>
            </a:pPr>
            <a:r>
              <a:rPr sz="1294" b="0" i="0">
                <a:solidFill>
                  <a:srgbClr val="0B0B0B"/>
                </a:solidFill>
                <a:latin typeface="Arial"/>
                <a:ea typeface="Arial"/>
                <a:cs typeface="Arial"/>
              </a:rPr>
              <a:t>252 operaciones × S/15 de</a:t>
            </a:r>
          </a:p>
        </p:txBody>
      </p:sp>
      <p:sp>
        <p:nvSpPr>
          <p:cNvPr id="12" name="text-17-10">
            <a:extLst xmlns:a="http://schemas.openxmlformats.org/drawingml/2006/main">
              <a:ext uri="{FF2B5EF4-FFF2-40B4-BE49-F238E27FC236}">
                <a16:creationId xmlns:a16="http://schemas.microsoft.com/office/drawing/2014/main" id="{8057A1EF-D75F-4CB4-8137-C7C75AFF24BF}"/>
              </a:ext>
            </a:extLst>
          </p:cNvPr>
          <p:cNvSpPr>
            <a:spLocks xmlns:a="http://schemas.openxmlformats.org/drawingml/2006/main" noGrp="1"/>
          </p:cNvSpPr>
          <p:nvPr/>
        </p:nvSpPr>
        <p:spPr>
          <a:xfrm xmlns:a="http://schemas.openxmlformats.org/drawingml/2006/main">
            <a:off x="6180460" y="2987364"/>
            <a:ext cx="595099" cy="20538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94" b="0" i="0">
                <a:solidFill>
                  <a:srgbClr val="0B0B0B"/>
                </a:solidFill>
                <a:latin typeface="Arial"/>
                <a:ea typeface="Arial"/>
                <a:cs typeface="Arial"/>
              </a:defRPr>
            </a:defPPr>
          </a:lstStyle>
          <a:p xmlns:a="http://schemas.openxmlformats.org/drawingml/2006/main">
            <a:pPr>
              <a:defRPr sz="1294" b="0" i="0">
                <a:solidFill>
                  <a:srgbClr val="0B0B0B"/>
                </a:solidFill>
                <a:latin typeface="Arial"/>
                <a:ea typeface="Arial"/>
                <a:cs typeface="Arial"/>
              </a:defRPr>
            </a:pPr>
            <a:r>
              <a:rPr sz="1294" b="0" i="0">
                <a:solidFill>
                  <a:srgbClr val="0B0B0B"/>
                </a:solidFill>
                <a:latin typeface="Arial"/>
                <a:ea typeface="Arial"/>
                <a:cs typeface="Arial"/>
              </a:rPr>
              <a:t>margen</a:t>
            </a:r>
          </a:p>
        </p:txBody>
      </p:sp>
      <p:sp>
        <p:nvSpPr>
          <p:cNvPr id="13" name="text-17-11">
            <a:extLst xmlns:a="http://schemas.openxmlformats.org/drawingml/2006/main">
              <a:ext uri="{FF2B5EF4-FFF2-40B4-BE49-F238E27FC236}">
                <a16:creationId xmlns:a16="http://schemas.microsoft.com/office/drawing/2014/main" id="{F76CEB85-8BFB-4030-9F6F-BE0E97FF9000}"/>
              </a:ext>
            </a:extLst>
          </p:cNvPr>
          <p:cNvSpPr>
            <a:spLocks xmlns:a="http://schemas.openxmlformats.org/drawingml/2006/main" noGrp="1"/>
          </p:cNvSpPr>
          <p:nvPr/>
        </p:nvSpPr>
        <p:spPr>
          <a:xfrm xmlns:a="http://schemas.openxmlformats.org/drawingml/2006/main">
            <a:off x="532209" y="3419373"/>
            <a:ext cx="4118210" cy="2500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575" b="0" i="0">
                <a:solidFill>
                  <a:srgbClr val="0B0B0B"/>
                </a:solidFill>
                <a:latin typeface="Arial"/>
                <a:ea typeface="Arial"/>
                <a:cs typeface="Arial"/>
              </a:defRPr>
            </a:defPPr>
          </a:lstStyle>
          <a:p xmlns:a="http://schemas.openxmlformats.org/drawingml/2006/main">
            <a:pPr>
              <a:defRPr sz="1575" b="0" i="0">
                <a:solidFill>
                  <a:srgbClr val="0B0B0B"/>
                </a:solidFill>
                <a:latin typeface="Arial"/>
                <a:ea typeface="Arial"/>
                <a:cs typeface="Arial"/>
              </a:defRPr>
            </a:pPr>
            <a:r>
              <a:rPr sz="1575" b="0" i="0">
                <a:solidFill>
                  <a:srgbClr val="0B0B0B"/>
                </a:solidFill>
                <a:latin typeface="Arial"/>
                <a:ea typeface="Arial"/>
                <a:cs typeface="Arial"/>
              </a:rPr>
              <a:t>El costo de Meta también cambia la ecuación.</a:t>
            </a:r>
          </a:p>
        </p:txBody>
      </p:sp>
      <p:sp>
        <p:nvSpPr>
          <p:cNvPr id="14" name="text-17-12">
            <a:extLst xmlns:a="http://schemas.openxmlformats.org/drawingml/2006/main">
              <a:ext uri="{FF2B5EF4-FFF2-40B4-BE49-F238E27FC236}">
                <a16:creationId xmlns:a16="http://schemas.microsoft.com/office/drawing/2014/main" id="{D2CDA526-C74C-44D2-9F3A-A1E6091A2113}"/>
              </a:ext>
            </a:extLst>
          </p:cNvPr>
          <p:cNvSpPr>
            <a:spLocks xmlns:a="http://schemas.openxmlformats.org/drawingml/2006/main" noGrp="1"/>
          </p:cNvSpPr>
          <p:nvPr/>
        </p:nvSpPr>
        <p:spPr>
          <a:xfrm xmlns:a="http://schemas.openxmlformats.org/drawingml/2006/main">
            <a:off x="532209" y="4503579"/>
            <a:ext cx="6751015" cy="13394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844" b="0" i="0">
                <a:solidFill>
                  <a:srgbClr val="0B0B0B"/>
                </a:solidFill>
                <a:latin typeface="Arial"/>
                <a:ea typeface="Arial"/>
                <a:cs typeface="Arial"/>
              </a:defRPr>
            </a:defPPr>
          </a:lstStyle>
          <a:p xmlns:a="http://schemas.openxmlformats.org/drawingml/2006/main">
            <a:pPr>
              <a:defRPr sz="844" b="0" i="0">
                <a:solidFill>
                  <a:srgbClr val="0B0B0B"/>
                </a:solidFill>
                <a:latin typeface="Arial"/>
                <a:ea typeface="Arial"/>
                <a:cs typeface="Arial"/>
              </a:defRPr>
            </a:pPr>
            <a:r>
              <a:rPr sz="844" b="0" i="0">
                <a:solidFill>
                  <a:srgbClr val="0B0B0B"/>
                </a:solidFill>
                <a:latin typeface="Arial"/>
                <a:ea typeface="Arial"/>
                <a:cs typeface="Arial"/>
              </a:rPr>
              <a:t>192 = 64 × 10% × 30. 60 = 10 × 20% × 30. Hipótesis sin solapamientos. Restar tecnología, cupones y campañas. No son ventas observadas.</a:t>
            </a:r>
          </a:p>
        </p:txBody>
      </p:sp>
      <p:sp>
        <p:nvSpPr>
          <p:cNvPr id="15" name="text-17-13">
            <a:extLst xmlns:a="http://schemas.openxmlformats.org/drawingml/2006/main">
              <a:ext uri="{FF2B5EF4-FFF2-40B4-BE49-F238E27FC236}">
                <a16:creationId xmlns:a16="http://schemas.microsoft.com/office/drawing/2014/main" id="{AFCEB285-488D-40E3-9CE3-F0092A26BF50}"/>
              </a:ext>
            </a:extLst>
          </p:cNvPr>
          <p:cNvSpPr>
            <a:spLocks xmlns:a="http://schemas.openxmlformats.org/drawingml/2006/main" noGrp="1"/>
          </p:cNvSpPr>
          <p:nvPr/>
        </p:nvSpPr>
        <p:spPr>
          <a:xfrm xmlns:a="http://schemas.openxmlformats.org/drawingml/2006/main">
            <a:off x="532209" y="4199772"/>
            <a:ext cx="1125924" cy="17859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125" b="0" i="0">
                <a:solidFill>
                  <a:srgbClr val="0B0B0B"/>
                </a:solidFill>
                <a:latin typeface="Arial"/>
                <a:ea typeface="Arial"/>
                <a:cs typeface="Arial"/>
              </a:defRPr>
            </a:defPPr>
          </a:lstStyle>
          <a:p xmlns:a="http://schemas.openxmlformats.org/drawingml/2006/main">
            <a:pPr>
              <a:defRPr sz="1125" b="0" i="0">
                <a:solidFill>
                  <a:srgbClr val="0B0B0B"/>
                </a:solidFill>
                <a:latin typeface="Arial"/>
                <a:ea typeface="Arial"/>
                <a:cs typeface="Arial"/>
              </a:defRPr>
            </a:pPr>
            <a:r>
              <a:rPr sz="1125" b="0" i="0">
                <a:solidFill>
                  <a:srgbClr val="0B0B0B"/>
                </a:solidFill>
                <a:latin typeface="Arial"/>
                <a:ea typeface="Arial"/>
                <a:cs typeface="Arial"/>
              </a:rPr>
              <a:t>Volver al impacto</a:t>
            </a:r>
          </a:p>
        </p:txBody>
      </p:sp>
      <p:sp>
        <p:nvSpPr>
          <p:cNvPr id="16" name="text-17-14">
            <a:extLst xmlns:a="http://schemas.openxmlformats.org/drawingml/2006/main">
              <a:ext uri="{FF2B5EF4-FFF2-40B4-BE49-F238E27FC236}">
                <a16:creationId xmlns:a16="http://schemas.microsoft.com/office/drawing/2014/main" id="{26E3236E-D24F-4B41-B657-29F1507ED0BC}"/>
              </a:ext>
            </a:extLst>
          </p:cNvPr>
          <p:cNvSpPr>
            <a:spLocks xmlns:a="http://schemas.openxmlformats.org/drawingml/2006/main" noGrp="1"/>
          </p:cNvSpPr>
          <p:nvPr/>
        </p:nvSpPr>
        <p:spPr>
          <a:xfrm xmlns:a="http://schemas.openxmlformats.org/drawingml/2006/main">
            <a:off x="2982516" y="4206239"/>
            <a:ext cx="2369393" cy="16966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069" b="0" i="0">
                <a:solidFill>
                  <a:srgbClr val="0B0B0B"/>
                </a:solidFill>
                <a:latin typeface="Arial"/>
                <a:ea typeface="Arial"/>
                <a:cs typeface="Arial"/>
              </a:defRPr>
            </a:defPPr>
          </a:lstStyle>
          <a:p xmlns:a="http://schemas.openxmlformats.org/drawingml/2006/main">
            <a:pPr>
              <a:defRPr sz="1069" b="0" i="0">
                <a:solidFill>
                  <a:srgbClr val="0B0B0B"/>
                </a:solidFill>
                <a:latin typeface="Arial"/>
                <a:ea typeface="Arial"/>
                <a:cs typeface="Arial"/>
              </a:defRPr>
            </a:pPr>
            <a:r>
              <a:rPr sz="1069" b="0" i="0">
                <a:solidFill>
                  <a:srgbClr val="0B0B0B"/>
                </a:solidFill>
                <a:latin typeface="Arial"/>
                <a:ea typeface="Arial"/>
                <a:cs typeface="Arial"/>
              </a:rPr>
              <a:t>Comparar 5%, 10% y 20% · Anexo A.2</a:t>
            </a:r>
          </a:p>
        </p:txBody>
      </p:sp>
      <p:sp>
        <p:nvSpPr>
          <p:cNvPr id="17" name="text-17-15">
            <a:extLst xmlns:a="http://schemas.openxmlformats.org/drawingml/2006/main">
              <a:ext uri="{FF2B5EF4-FFF2-40B4-BE49-F238E27FC236}">
                <a16:creationId xmlns:a16="http://schemas.microsoft.com/office/drawing/2014/main" id="{298A218B-3B6F-4263-B673-1BE587BCBA4F}"/>
              </a:ext>
            </a:extLst>
          </p:cNvPr>
          <p:cNvSpPr>
            <a:spLocks xmlns:a="http://schemas.openxmlformats.org/drawingml/2006/main" noGrp="1"/>
          </p:cNvSpPr>
          <p:nvPr/>
        </p:nvSpPr>
        <p:spPr>
          <a:xfrm xmlns:a="http://schemas.openxmlformats.org/drawingml/2006/main">
            <a:off x="532209" y="4923697"/>
            <a:ext cx="1120674"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0B0B0B"/>
                </a:solidFill>
                <a:latin typeface="Arial"/>
                <a:ea typeface="Arial"/>
                <a:cs typeface="Arial"/>
              </a:defRPr>
            </a:defPPr>
          </a:lstStyle>
          <a:p xmlns:a="http://schemas.openxmlformats.org/drawingml/2006/main">
            <a:pPr>
              <a:defRPr sz="731" b="1" i="0">
                <a:solidFill>
                  <a:srgbClr val="0B0B0B"/>
                </a:solidFill>
                <a:latin typeface="Arial"/>
                <a:ea typeface="Arial"/>
                <a:cs typeface="Arial"/>
              </a:defRPr>
            </a:pPr>
            <a:r>
              <a:rPr sz="731" b="1" i="0">
                <a:solidFill>
                  <a:srgbClr val="0B0B0B"/>
                </a:solidFill>
                <a:latin typeface="Arial"/>
                <a:ea typeface="Arial"/>
                <a:cs typeface="Arial"/>
              </a:rPr>
              <a:t>ANEXOS / OMNI by 5.5</a:t>
            </a:r>
          </a:p>
        </p:txBody>
      </p:sp>
      <p:sp>
        <p:nvSpPr>
          <p:cNvPr id="18" name="text-17-16">
            <a:extLst xmlns:a="http://schemas.openxmlformats.org/drawingml/2006/main">
              <a:ext uri="{FF2B5EF4-FFF2-40B4-BE49-F238E27FC236}">
                <a16:creationId xmlns:a16="http://schemas.microsoft.com/office/drawing/2014/main" id="{EE7E47DC-6079-48F6-ADE0-6D49221D1BAC}"/>
              </a:ext>
            </a:extLst>
          </p:cNvPr>
          <p:cNvSpPr>
            <a:spLocks xmlns:a="http://schemas.openxmlformats.org/drawingml/2006/main" noGrp="1"/>
          </p:cNvSpPr>
          <p:nvPr/>
        </p:nvSpPr>
        <p:spPr>
          <a:xfrm xmlns:a="http://schemas.openxmlformats.org/drawingml/2006/main">
            <a:off x="8446257" y="4923697"/>
            <a:ext cx="377893"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0B0B0B"/>
                </a:solidFill>
                <a:latin typeface="Arial"/>
                <a:ea typeface="Arial"/>
                <a:cs typeface="Arial"/>
              </a:defRPr>
            </a:defPPr>
          </a:lstStyle>
          <a:p xmlns:a="http://schemas.openxmlformats.org/drawingml/2006/main">
            <a:pPr>
              <a:defRPr sz="731" b="1" i="0">
                <a:solidFill>
                  <a:srgbClr val="0B0B0B"/>
                </a:solidFill>
                <a:latin typeface="Arial"/>
                <a:ea typeface="Arial"/>
                <a:cs typeface="Arial"/>
              </a:defRPr>
            </a:pPr>
            <a:r>
              <a:rPr sz="731" b="1" i="0">
                <a:solidFill>
                  <a:srgbClr val="0B0B0B"/>
                </a:solidFill>
                <a:latin typeface="Arial"/>
                <a:ea typeface="Arial"/>
                <a:cs typeface="Arial"/>
              </a:rPr>
              <a:t>17 / 5.5</a:t>
            </a:r>
          </a:p>
        </p:txBody>
      </p:sp>
    </p:spTree>
    <p:extLst>
      <p:ext uri="{BB962C8B-B14F-4D97-AF65-F5344CB8AC3E}">
        <p14:creationId xmlns:p14="http://schemas.microsoft.com/office/powerpoint/2010/main" val="948952908"/>
      </p:ext>
    </p:extLst>
  </p:cSld>
</p:sld>
</file>

<file path=ppt/slides/slide18.xml><?xml version="1.0" encoding="utf-8"?>
<p:sld xmlns:p="http://schemas.openxmlformats.org/presentationml/2006/main">
  <p:cSld>
    <p:spTree>
      <p:nvGrpSpPr>
        <p:cNvPr id="1" name=""/>
        <p:cNvGrpSpPr/>
        <p:nvPr/>
      </p:nvGrpSpPr>
      <p:grpSpPr>
        <a:xfrm xmlns:a="http://schemas.openxmlformats.org/drawingml/2006/main"/>
      </p:grpSpPr>
      <p:pic>
        <p:nvPicPr>
          <p:cNvPr id="11" name="">
            <a:extLst xmlns:a="http://schemas.openxmlformats.org/drawingml/2006/main">
              <a:ext uri="{FF2B5EF4-FFF2-40B4-BE49-F238E27FC236}">
                <a16:creationId xmlns:a16="http://schemas.microsoft.com/office/drawing/2014/main" id="{07B55581-5C68-4BC4-8ECB-59F77A64E159}"/>
              </a:ext>
            </a:extLst>
          </p:cNvPr>
          <p:cNvPicPr>
            <a:picLocks xmlns:a="http://schemas.openxmlformats.org/drawingml/2006/main" noChangeAspect="1"/>
          </p:cNvPicPr>
          <p:nvPr/>
        </p:nvPicPr>
        <p:blipFill>
          <a:blip xmlns:r="http://schemas.openxmlformats.org/officeDocument/2006/relationships" xmlns:a="http://schemas.openxmlformats.org/drawingml/2006/main" r:embed="R6218098fa56e40d4"/>
          <a:stretch xmlns:a="http://schemas.openxmlformats.org/drawingml/2006/main"/>
        </p:blipFill>
        <p:spPr>
          <a:xfrm xmlns:a="http://schemas.openxmlformats.org/drawingml/2006/main">
            <a:off x="0" y="0"/>
            <a:ext cx="9324594" cy="5248656"/>
          </a:xfrm>
          <a:prstGeom xmlns:a="http://schemas.openxmlformats.org/drawingml/2006/main" prst="rect">
            <a:avLst/>
          </a:prstGeom>
        </p:spPr>
      </p:pic>
      <p:sp>
        <p:nvSpPr>
          <p:cNvPr id="2" name="text-18-0">
            <a:extLst xmlns:a="http://schemas.openxmlformats.org/drawingml/2006/main">
              <a:ext uri="{FF2B5EF4-FFF2-40B4-BE49-F238E27FC236}">
                <a16:creationId xmlns:a16="http://schemas.microsoft.com/office/drawing/2014/main" id="{0EFA4924-CF5C-4AE8-A3DC-362AE82B35DE}"/>
              </a:ext>
            </a:extLst>
          </p:cNvPr>
          <p:cNvSpPr>
            <a:spLocks xmlns:a="http://schemas.openxmlformats.org/drawingml/2006/main" noGrp="1"/>
          </p:cNvSpPr>
          <p:nvPr/>
        </p:nvSpPr>
        <p:spPr>
          <a:xfrm xmlns:a="http://schemas.openxmlformats.org/drawingml/2006/main">
            <a:off x="532209" y="382979"/>
            <a:ext cx="3359661" cy="1518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956" b="1" i="0">
                <a:solidFill>
                  <a:srgbClr val="0B0B0B"/>
                </a:solidFill>
                <a:latin typeface="Arial"/>
                <a:ea typeface="Arial"/>
                <a:cs typeface="Arial"/>
              </a:defRPr>
            </a:defPPr>
          </a:lstStyle>
          <a:p xmlns:a="http://schemas.openxmlformats.org/drawingml/2006/main">
            <a:pPr>
              <a:defRPr sz="956" b="1" i="0">
                <a:solidFill>
                  <a:srgbClr val="0B0B0B"/>
                </a:solidFill>
                <a:latin typeface="Arial"/>
                <a:ea typeface="Arial"/>
                <a:cs typeface="Arial"/>
              </a:defRPr>
            </a:pPr>
            <a:r>
              <a:rPr sz="956" b="1" i="0">
                <a:solidFill>
                  <a:srgbClr val="0B0B0B"/>
                </a:solidFill>
                <a:latin typeface="Arial"/>
                <a:ea typeface="Arial"/>
                <a:cs typeface="Arial"/>
              </a:rPr>
              <a:t>ANEXO A.2 / SENSIBILIDAD DEL CRECIMIENTO</a:t>
            </a:r>
          </a:p>
        </p:txBody>
      </p:sp>
      <p:sp>
        <p:nvSpPr>
          <p:cNvPr id="3" name="text-18-1">
            <a:extLst xmlns:a="http://schemas.openxmlformats.org/drawingml/2006/main">
              <a:ext uri="{FF2B5EF4-FFF2-40B4-BE49-F238E27FC236}">
                <a16:creationId xmlns:a16="http://schemas.microsoft.com/office/drawing/2014/main" id="{653589FB-EB85-4103-83E3-630F4A5A58AD}"/>
              </a:ext>
            </a:extLst>
          </p:cNvPr>
          <p:cNvSpPr>
            <a:spLocks xmlns:a="http://schemas.openxmlformats.org/drawingml/2006/main" noGrp="1"/>
          </p:cNvSpPr>
          <p:nvPr/>
        </p:nvSpPr>
        <p:spPr>
          <a:xfrm xmlns:a="http://schemas.openxmlformats.org/drawingml/2006/main">
            <a:off x="532209" y="681907"/>
            <a:ext cx="3286273" cy="55364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3488" b="0" i="0">
                <a:solidFill>
                  <a:srgbClr val="0B0B0B"/>
                </a:solidFill>
                <a:latin typeface="Impact"/>
                <a:ea typeface="Impact"/>
                <a:cs typeface="Impact"/>
              </a:defRPr>
            </a:defPPr>
          </a:lstStyle>
          <a:p xmlns:a="http://schemas.openxmlformats.org/drawingml/2006/main">
            <a:pPr>
              <a:defRPr sz="3488" b="0" i="0">
                <a:solidFill>
                  <a:srgbClr val="0B0B0B"/>
                </a:solidFill>
                <a:latin typeface="Impact"/>
                <a:ea typeface="Impact"/>
                <a:cs typeface="Impact"/>
              </a:defRPr>
            </a:pPr>
            <a:r>
              <a:rPr sz="3488" b="0" i="0">
                <a:solidFill>
                  <a:srgbClr val="0B0B0B"/>
                </a:solidFill>
                <a:latin typeface="Impact"/>
                <a:ea typeface="Impact"/>
                <a:cs typeface="Impact"/>
              </a:rPr>
              <a:t>EL RETORNO CAMBIA</a:t>
            </a:r>
          </a:p>
        </p:txBody>
      </p:sp>
      <p:sp>
        <p:nvSpPr>
          <p:cNvPr id="4" name="text-18-2">
            <a:extLst xmlns:a="http://schemas.openxmlformats.org/drawingml/2006/main">
              <a:ext uri="{FF2B5EF4-FFF2-40B4-BE49-F238E27FC236}">
                <a16:creationId xmlns:a16="http://schemas.microsoft.com/office/drawing/2014/main" id="{653B5C74-770E-42A2-810F-47D87C11AECE}"/>
              </a:ext>
            </a:extLst>
          </p:cNvPr>
          <p:cNvSpPr>
            <a:spLocks xmlns:a="http://schemas.openxmlformats.org/drawingml/2006/main" noGrp="1"/>
          </p:cNvSpPr>
          <p:nvPr/>
        </p:nvSpPr>
        <p:spPr>
          <a:xfrm xmlns:a="http://schemas.openxmlformats.org/drawingml/2006/main">
            <a:off x="532209" y="1131963"/>
            <a:ext cx="5118502" cy="55364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3488" b="0" i="0">
                <a:solidFill>
                  <a:srgbClr val="0B0B0B"/>
                </a:solidFill>
                <a:latin typeface="Impact"/>
                <a:ea typeface="Impact"/>
                <a:cs typeface="Impact"/>
              </a:defRPr>
            </a:defPPr>
          </a:lstStyle>
          <a:p xmlns:a="http://schemas.openxmlformats.org/drawingml/2006/main">
            <a:pPr>
              <a:defRPr sz="3488" b="0" i="0">
                <a:solidFill>
                  <a:srgbClr val="0B0B0B"/>
                </a:solidFill>
                <a:latin typeface="Impact"/>
                <a:ea typeface="Impact"/>
                <a:cs typeface="Impact"/>
              </a:defRPr>
            </a:pPr>
            <a:r>
              <a:rPr sz="3488" b="0" i="0">
                <a:solidFill>
                  <a:srgbClr val="0B0B0B"/>
                </a:solidFill>
                <a:latin typeface="Impact"/>
                <a:ea typeface="Impact"/>
                <a:cs typeface="Impact"/>
              </a:rPr>
              <a:t>CON LA CONVERSIÓN Y EL COSTO</a:t>
            </a:r>
          </a:p>
        </p:txBody>
      </p:sp>
      <p:sp>
        <p:nvSpPr>
          <p:cNvPr id="5" name="text-18-3">
            <a:extLst xmlns:a="http://schemas.openxmlformats.org/drawingml/2006/main">
              <a:ext uri="{FF2B5EF4-FFF2-40B4-BE49-F238E27FC236}">
                <a16:creationId xmlns:a16="http://schemas.microsoft.com/office/drawing/2014/main" id="{B9284D06-48F2-4460-B67B-89557F7F82CA}"/>
              </a:ext>
            </a:extLst>
          </p:cNvPr>
          <p:cNvSpPr>
            <a:spLocks xmlns:a="http://schemas.openxmlformats.org/drawingml/2006/main" noGrp="1"/>
          </p:cNvSpPr>
          <p:nvPr/>
        </p:nvSpPr>
        <p:spPr>
          <a:xfrm xmlns:a="http://schemas.openxmlformats.org/drawingml/2006/main">
            <a:off x="532209" y="4314072"/>
            <a:ext cx="1856967" cy="17859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125" b="0" i="0">
                <a:solidFill>
                  <a:srgbClr val="0B0B0B"/>
                </a:solidFill>
                <a:latin typeface="Arial"/>
                <a:ea typeface="Arial"/>
                <a:cs typeface="Arial"/>
              </a:defRPr>
            </a:defPPr>
          </a:lstStyle>
          <a:p xmlns:a="http://schemas.openxmlformats.org/drawingml/2006/main">
            <a:pPr>
              <a:defRPr sz="1125" b="0" i="0">
                <a:solidFill>
                  <a:srgbClr val="0B0B0B"/>
                </a:solidFill>
                <a:latin typeface="Arial"/>
                <a:ea typeface="Arial"/>
                <a:cs typeface="Arial"/>
              </a:defRPr>
            </a:pPr>
            <a:r>
              <a:rPr sz="1125" b="0" i="0">
                <a:solidFill>
                  <a:srgbClr val="0B0B0B"/>
                </a:solidFill>
                <a:latin typeface="Arial"/>
                <a:ea typeface="Arial"/>
                <a:cs typeface="Arial"/>
              </a:rPr>
              <a:t>Volver al cálculo del anexo A</a:t>
            </a:r>
          </a:p>
        </p:txBody>
      </p:sp>
      <p:sp>
        <p:nvSpPr>
          <p:cNvPr id="6" name="text-18-4">
            <a:extLst xmlns:a="http://schemas.openxmlformats.org/drawingml/2006/main">
              <a:ext uri="{FF2B5EF4-FFF2-40B4-BE49-F238E27FC236}">
                <a16:creationId xmlns:a16="http://schemas.microsoft.com/office/drawing/2014/main" id="{DBA96CD0-9F91-4B4A-8F90-41B7AE45F344}"/>
              </a:ext>
            </a:extLst>
          </p:cNvPr>
          <p:cNvSpPr>
            <a:spLocks xmlns:a="http://schemas.openxmlformats.org/drawingml/2006/main" noGrp="1"/>
          </p:cNvSpPr>
          <p:nvPr/>
        </p:nvSpPr>
        <p:spPr>
          <a:xfrm xmlns:a="http://schemas.openxmlformats.org/drawingml/2006/main">
            <a:off x="2601106" y="4320539"/>
            <a:ext cx="1071533" cy="16966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069" b="0" i="0">
                <a:solidFill>
                  <a:srgbClr val="0B0B0B"/>
                </a:solidFill>
                <a:latin typeface="Arial"/>
                <a:ea typeface="Arial"/>
                <a:cs typeface="Arial"/>
              </a:defRPr>
            </a:defPPr>
          </a:lstStyle>
          <a:p xmlns:a="http://schemas.openxmlformats.org/drawingml/2006/main">
            <a:pPr>
              <a:defRPr sz="1069" b="0" i="0">
                <a:solidFill>
                  <a:srgbClr val="0B0B0B"/>
                </a:solidFill>
                <a:latin typeface="Arial"/>
                <a:ea typeface="Arial"/>
                <a:cs typeface="Arial"/>
              </a:defRPr>
            </a:pPr>
            <a:r>
              <a:rPr sz="1069" b="0" i="0">
                <a:solidFill>
                  <a:srgbClr val="0B0B0B"/>
                </a:solidFill>
                <a:latin typeface="Arial"/>
                <a:ea typeface="Arial"/>
                <a:cs typeface="Arial"/>
              </a:rPr>
              <a:t>Volver al impacto</a:t>
            </a:r>
          </a:p>
        </p:txBody>
      </p:sp>
      <p:sp>
        <p:nvSpPr>
          <p:cNvPr id="7" name="text-18-5">
            <a:extLst xmlns:a="http://schemas.openxmlformats.org/drawingml/2006/main">
              <a:ext uri="{FF2B5EF4-FFF2-40B4-BE49-F238E27FC236}">
                <a16:creationId xmlns:a16="http://schemas.microsoft.com/office/drawing/2014/main" id="{DE0FBCCC-E71E-42E3-ACA5-09F7250AB965}"/>
              </a:ext>
            </a:extLst>
          </p:cNvPr>
          <p:cNvSpPr>
            <a:spLocks xmlns:a="http://schemas.openxmlformats.org/drawingml/2006/main" noGrp="1"/>
          </p:cNvSpPr>
          <p:nvPr/>
        </p:nvSpPr>
        <p:spPr>
          <a:xfrm xmlns:a="http://schemas.openxmlformats.org/drawingml/2006/main">
            <a:off x="532209" y="4503579"/>
            <a:ext cx="7042373" cy="13394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844" b="0" i="0">
                <a:solidFill>
                  <a:srgbClr val="0B0B0B"/>
                </a:solidFill>
                <a:latin typeface="Arial"/>
                <a:ea typeface="Arial"/>
                <a:cs typeface="Arial"/>
              </a:defRPr>
            </a:defPPr>
          </a:lstStyle>
          <a:p xmlns:a="http://schemas.openxmlformats.org/drawingml/2006/main">
            <a:pPr>
              <a:defRPr sz="844" b="0" i="0">
                <a:solidFill>
                  <a:srgbClr val="0B0B0B"/>
                </a:solidFill>
                <a:latin typeface="Arial"/>
                <a:ea typeface="Arial"/>
                <a:cs typeface="Arial"/>
              </a:defRPr>
            </a:pPr>
            <a:r>
              <a:rPr sz="844" b="0" i="0">
                <a:solidFill>
                  <a:srgbClr val="0B0B0B"/>
                </a:solidFill>
                <a:latin typeface="Arial"/>
                <a:ea typeface="Arial"/>
                <a:cs typeface="Arial"/>
              </a:rPr>
              <a:t>Hipótesis: 30 días, margen S/15, ventas distintas. Optimización de mensajes pendiente. Saldos antes de campañas, cupones y costos no incluidos.</a:t>
            </a:r>
          </a:p>
        </p:txBody>
      </p:sp>
      <p:sp>
        <p:nvSpPr>
          <p:cNvPr id="8" name="text-18-6">
            <a:extLst xmlns:a="http://schemas.openxmlformats.org/drawingml/2006/main">
              <a:ext uri="{FF2B5EF4-FFF2-40B4-BE49-F238E27FC236}">
                <a16:creationId xmlns:a16="http://schemas.microsoft.com/office/drawing/2014/main" id="{5A9C655B-0418-4F05-93EB-61CF2736D67B}"/>
              </a:ext>
            </a:extLst>
          </p:cNvPr>
          <p:cNvSpPr>
            <a:spLocks xmlns:a="http://schemas.openxmlformats.org/drawingml/2006/main" noGrp="1"/>
          </p:cNvSpPr>
          <p:nvPr/>
        </p:nvSpPr>
        <p:spPr>
          <a:xfrm xmlns:a="http://schemas.openxmlformats.org/drawingml/2006/main">
            <a:off x="532209" y="4923697"/>
            <a:ext cx="1120674"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0B0B0B"/>
                </a:solidFill>
                <a:latin typeface="Arial"/>
                <a:ea typeface="Arial"/>
                <a:cs typeface="Arial"/>
              </a:defRPr>
            </a:defPPr>
          </a:lstStyle>
          <a:p xmlns:a="http://schemas.openxmlformats.org/drawingml/2006/main">
            <a:pPr>
              <a:defRPr sz="731" b="1" i="0">
                <a:solidFill>
                  <a:srgbClr val="0B0B0B"/>
                </a:solidFill>
                <a:latin typeface="Arial"/>
                <a:ea typeface="Arial"/>
                <a:cs typeface="Arial"/>
              </a:defRPr>
            </a:pPr>
            <a:r>
              <a:rPr sz="731" b="1" i="0">
                <a:solidFill>
                  <a:srgbClr val="0B0B0B"/>
                </a:solidFill>
                <a:latin typeface="Arial"/>
                <a:ea typeface="Arial"/>
                <a:cs typeface="Arial"/>
              </a:rPr>
              <a:t>ANEXOS / OMNI by 5.5</a:t>
            </a:r>
          </a:p>
        </p:txBody>
      </p:sp>
      <p:sp>
        <p:nvSpPr>
          <p:cNvPr id="9" name="text-18-7">
            <a:extLst xmlns:a="http://schemas.openxmlformats.org/drawingml/2006/main">
              <a:ext uri="{FF2B5EF4-FFF2-40B4-BE49-F238E27FC236}">
                <a16:creationId xmlns:a16="http://schemas.microsoft.com/office/drawing/2014/main" id="{9A1EF0D6-6A70-45F0-996D-868D72B687EA}"/>
              </a:ext>
            </a:extLst>
          </p:cNvPr>
          <p:cNvSpPr>
            <a:spLocks xmlns:a="http://schemas.openxmlformats.org/drawingml/2006/main" noGrp="1"/>
          </p:cNvSpPr>
          <p:nvPr/>
        </p:nvSpPr>
        <p:spPr>
          <a:xfrm xmlns:a="http://schemas.openxmlformats.org/drawingml/2006/main">
            <a:off x="8446257" y="4923697"/>
            <a:ext cx="377893"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0B0B0B"/>
                </a:solidFill>
                <a:latin typeface="Arial"/>
                <a:ea typeface="Arial"/>
                <a:cs typeface="Arial"/>
              </a:defRPr>
            </a:defPPr>
          </a:lstStyle>
          <a:p xmlns:a="http://schemas.openxmlformats.org/drawingml/2006/main">
            <a:pPr>
              <a:defRPr sz="731" b="1" i="0">
                <a:solidFill>
                  <a:srgbClr val="0B0B0B"/>
                </a:solidFill>
                <a:latin typeface="Arial"/>
                <a:ea typeface="Arial"/>
                <a:cs typeface="Arial"/>
              </a:defRPr>
            </a:pPr>
            <a:r>
              <a:rPr sz="731" b="1" i="0">
                <a:solidFill>
                  <a:srgbClr val="0B0B0B"/>
                </a:solidFill>
                <a:latin typeface="Arial"/>
                <a:ea typeface="Arial"/>
                <a:cs typeface="Arial"/>
              </a:rPr>
              <a:t>18 / 5.5</a:t>
            </a:r>
          </a:p>
        </p:txBody>
      </p:sp>
      <p:graphicFrame>
        <p:nvGraphicFramePr>
          <p:cNvPr id="10" name="">
            <a:extLst xmlns:a="http://schemas.openxmlformats.org/drawingml/2006/main">
              <a:ext uri="{FF2B5EF4-FFF2-40B4-BE49-F238E27FC236}">
                <a16:creationId xmlns:a16="http://schemas.microsoft.com/office/drawing/2014/main" id="{4F55939B-5B27-4045-9956-FE332B367EBD}"/>
              </a:ext>
            </a:extLst>
          </p:cNvPr>
          <p:cNvGraphicFramePr/>
          <p:nvPr/>
        </p:nvGraphicFramePr>
        <p:xfrm>
          <a:off xmlns:a="http://schemas.openxmlformats.org/drawingml/2006/main" x="532209" y="1840304"/>
          <a:ext xmlns:a="http://schemas.openxmlformats.org/drawingml/2006/main" cx="8261747" cy="2361702"/>
        </p:xfrm>
        <a:graphic xmlns:a="http://schemas.openxmlformats.org/drawingml/2006/main">
          <a:graphicData uri="http://schemas.openxmlformats.org/drawingml/2006/table">
            <a:tbl>
              <a:tblPr/>
              <a:tblGrid>
                <a:gridCol w="1132210"/>
                <a:gridCol w="1073907"/>
                <a:gridCol w="1624087"/>
                <a:gridCol w="1106835"/>
                <a:gridCol w="1415021"/>
                <a:gridCol w="1909688"/>
              </a:tblGrid>
              <a:tr h="590426">
                <a:tc>
                  <a:txBody>
                    <a:bodyPr/>
                    <a:lstStyle/>
                    <a:p>
                      <a:r>
                        <a:rPr sz="825" b="1">
                          <a:solidFill>
                            <a:srgbClr val="FFFFFF"/>
                          </a:solidFill>
                          <a:latin typeface="Arial"/>
                          <a:ea typeface="Arial"/>
                          <a:cs typeface="Arial"/>
                        </a:rPr>
                        <a:t>Recuperación</a:t>
                      </a:r>
                    </a:p>
                  </a:txBody>
                  <a:tcPr marL="95250" marR="95250" marT="66675" marB="66675">
                    <a:lnL w="4763">
                      <a:solidFill>
                        <a:srgbClr val="D0CBC4"/>
                      </a:solidFill>
                      <a:prstDash val="solid"/>
                    </a:lnL>
                    <a:lnR w="4763">
                      <a:solidFill>
                        <a:srgbClr val="D0CBC4"/>
                      </a:solidFill>
                      <a:prstDash val="solid"/>
                    </a:lnR>
                    <a:lnT w="4763">
                      <a:solidFill>
                        <a:srgbClr val="D0CBC4"/>
                      </a:solidFill>
                      <a:prstDash val="solid"/>
                    </a:lnT>
                    <a:lnB w="4763">
                      <a:solidFill>
                        <a:srgbClr val="D0CBC4"/>
                      </a:solidFill>
                      <a:prstDash val="solid"/>
                    </a:lnB>
                    <a:solidFill>
                      <a:srgbClr val="DC0A1E"/>
                    </a:solidFill>
                  </a:tcPr>
                </a:tc>
                <a:tc>
                  <a:txBody>
                    <a:bodyPr/>
                    <a:lstStyle/>
                    <a:p>
                      <a:r>
                        <a:rPr sz="825" b="1">
                          <a:solidFill>
                            <a:srgbClr val="FFFFFF"/>
                          </a:solidFill>
                          <a:latin typeface="Arial"/>
                          <a:ea typeface="Arial"/>
                          <a:cs typeface="Arial"/>
                        </a:rPr>
                        <a:t>Seguimiento</a:t>
                      </a:r>
                    </a:p>
                  </a:txBody>
                  <a:tcPr marL="95250" marR="95250" marT="66675" marB="66675">
                    <a:lnR w="4763">
                      <a:solidFill>
                        <a:srgbClr val="D0CBC4"/>
                      </a:solidFill>
                      <a:prstDash val="solid"/>
                    </a:lnR>
                    <a:lnT w="4763">
                      <a:solidFill>
                        <a:srgbClr val="D0CBC4"/>
                      </a:solidFill>
                      <a:prstDash val="solid"/>
                    </a:lnT>
                    <a:lnB w="4763">
                      <a:solidFill>
                        <a:srgbClr val="D0CBC4"/>
                      </a:solidFill>
                      <a:prstDash val="solid"/>
                    </a:lnB>
                    <a:solidFill>
                      <a:srgbClr val="DC0A1E"/>
                    </a:solidFill>
                  </a:tcPr>
                </a:tc>
                <a:tc>
                  <a:txBody>
                    <a:bodyPr/>
                    <a:lstStyle/>
                    <a:p>
                      <a:r>
                        <a:rPr sz="825" b="1">
                          <a:solidFill>
                            <a:srgbClr val="FFFFFF"/>
                          </a:solidFill>
                          <a:latin typeface="Arial"/>
                          <a:ea typeface="Arial"/>
                          <a:cs typeface="Arial"/>
                        </a:rPr>
                        <a:t>Total + 60 nocturnas</a:t>
                      </a:r>
                    </a:p>
                  </a:txBody>
                  <a:tcPr marL="95250" marR="95250" marT="66675" marB="66675">
                    <a:lnR w="4763">
                      <a:solidFill>
                        <a:srgbClr val="D0CBC4"/>
                      </a:solidFill>
                      <a:prstDash val="solid"/>
                    </a:lnR>
                    <a:lnT w="4763">
                      <a:solidFill>
                        <a:srgbClr val="D0CBC4"/>
                      </a:solidFill>
                      <a:prstDash val="solid"/>
                    </a:lnT>
                    <a:lnB w="4763">
                      <a:solidFill>
                        <a:srgbClr val="D0CBC4"/>
                      </a:solidFill>
                      <a:prstDash val="solid"/>
                    </a:lnB>
                    <a:solidFill>
                      <a:srgbClr val="DC0A1E"/>
                    </a:solidFill>
                  </a:tcPr>
                </a:tc>
                <a:tc>
                  <a:txBody>
                    <a:bodyPr/>
                    <a:lstStyle/>
                    <a:p>
                      <a:r>
                        <a:rPr sz="825" b="1">
                          <a:solidFill>
                            <a:srgbClr val="FFFFFF"/>
                          </a:solidFill>
                          <a:latin typeface="Arial"/>
                          <a:ea typeface="Arial"/>
                          <a:cs typeface="Arial"/>
                        </a:rPr>
                        <a:t>Contribución</a:t>
                      </a:r>
                    </a:p>
                  </a:txBody>
                  <a:tcPr marL="95250" marR="95250" marT="66675" marB="66675">
                    <a:lnR w="4763">
                      <a:solidFill>
                        <a:srgbClr val="D0CBC4"/>
                      </a:solidFill>
                      <a:prstDash val="solid"/>
                    </a:lnR>
                    <a:lnT w="4763">
                      <a:solidFill>
                        <a:srgbClr val="D0CBC4"/>
                      </a:solidFill>
                      <a:prstDash val="solid"/>
                    </a:lnT>
                    <a:lnB w="4763">
                      <a:solidFill>
                        <a:srgbClr val="D0CBC4"/>
                      </a:solidFill>
                      <a:prstDash val="solid"/>
                    </a:lnB>
                    <a:solidFill>
                      <a:srgbClr val="DC0A1E"/>
                    </a:solidFill>
                  </a:tcPr>
                </a:tc>
                <a:tc>
                  <a:txBody>
                    <a:bodyPr/>
                    <a:lstStyle/>
                    <a:p>
                      <a:r>
                        <a:rPr sz="825" b="1">
                          <a:solidFill>
                            <a:srgbClr val="FFFFFF"/>
                          </a:solidFill>
                          <a:latin typeface="Arial"/>
                          <a:ea typeface="Arial"/>
                          <a:cs typeface="Arial"/>
                        </a:rPr>
                        <a:t>Tras S/300 WAHA</a:t>
                      </a:r>
                    </a:p>
                  </a:txBody>
                  <a:tcPr marL="95250" marR="95250" marT="66675" marB="66675">
                    <a:lnR w="4763">
                      <a:solidFill>
                        <a:srgbClr val="D0CBC4"/>
                      </a:solidFill>
                      <a:prstDash val="solid"/>
                    </a:lnR>
                    <a:lnT w="4763">
                      <a:solidFill>
                        <a:srgbClr val="D0CBC4"/>
                      </a:solidFill>
                      <a:prstDash val="solid"/>
                    </a:lnT>
                    <a:lnB w="4763">
                      <a:solidFill>
                        <a:srgbClr val="D0CBC4"/>
                      </a:solidFill>
                      <a:prstDash val="solid"/>
                    </a:lnB>
                    <a:solidFill>
                      <a:srgbClr val="DC0A1E"/>
                    </a:solidFill>
                  </a:tcPr>
                </a:tc>
                <a:tc>
                  <a:txBody>
                    <a:bodyPr/>
                    <a:lstStyle/>
                    <a:p>
                      <a:r>
                        <a:rPr sz="825" b="1">
                          <a:solidFill>
                            <a:srgbClr val="FFFFFF"/>
                          </a:solidFill>
                          <a:latin typeface="Arial"/>
                          <a:ea typeface="Arial"/>
                          <a:cs typeface="Arial"/>
                        </a:rPr>
                        <a:t>Tras S/1.400 optimizado</a:t>
                      </a:r>
                    </a:p>
                  </a:txBody>
                  <a:tcPr marL="95250" marR="95250" marT="66675" marB="66675">
                    <a:lnR w="4763">
                      <a:solidFill>
                        <a:srgbClr val="D0CBC4"/>
                      </a:solidFill>
                      <a:prstDash val="solid"/>
                    </a:lnR>
                    <a:lnT w="4763">
                      <a:solidFill>
                        <a:srgbClr val="D0CBC4"/>
                      </a:solidFill>
                      <a:prstDash val="solid"/>
                    </a:lnT>
                    <a:lnB w="4763">
                      <a:solidFill>
                        <a:srgbClr val="D0CBC4"/>
                      </a:solidFill>
                      <a:prstDash val="solid"/>
                    </a:lnB>
                    <a:solidFill>
                      <a:srgbClr val="DC0A1E"/>
                    </a:solidFill>
                  </a:tcPr>
                </a:tc>
              </a:tr>
              <a:tr h="590426">
                <a:tc>
                  <a:txBody>
                    <a:bodyPr/>
                    <a:lstStyle/>
                    <a:p>
                      <a:r>
                        <a:rPr sz="825">
                          <a:solidFill>
                            <a:srgbClr val="0B0B0B"/>
                          </a:solidFill>
                          <a:latin typeface="Arial"/>
                          <a:ea typeface="Arial"/>
                          <a:cs typeface="Arial"/>
                        </a:rPr>
                        <a:t>5%</a:t>
                      </a:r>
                    </a:p>
                  </a:txBody>
                  <a:tcPr marL="95250" marR="95250" marT="66675" marB="66675">
                    <a:lnL w="4763">
                      <a:solidFill>
                        <a:srgbClr val="D0CBC4"/>
                      </a:solidFill>
                      <a:prstDash val="solid"/>
                    </a:lnL>
                    <a:lnR w="4763">
                      <a:solidFill>
                        <a:srgbClr val="D0CBC4"/>
                      </a:solidFill>
                      <a:prstDash val="solid"/>
                    </a:lnR>
                    <a:lnB w="4763">
                      <a:solidFill>
                        <a:srgbClr val="D0CBC4"/>
                      </a:solidFill>
                      <a:prstDash val="solid"/>
                    </a:lnB>
                    <a:solidFill>
                      <a:srgbClr val="F5F0E8"/>
                    </a:solidFill>
                  </a:tcPr>
                </a:tc>
                <a:tc>
                  <a:txBody>
                    <a:bodyPr/>
                    <a:lstStyle/>
                    <a:p>
                      <a:r>
                        <a:rPr sz="825">
                          <a:solidFill>
                            <a:srgbClr val="0B0B0B"/>
                          </a:solidFill>
                          <a:latin typeface="Arial"/>
                          <a:ea typeface="Arial"/>
                          <a:cs typeface="Arial"/>
                        </a:rPr>
                        <a:t>96</a:t>
                      </a:r>
                    </a:p>
                  </a:txBody>
                  <a:tcPr marL="95250" marR="95250" marT="66675" marB="66675">
                    <a:lnR w="4763">
                      <a:solidFill>
                        <a:srgbClr val="D0CBC4"/>
                      </a:solidFill>
                      <a:prstDash val="solid"/>
                    </a:lnR>
                    <a:lnB w="4763">
                      <a:solidFill>
                        <a:srgbClr val="D0CBC4"/>
                      </a:solidFill>
                      <a:prstDash val="solid"/>
                    </a:lnB>
                    <a:solidFill>
                      <a:srgbClr val="F5F0E8"/>
                    </a:solidFill>
                  </a:tcPr>
                </a:tc>
                <a:tc>
                  <a:txBody>
                    <a:bodyPr/>
                    <a:lstStyle/>
                    <a:p>
                      <a:r>
                        <a:rPr sz="825">
                          <a:solidFill>
                            <a:srgbClr val="0B0B0B"/>
                          </a:solidFill>
                          <a:latin typeface="Arial"/>
                          <a:ea typeface="Arial"/>
                          <a:cs typeface="Arial"/>
                        </a:rPr>
                        <a:t>156</a:t>
                      </a:r>
                    </a:p>
                  </a:txBody>
                  <a:tcPr marL="95250" marR="95250" marT="66675" marB="66675">
                    <a:lnR w="4763">
                      <a:solidFill>
                        <a:srgbClr val="D0CBC4"/>
                      </a:solidFill>
                      <a:prstDash val="solid"/>
                    </a:lnR>
                    <a:lnB w="4763">
                      <a:solidFill>
                        <a:srgbClr val="D0CBC4"/>
                      </a:solidFill>
                      <a:prstDash val="solid"/>
                    </a:lnB>
                    <a:solidFill>
                      <a:srgbClr val="F5F0E8"/>
                    </a:solidFill>
                  </a:tcPr>
                </a:tc>
                <a:tc>
                  <a:txBody>
                    <a:bodyPr/>
                    <a:lstStyle/>
                    <a:p>
                      <a:r>
                        <a:rPr sz="825">
                          <a:solidFill>
                            <a:srgbClr val="0B0B0B"/>
                          </a:solidFill>
                          <a:latin typeface="Arial"/>
                          <a:ea typeface="Arial"/>
                          <a:cs typeface="Arial"/>
                        </a:rPr>
                        <a:t>S/2.340</a:t>
                      </a:r>
                    </a:p>
                  </a:txBody>
                  <a:tcPr marL="95250" marR="95250" marT="66675" marB="66675">
                    <a:lnR w="4763">
                      <a:solidFill>
                        <a:srgbClr val="D0CBC4"/>
                      </a:solidFill>
                      <a:prstDash val="solid"/>
                    </a:lnR>
                    <a:lnB w="4763">
                      <a:solidFill>
                        <a:srgbClr val="D0CBC4"/>
                      </a:solidFill>
                      <a:prstDash val="solid"/>
                    </a:lnB>
                    <a:solidFill>
                      <a:srgbClr val="F5F0E8"/>
                    </a:solidFill>
                  </a:tcPr>
                </a:tc>
                <a:tc>
                  <a:txBody>
                    <a:bodyPr/>
                    <a:lstStyle/>
                    <a:p>
                      <a:r>
                        <a:rPr sz="825">
                          <a:solidFill>
                            <a:srgbClr val="0B0B0B"/>
                          </a:solidFill>
                          <a:latin typeface="Arial"/>
                          <a:ea typeface="Arial"/>
                          <a:cs typeface="Arial"/>
                        </a:rPr>
                        <a:t>S/2.040</a:t>
                      </a:r>
                    </a:p>
                  </a:txBody>
                  <a:tcPr marL="95250" marR="95250" marT="66675" marB="66675">
                    <a:lnR w="4763">
                      <a:solidFill>
                        <a:srgbClr val="D0CBC4"/>
                      </a:solidFill>
                      <a:prstDash val="solid"/>
                    </a:lnR>
                    <a:lnB w="4763">
                      <a:solidFill>
                        <a:srgbClr val="D0CBC4"/>
                      </a:solidFill>
                      <a:prstDash val="solid"/>
                    </a:lnB>
                    <a:solidFill>
                      <a:srgbClr val="F5F0E8"/>
                    </a:solidFill>
                  </a:tcPr>
                </a:tc>
                <a:tc>
                  <a:txBody>
                    <a:bodyPr/>
                    <a:lstStyle/>
                    <a:p>
                      <a:r>
                        <a:rPr sz="825">
                          <a:solidFill>
                            <a:srgbClr val="0B0B0B"/>
                          </a:solidFill>
                          <a:latin typeface="Arial"/>
                          <a:ea typeface="Arial"/>
                          <a:cs typeface="Arial"/>
                        </a:rPr>
                        <a:t>S/940</a:t>
                      </a:r>
                    </a:p>
                  </a:txBody>
                  <a:tcPr marL="95250" marR="95250" marT="66675" marB="66675">
                    <a:lnR w="4763">
                      <a:solidFill>
                        <a:srgbClr val="D0CBC4"/>
                      </a:solidFill>
                      <a:prstDash val="solid"/>
                    </a:lnR>
                    <a:lnB w="4763">
                      <a:solidFill>
                        <a:srgbClr val="D0CBC4"/>
                      </a:solidFill>
                      <a:prstDash val="solid"/>
                    </a:lnB>
                    <a:solidFill>
                      <a:srgbClr val="F5F0E8"/>
                    </a:solidFill>
                  </a:tcPr>
                </a:tc>
              </a:tr>
              <a:tr h="590426">
                <a:tc>
                  <a:txBody>
                    <a:bodyPr/>
                    <a:lstStyle/>
                    <a:p>
                      <a:r>
                        <a:rPr sz="825">
                          <a:solidFill>
                            <a:srgbClr val="0B0B0B"/>
                          </a:solidFill>
                          <a:latin typeface="Arial"/>
                          <a:ea typeface="Arial"/>
                          <a:cs typeface="Arial"/>
                        </a:rPr>
                        <a:t>10%</a:t>
                      </a:r>
                    </a:p>
                  </a:txBody>
                  <a:tcPr marL="95250" marR="95250" marT="66675" marB="66675">
                    <a:lnL w="4763">
                      <a:solidFill>
                        <a:srgbClr val="D0CBC4"/>
                      </a:solidFill>
                      <a:prstDash val="solid"/>
                    </a:lnL>
                    <a:lnR w="4763">
                      <a:solidFill>
                        <a:srgbClr val="D0CBC4"/>
                      </a:solidFill>
                      <a:prstDash val="solid"/>
                    </a:lnR>
                    <a:lnB w="4763">
                      <a:solidFill>
                        <a:srgbClr val="D0CBC4"/>
                      </a:solidFill>
                      <a:prstDash val="solid"/>
                    </a:lnB>
                    <a:solidFill>
                      <a:srgbClr val="F5F0E8"/>
                    </a:solidFill>
                  </a:tcPr>
                </a:tc>
                <a:tc>
                  <a:txBody>
                    <a:bodyPr/>
                    <a:lstStyle/>
                    <a:p>
                      <a:r>
                        <a:rPr sz="825">
                          <a:solidFill>
                            <a:srgbClr val="0B0B0B"/>
                          </a:solidFill>
                          <a:latin typeface="Arial"/>
                          <a:ea typeface="Arial"/>
                          <a:cs typeface="Arial"/>
                        </a:rPr>
                        <a:t>192</a:t>
                      </a:r>
                    </a:p>
                  </a:txBody>
                  <a:tcPr marL="95250" marR="95250" marT="66675" marB="66675">
                    <a:lnR w="4763">
                      <a:solidFill>
                        <a:srgbClr val="D0CBC4"/>
                      </a:solidFill>
                      <a:prstDash val="solid"/>
                    </a:lnR>
                    <a:lnB w="4763">
                      <a:solidFill>
                        <a:srgbClr val="D0CBC4"/>
                      </a:solidFill>
                      <a:prstDash val="solid"/>
                    </a:lnB>
                    <a:solidFill>
                      <a:srgbClr val="F5F0E8"/>
                    </a:solidFill>
                  </a:tcPr>
                </a:tc>
                <a:tc>
                  <a:txBody>
                    <a:bodyPr/>
                    <a:lstStyle/>
                    <a:p>
                      <a:r>
                        <a:rPr sz="825">
                          <a:solidFill>
                            <a:srgbClr val="0B0B0B"/>
                          </a:solidFill>
                          <a:latin typeface="Arial"/>
                          <a:ea typeface="Arial"/>
                          <a:cs typeface="Arial"/>
                        </a:rPr>
                        <a:t>252</a:t>
                      </a:r>
                    </a:p>
                  </a:txBody>
                  <a:tcPr marL="95250" marR="95250" marT="66675" marB="66675">
                    <a:lnR w="4763">
                      <a:solidFill>
                        <a:srgbClr val="D0CBC4"/>
                      </a:solidFill>
                      <a:prstDash val="solid"/>
                    </a:lnR>
                    <a:lnB w="4763">
                      <a:solidFill>
                        <a:srgbClr val="D0CBC4"/>
                      </a:solidFill>
                      <a:prstDash val="solid"/>
                    </a:lnB>
                    <a:solidFill>
                      <a:srgbClr val="F5F0E8"/>
                    </a:solidFill>
                  </a:tcPr>
                </a:tc>
                <a:tc>
                  <a:txBody>
                    <a:bodyPr/>
                    <a:lstStyle/>
                    <a:p>
                      <a:r>
                        <a:rPr sz="825">
                          <a:solidFill>
                            <a:srgbClr val="0B0B0B"/>
                          </a:solidFill>
                          <a:latin typeface="Arial"/>
                          <a:ea typeface="Arial"/>
                          <a:cs typeface="Arial"/>
                        </a:rPr>
                        <a:t>S/3.780</a:t>
                      </a:r>
                    </a:p>
                  </a:txBody>
                  <a:tcPr marL="95250" marR="95250" marT="66675" marB="66675">
                    <a:lnR w="4763">
                      <a:solidFill>
                        <a:srgbClr val="D0CBC4"/>
                      </a:solidFill>
                      <a:prstDash val="solid"/>
                    </a:lnR>
                    <a:lnB w="4763">
                      <a:solidFill>
                        <a:srgbClr val="D0CBC4"/>
                      </a:solidFill>
                      <a:prstDash val="solid"/>
                    </a:lnB>
                    <a:solidFill>
                      <a:srgbClr val="F5F0E8"/>
                    </a:solidFill>
                  </a:tcPr>
                </a:tc>
                <a:tc>
                  <a:txBody>
                    <a:bodyPr/>
                    <a:lstStyle/>
                    <a:p>
                      <a:r>
                        <a:rPr sz="825">
                          <a:solidFill>
                            <a:srgbClr val="0B0B0B"/>
                          </a:solidFill>
                          <a:latin typeface="Arial"/>
                          <a:ea typeface="Arial"/>
                          <a:cs typeface="Arial"/>
                        </a:rPr>
                        <a:t>S/3.480</a:t>
                      </a:r>
                    </a:p>
                  </a:txBody>
                  <a:tcPr marL="95250" marR="95250" marT="66675" marB="66675">
                    <a:lnR w="4763">
                      <a:solidFill>
                        <a:srgbClr val="D0CBC4"/>
                      </a:solidFill>
                      <a:prstDash val="solid"/>
                    </a:lnR>
                    <a:lnB w="4763">
                      <a:solidFill>
                        <a:srgbClr val="D0CBC4"/>
                      </a:solidFill>
                      <a:prstDash val="solid"/>
                    </a:lnB>
                    <a:solidFill>
                      <a:srgbClr val="F5F0E8"/>
                    </a:solidFill>
                  </a:tcPr>
                </a:tc>
                <a:tc>
                  <a:txBody>
                    <a:bodyPr/>
                    <a:lstStyle/>
                    <a:p>
                      <a:r>
                        <a:rPr sz="825">
                          <a:solidFill>
                            <a:srgbClr val="0B0B0B"/>
                          </a:solidFill>
                          <a:latin typeface="Arial"/>
                          <a:ea typeface="Arial"/>
                          <a:cs typeface="Arial"/>
                        </a:rPr>
                        <a:t>S/2.380</a:t>
                      </a:r>
                    </a:p>
                  </a:txBody>
                  <a:tcPr marL="95250" marR="95250" marT="66675" marB="66675">
                    <a:lnR w="4763">
                      <a:solidFill>
                        <a:srgbClr val="D0CBC4"/>
                      </a:solidFill>
                      <a:prstDash val="solid"/>
                    </a:lnR>
                    <a:lnB w="4763">
                      <a:solidFill>
                        <a:srgbClr val="D0CBC4"/>
                      </a:solidFill>
                      <a:prstDash val="solid"/>
                    </a:lnB>
                    <a:solidFill>
                      <a:srgbClr val="F5F0E8"/>
                    </a:solidFill>
                  </a:tcPr>
                </a:tc>
              </a:tr>
              <a:tr h="590426">
                <a:tc>
                  <a:txBody>
                    <a:bodyPr/>
                    <a:lstStyle/>
                    <a:p>
                      <a:r>
                        <a:rPr sz="825">
                          <a:solidFill>
                            <a:srgbClr val="0B0B0B"/>
                          </a:solidFill>
                          <a:latin typeface="Arial"/>
                          <a:ea typeface="Arial"/>
                          <a:cs typeface="Arial"/>
                        </a:rPr>
                        <a:t>20%</a:t>
                      </a:r>
                    </a:p>
                  </a:txBody>
                  <a:tcPr marL="95250" marR="95250" marT="66675" marB="66675">
                    <a:lnL w="4763">
                      <a:solidFill>
                        <a:srgbClr val="D0CBC4"/>
                      </a:solidFill>
                      <a:prstDash val="solid"/>
                    </a:lnL>
                    <a:lnR w="4763">
                      <a:solidFill>
                        <a:srgbClr val="D0CBC4"/>
                      </a:solidFill>
                      <a:prstDash val="solid"/>
                    </a:lnR>
                    <a:lnB w="4763">
                      <a:solidFill>
                        <a:srgbClr val="D0CBC4"/>
                      </a:solidFill>
                      <a:prstDash val="solid"/>
                    </a:lnB>
                    <a:solidFill>
                      <a:srgbClr val="F5F0E8"/>
                    </a:solidFill>
                  </a:tcPr>
                </a:tc>
                <a:tc>
                  <a:txBody>
                    <a:bodyPr/>
                    <a:lstStyle/>
                    <a:p>
                      <a:r>
                        <a:rPr sz="825">
                          <a:solidFill>
                            <a:srgbClr val="0B0B0B"/>
                          </a:solidFill>
                          <a:latin typeface="Arial"/>
                          <a:ea typeface="Arial"/>
                          <a:cs typeface="Arial"/>
                        </a:rPr>
                        <a:t>384</a:t>
                      </a:r>
                    </a:p>
                  </a:txBody>
                  <a:tcPr marL="95250" marR="95250" marT="66675" marB="66675">
                    <a:lnR w="4763">
                      <a:solidFill>
                        <a:srgbClr val="D0CBC4"/>
                      </a:solidFill>
                      <a:prstDash val="solid"/>
                    </a:lnR>
                    <a:lnB w="4763">
                      <a:solidFill>
                        <a:srgbClr val="D0CBC4"/>
                      </a:solidFill>
                      <a:prstDash val="solid"/>
                    </a:lnB>
                    <a:solidFill>
                      <a:srgbClr val="F5F0E8"/>
                    </a:solidFill>
                  </a:tcPr>
                </a:tc>
                <a:tc>
                  <a:txBody>
                    <a:bodyPr/>
                    <a:lstStyle/>
                    <a:p>
                      <a:r>
                        <a:rPr sz="825">
                          <a:solidFill>
                            <a:srgbClr val="0B0B0B"/>
                          </a:solidFill>
                          <a:latin typeface="Arial"/>
                          <a:ea typeface="Arial"/>
                          <a:cs typeface="Arial"/>
                        </a:rPr>
                        <a:t>444</a:t>
                      </a:r>
                    </a:p>
                  </a:txBody>
                  <a:tcPr marL="95250" marR="95250" marT="66675" marB="66675">
                    <a:lnR w="4763">
                      <a:solidFill>
                        <a:srgbClr val="D0CBC4"/>
                      </a:solidFill>
                      <a:prstDash val="solid"/>
                    </a:lnR>
                    <a:lnB w="4763">
                      <a:solidFill>
                        <a:srgbClr val="D0CBC4"/>
                      </a:solidFill>
                      <a:prstDash val="solid"/>
                    </a:lnB>
                    <a:solidFill>
                      <a:srgbClr val="F5F0E8"/>
                    </a:solidFill>
                  </a:tcPr>
                </a:tc>
                <a:tc>
                  <a:txBody>
                    <a:bodyPr/>
                    <a:lstStyle/>
                    <a:p>
                      <a:r>
                        <a:rPr sz="825">
                          <a:solidFill>
                            <a:srgbClr val="0B0B0B"/>
                          </a:solidFill>
                          <a:latin typeface="Arial"/>
                          <a:ea typeface="Arial"/>
                          <a:cs typeface="Arial"/>
                        </a:rPr>
                        <a:t>S/6.660</a:t>
                      </a:r>
                    </a:p>
                  </a:txBody>
                  <a:tcPr marL="95250" marR="95250" marT="66675" marB="66675">
                    <a:lnR w="4763">
                      <a:solidFill>
                        <a:srgbClr val="D0CBC4"/>
                      </a:solidFill>
                      <a:prstDash val="solid"/>
                    </a:lnR>
                    <a:lnB w="4763">
                      <a:solidFill>
                        <a:srgbClr val="D0CBC4"/>
                      </a:solidFill>
                      <a:prstDash val="solid"/>
                    </a:lnB>
                    <a:solidFill>
                      <a:srgbClr val="F5F0E8"/>
                    </a:solidFill>
                  </a:tcPr>
                </a:tc>
                <a:tc>
                  <a:txBody>
                    <a:bodyPr/>
                    <a:lstStyle/>
                    <a:p>
                      <a:r>
                        <a:rPr sz="825">
                          <a:solidFill>
                            <a:srgbClr val="0B0B0B"/>
                          </a:solidFill>
                          <a:latin typeface="Arial"/>
                          <a:ea typeface="Arial"/>
                          <a:cs typeface="Arial"/>
                        </a:rPr>
                        <a:t>S/6.360</a:t>
                      </a:r>
                    </a:p>
                  </a:txBody>
                  <a:tcPr marL="95250" marR="95250" marT="66675" marB="66675">
                    <a:lnR w="4763">
                      <a:solidFill>
                        <a:srgbClr val="D0CBC4"/>
                      </a:solidFill>
                      <a:prstDash val="solid"/>
                    </a:lnR>
                    <a:lnB w="4763">
                      <a:solidFill>
                        <a:srgbClr val="D0CBC4"/>
                      </a:solidFill>
                      <a:prstDash val="solid"/>
                    </a:lnB>
                    <a:solidFill>
                      <a:srgbClr val="F5F0E8"/>
                    </a:solidFill>
                  </a:tcPr>
                </a:tc>
                <a:tc>
                  <a:txBody>
                    <a:bodyPr/>
                    <a:lstStyle/>
                    <a:p>
                      <a:r>
                        <a:rPr sz="825">
                          <a:solidFill>
                            <a:srgbClr val="0B0B0B"/>
                          </a:solidFill>
                          <a:latin typeface="Arial"/>
                          <a:ea typeface="Arial"/>
                          <a:cs typeface="Arial"/>
                        </a:rPr>
                        <a:t>S/5.260</a:t>
                      </a:r>
                    </a:p>
                  </a:txBody>
                  <a:tcPr marL="95250" marR="95250" marT="66675" marB="66675">
                    <a:lnR w="4763">
                      <a:solidFill>
                        <a:srgbClr val="D0CBC4"/>
                      </a:solidFill>
                      <a:prstDash val="solid"/>
                    </a:lnR>
                    <a:lnB w="4763">
                      <a:solidFill>
                        <a:srgbClr val="D0CBC4"/>
                      </a:solidFill>
                      <a:prstDash val="solid"/>
                    </a:lnB>
                    <a:solidFill>
                      <a:srgbClr val="F5F0E8"/>
                    </a:solidFill>
                  </a:tcPr>
                </a:tc>
              </a:tr>
            </a:tbl>
          </a:graphicData>
        </a:graphic>
      </p:graphicFrame>
    </p:spTree>
    <p:extLst>
      <p:ext uri="{BB962C8B-B14F-4D97-AF65-F5344CB8AC3E}">
        <p14:creationId xmlns:p14="http://schemas.microsoft.com/office/powerpoint/2010/main" val="354995051"/>
      </p:ext>
    </p:extLst>
  </p:cSld>
</p:sld>
</file>

<file path=ppt/slides/slide19.xml><?xml version="1.0" encoding="utf-8"?>
<p:sld xmlns:p="http://schemas.openxmlformats.org/presentationml/2006/main">
  <p:cSld>
    <p:spTree>
      <p:nvGrpSpPr>
        <p:cNvPr id="1" name=""/>
        <p:cNvGrpSpPr/>
        <p:nvPr/>
      </p:nvGrpSpPr>
      <p:grpSpPr>
        <a:xfrm xmlns:a="http://schemas.openxmlformats.org/drawingml/2006/main"/>
      </p:grpSpPr>
      <p:pic>
        <p:nvPicPr>
          <p:cNvPr id="17" name="">
            <a:extLst xmlns:a="http://schemas.openxmlformats.org/drawingml/2006/main">
              <a:ext uri="{FF2B5EF4-FFF2-40B4-BE49-F238E27FC236}">
                <a16:creationId xmlns:a16="http://schemas.microsoft.com/office/drawing/2014/main" id="{9A6CFC37-F9BD-4C79-8587-ADB9434927B6}"/>
              </a:ext>
            </a:extLst>
          </p:cNvPr>
          <p:cNvPicPr>
            <a:picLocks xmlns:a="http://schemas.openxmlformats.org/drawingml/2006/main" noChangeAspect="1"/>
          </p:cNvPicPr>
          <p:nvPr/>
        </p:nvPicPr>
        <p:blipFill>
          <a:blip xmlns:r="http://schemas.openxmlformats.org/officeDocument/2006/relationships" xmlns:a="http://schemas.openxmlformats.org/drawingml/2006/main" r:embed="R6037097473d34684"/>
          <a:stretch xmlns:a="http://schemas.openxmlformats.org/drawingml/2006/main"/>
        </p:blipFill>
        <p:spPr>
          <a:xfrm xmlns:a="http://schemas.openxmlformats.org/drawingml/2006/main">
            <a:off x="0" y="0"/>
            <a:ext cx="9324594" cy="5248656"/>
          </a:xfrm>
          <a:prstGeom xmlns:a="http://schemas.openxmlformats.org/drawingml/2006/main" prst="rect">
            <a:avLst/>
          </a:prstGeom>
        </p:spPr>
      </p:pic>
      <p:sp>
        <p:nvSpPr>
          <p:cNvPr id="2" name="text-19-0">
            <a:extLst xmlns:a="http://schemas.openxmlformats.org/drawingml/2006/main">
              <a:ext uri="{FF2B5EF4-FFF2-40B4-BE49-F238E27FC236}">
                <a16:creationId xmlns:a16="http://schemas.microsoft.com/office/drawing/2014/main" id="{3235562C-56C7-457A-8045-8B632AD09BA1}"/>
              </a:ext>
            </a:extLst>
          </p:cNvPr>
          <p:cNvSpPr>
            <a:spLocks xmlns:a="http://schemas.openxmlformats.org/drawingml/2006/main" noGrp="1"/>
          </p:cNvSpPr>
          <p:nvPr/>
        </p:nvSpPr>
        <p:spPr>
          <a:xfrm xmlns:a="http://schemas.openxmlformats.org/drawingml/2006/main">
            <a:off x="532209" y="382979"/>
            <a:ext cx="1510432" cy="1518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956" b="1" i="0">
                <a:solidFill>
                  <a:srgbClr val="F5F0E8"/>
                </a:solidFill>
                <a:latin typeface="Arial"/>
                <a:ea typeface="Arial"/>
                <a:cs typeface="Arial"/>
              </a:defRPr>
            </a:defPPr>
          </a:lstStyle>
          <a:p xmlns:a="http://schemas.openxmlformats.org/drawingml/2006/main">
            <a:pPr>
              <a:defRPr sz="956" b="1" i="0">
                <a:solidFill>
                  <a:srgbClr val="F5F0E8"/>
                </a:solidFill>
                <a:latin typeface="Arial"/>
                <a:ea typeface="Arial"/>
                <a:cs typeface="Arial"/>
              </a:defRPr>
            </a:pPr>
            <a:r>
              <a:rPr sz="956" b="1" i="0">
                <a:solidFill>
                  <a:srgbClr val="F5F0E8"/>
                </a:solidFill>
                <a:latin typeface="Arial"/>
                <a:ea typeface="Arial"/>
                <a:cs typeface="Arial"/>
              </a:rPr>
              <a:t>ANEXO B / ALCANCE</a:t>
            </a:r>
          </a:p>
        </p:txBody>
      </p:sp>
      <p:sp>
        <p:nvSpPr>
          <p:cNvPr id="3" name="text-19-1">
            <a:extLst xmlns:a="http://schemas.openxmlformats.org/drawingml/2006/main">
              <a:ext uri="{FF2B5EF4-FFF2-40B4-BE49-F238E27FC236}">
                <a16:creationId xmlns:a16="http://schemas.microsoft.com/office/drawing/2014/main" id="{67ED185F-0987-4E4A-90BE-629B34898425}"/>
              </a:ext>
            </a:extLst>
          </p:cNvPr>
          <p:cNvSpPr>
            <a:spLocks xmlns:a="http://schemas.openxmlformats.org/drawingml/2006/main" noGrp="1"/>
          </p:cNvSpPr>
          <p:nvPr/>
        </p:nvSpPr>
        <p:spPr>
          <a:xfrm xmlns:a="http://schemas.openxmlformats.org/drawingml/2006/main">
            <a:off x="532209" y="673884"/>
            <a:ext cx="5684043" cy="6786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4275" b="0" i="0">
                <a:solidFill>
                  <a:srgbClr val="F5F0E8"/>
                </a:solidFill>
                <a:latin typeface="Impact"/>
                <a:ea typeface="Impact"/>
                <a:cs typeface="Impact"/>
              </a:defRPr>
            </a:defPPr>
          </a:lstStyle>
          <a:p xmlns:a="http://schemas.openxmlformats.org/drawingml/2006/main">
            <a:pPr>
              <a:defRPr sz="4275" b="0" i="0">
                <a:solidFill>
                  <a:srgbClr val="F5F0E8"/>
                </a:solidFill>
                <a:latin typeface="Impact"/>
                <a:ea typeface="Impact"/>
                <a:cs typeface="Impact"/>
              </a:defRPr>
            </a:pPr>
            <a:r>
              <a:rPr sz="4275" b="0" i="0">
                <a:solidFill>
                  <a:srgbClr val="F5F0E8"/>
                </a:solidFill>
                <a:latin typeface="Impact"/>
                <a:ea typeface="Impact"/>
                <a:cs typeface="Impact"/>
              </a:rPr>
              <a:t>EL REGISTRO PERMITE MEDIR</a:t>
            </a:r>
          </a:p>
        </p:txBody>
      </p:sp>
      <p:sp>
        <p:nvSpPr>
          <p:cNvPr id="4" name="text-19-2">
            <a:extLst xmlns:a="http://schemas.openxmlformats.org/drawingml/2006/main">
              <a:ext uri="{FF2B5EF4-FFF2-40B4-BE49-F238E27FC236}">
                <a16:creationId xmlns:a16="http://schemas.microsoft.com/office/drawing/2014/main" id="{3756F688-1BC6-4037-A05E-29A8173F2873}"/>
              </a:ext>
            </a:extLst>
          </p:cNvPr>
          <p:cNvSpPr>
            <a:spLocks xmlns:a="http://schemas.openxmlformats.org/drawingml/2006/main" noGrp="1"/>
          </p:cNvSpPr>
          <p:nvPr/>
        </p:nvSpPr>
        <p:spPr>
          <a:xfrm xmlns:a="http://schemas.openxmlformats.org/drawingml/2006/main">
            <a:off x="532209" y="1231097"/>
            <a:ext cx="5331567" cy="6786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4275" b="0" i="0">
                <a:solidFill>
                  <a:srgbClr val="F5F0E8"/>
                </a:solidFill>
                <a:latin typeface="Impact"/>
                <a:ea typeface="Impact"/>
                <a:cs typeface="Impact"/>
              </a:defRPr>
            </a:defPPr>
          </a:lstStyle>
          <a:p xmlns:a="http://schemas.openxmlformats.org/drawingml/2006/main">
            <a:pPr>
              <a:defRPr sz="4275" b="0" i="0">
                <a:solidFill>
                  <a:srgbClr val="F5F0E8"/>
                </a:solidFill>
                <a:latin typeface="Impact"/>
                <a:ea typeface="Impact"/>
                <a:cs typeface="Impact"/>
              </a:defRPr>
            </a:pPr>
            <a:r>
              <a:rPr sz="4275" b="0" i="0">
                <a:solidFill>
                  <a:srgbClr val="F5F0E8"/>
                </a:solidFill>
                <a:latin typeface="Impact"/>
                <a:ea typeface="Impact"/>
                <a:cs typeface="Impact"/>
              </a:rPr>
              <a:t>LA INTEGRACIÓN SE VALIDA</a:t>
            </a:r>
          </a:p>
        </p:txBody>
      </p:sp>
      <p:sp>
        <p:nvSpPr>
          <p:cNvPr id="5" name="text-19-3">
            <a:extLst xmlns:a="http://schemas.openxmlformats.org/drawingml/2006/main">
              <a:ext uri="{FF2B5EF4-FFF2-40B4-BE49-F238E27FC236}">
                <a16:creationId xmlns:a16="http://schemas.microsoft.com/office/drawing/2014/main" id="{FB0F22C8-8A36-4FDE-9950-FD658D9E2161}"/>
              </a:ext>
            </a:extLst>
          </p:cNvPr>
          <p:cNvSpPr>
            <a:spLocks xmlns:a="http://schemas.openxmlformats.org/drawingml/2006/main" noGrp="1"/>
          </p:cNvSpPr>
          <p:nvPr/>
        </p:nvSpPr>
        <p:spPr>
          <a:xfrm xmlns:a="http://schemas.openxmlformats.org/drawingml/2006/main">
            <a:off x="532209" y="2078755"/>
            <a:ext cx="2028839" cy="18752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181" b="1" i="0">
                <a:solidFill>
                  <a:srgbClr val="FF4053"/>
                </a:solidFill>
                <a:latin typeface="Arial"/>
                <a:ea typeface="Arial"/>
                <a:cs typeface="Arial"/>
              </a:defRPr>
            </a:defPPr>
          </a:lstStyle>
          <a:p xmlns:a="http://schemas.openxmlformats.org/drawingml/2006/main">
            <a:pPr>
              <a:defRPr sz="1181" b="1" i="0">
                <a:solidFill>
                  <a:srgbClr val="FF4053"/>
                </a:solidFill>
                <a:latin typeface="Arial"/>
                <a:ea typeface="Arial"/>
                <a:cs typeface="Arial"/>
              </a:defRPr>
            </a:pPr>
            <a:r>
              <a:rPr sz="1181" b="1" i="0">
                <a:solidFill>
                  <a:srgbClr val="FF4053"/>
                </a:solidFill>
                <a:latin typeface="Arial"/>
                <a:ea typeface="Arial"/>
                <a:cs typeface="Arial"/>
              </a:rPr>
              <a:t>ENTREGA WEB REVISADA</a:t>
            </a:r>
          </a:p>
        </p:txBody>
      </p:sp>
      <p:sp>
        <p:nvSpPr>
          <p:cNvPr id="6" name="text-19-4">
            <a:extLst xmlns:a="http://schemas.openxmlformats.org/drawingml/2006/main">
              <a:ext uri="{FF2B5EF4-FFF2-40B4-BE49-F238E27FC236}">
                <a16:creationId xmlns:a16="http://schemas.microsoft.com/office/drawing/2014/main" id="{B4E0DF0B-C288-4313-81EA-818C0077BE1B}"/>
              </a:ext>
            </a:extLst>
          </p:cNvPr>
          <p:cNvSpPr>
            <a:spLocks xmlns:a="http://schemas.openxmlformats.org/drawingml/2006/main" noGrp="1"/>
          </p:cNvSpPr>
          <p:nvPr/>
        </p:nvSpPr>
        <p:spPr>
          <a:xfrm xmlns:a="http://schemas.openxmlformats.org/drawingml/2006/main">
            <a:off x="532209" y="2389319"/>
            <a:ext cx="3062463" cy="23217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463" b="0" i="0">
                <a:solidFill>
                  <a:srgbClr val="F5F0E8"/>
                </a:solidFill>
                <a:latin typeface="Arial"/>
                <a:ea typeface="Arial"/>
                <a:cs typeface="Arial"/>
              </a:defRPr>
            </a:defPPr>
          </a:lstStyle>
          <a:p xmlns:a="http://schemas.openxmlformats.org/drawingml/2006/main">
            <a:pPr>
              <a:defRPr sz="1463" b="0" i="0">
                <a:solidFill>
                  <a:srgbClr val="F5F0E8"/>
                </a:solidFill>
                <a:latin typeface="Arial"/>
                <a:ea typeface="Arial"/>
                <a:cs typeface="Arial"/>
              </a:defRPr>
            </a:pPr>
            <a:r>
              <a:rPr sz="1463" b="0" i="0">
                <a:solidFill>
                  <a:srgbClr val="F5F0E8"/>
                </a:solidFill>
                <a:latin typeface="Arial"/>
                <a:ea typeface="Arial"/>
                <a:cs typeface="Arial"/>
              </a:rPr>
              <a:t>Cotización y registro sobre Firebase.</a:t>
            </a:r>
          </a:p>
        </p:txBody>
      </p:sp>
      <p:sp>
        <p:nvSpPr>
          <p:cNvPr id="7" name="text-19-5">
            <a:extLst xmlns:a="http://schemas.openxmlformats.org/drawingml/2006/main">
              <a:ext uri="{FF2B5EF4-FFF2-40B4-BE49-F238E27FC236}">
                <a16:creationId xmlns:a16="http://schemas.microsoft.com/office/drawing/2014/main" id="{F1C14B70-E3FD-43A1-A873-4204156FF1C9}"/>
              </a:ext>
            </a:extLst>
          </p:cNvPr>
          <p:cNvSpPr>
            <a:spLocks xmlns:a="http://schemas.openxmlformats.org/drawingml/2006/main" noGrp="1"/>
          </p:cNvSpPr>
          <p:nvPr/>
        </p:nvSpPr>
        <p:spPr>
          <a:xfrm xmlns:a="http://schemas.openxmlformats.org/drawingml/2006/main">
            <a:off x="532209" y="2660782"/>
            <a:ext cx="2846264" cy="23217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463" b="0" i="0">
                <a:solidFill>
                  <a:srgbClr val="F5F0E8"/>
                </a:solidFill>
                <a:latin typeface="Arial"/>
                <a:ea typeface="Arial"/>
                <a:cs typeface="Arial"/>
              </a:defRPr>
            </a:defPPr>
          </a:lstStyle>
          <a:p xmlns:a="http://schemas.openxmlformats.org/drawingml/2006/main">
            <a:pPr>
              <a:defRPr sz="1463" b="0" i="0">
                <a:solidFill>
                  <a:srgbClr val="F5F0E8"/>
                </a:solidFill>
                <a:latin typeface="Arial"/>
                <a:ea typeface="Arial"/>
                <a:cs typeface="Arial"/>
              </a:defRPr>
            </a:pPr>
            <a:r>
              <a:rPr sz="1463" b="0" i="0">
                <a:solidFill>
                  <a:srgbClr val="F5F0E8"/>
                </a:solidFill>
                <a:latin typeface="Arial"/>
                <a:ea typeface="Arial"/>
                <a:cs typeface="Arial"/>
              </a:rPr>
              <a:t>Adjunto y seguimiento por estado.</a:t>
            </a:r>
          </a:p>
        </p:txBody>
      </p:sp>
      <p:sp>
        <p:nvSpPr>
          <p:cNvPr id="8" name="text-19-6">
            <a:extLst xmlns:a="http://schemas.openxmlformats.org/drawingml/2006/main">
              <a:ext uri="{FF2B5EF4-FFF2-40B4-BE49-F238E27FC236}">
                <a16:creationId xmlns:a16="http://schemas.microsoft.com/office/drawing/2014/main" id="{5ECCD190-F7B8-48E9-8A26-11963C4F09B0}"/>
              </a:ext>
            </a:extLst>
          </p:cNvPr>
          <p:cNvSpPr>
            <a:spLocks xmlns:a="http://schemas.openxmlformats.org/drawingml/2006/main" noGrp="1"/>
          </p:cNvSpPr>
          <p:nvPr/>
        </p:nvSpPr>
        <p:spPr>
          <a:xfrm xmlns:a="http://schemas.openxmlformats.org/drawingml/2006/main">
            <a:off x="532209" y="3060832"/>
            <a:ext cx="2795263" cy="23217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463" b="0" i="0">
                <a:solidFill>
                  <a:srgbClr val="F5F0E8"/>
                </a:solidFill>
                <a:latin typeface="Arial"/>
                <a:ea typeface="Arial"/>
                <a:cs typeface="Arial"/>
              </a:defRPr>
            </a:defPPr>
          </a:lstStyle>
          <a:p xmlns:a="http://schemas.openxmlformats.org/drawingml/2006/main">
            <a:pPr>
              <a:defRPr sz="1463" b="0" i="0">
                <a:solidFill>
                  <a:srgbClr val="F5F0E8"/>
                </a:solidFill>
                <a:latin typeface="Arial"/>
                <a:ea typeface="Arial"/>
                <a:cs typeface="Arial"/>
              </a:defRPr>
            </a:pPr>
            <a:r>
              <a:rPr sz="1463" b="0" i="0">
                <a:solidFill>
                  <a:srgbClr val="F5F0E8"/>
                </a:solidFill>
                <a:latin typeface="Arial"/>
                <a:ea typeface="Arial"/>
                <a:cs typeface="Arial"/>
              </a:rPr>
              <a:t>Sesión anónima en el navegador.</a:t>
            </a:r>
          </a:p>
        </p:txBody>
      </p:sp>
      <p:sp>
        <p:nvSpPr>
          <p:cNvPr id="9" name="text-19-7">
            <a:extLst xmlns:a="http://schemas.openxmlformats.org/drawingml/2006/main">
              <a:ext uri="{FF2B5EF4-FFF2-40B4-BE49-F238E27FC236}">
                <a16:creationId xmlns:a16="http://schemas.microsoft.com/office/drawing/2014/main" id="{ED5A5CC2-79D1-443F-848A-E58DCD5324BF}"/>
              </a:ext>
            </a:extLst>
          </p:cNvPr>
          <p:cNvSpPr>
            <a:spLocks xmlns:a="http://schemas.openxmlformats.org/drawingml/2006/main" noGrp="1"/>
          </p:cNvSpPr>
          <p:nvPr/>
        </p:nvSpPr>
        <p:spPr>
          <a:xfrm xmlns:a="http://schemas.openxmlformats.org/drawingml/2006/main">
            <a:off x="4911328" y="2078755"/>
            <a:ext cx="1219728" cy="18752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181" b="1" i="0">
                <a:solidFill>
                  <a:srgbClr val="FF4053"/>
                </a:solidFill>
                <a:latin typeface="Arial"/>
                <a:ea typeface="Arial"/>
                <a:cs typeface="Arial"/>
              </a:defRPr>
            </a:defPPr>
          </a:lstStyle>
          <a:p xmlns:a="http://schemas.openxmlformats.org/drawingml/2006/main">
            <a:pPr>
              <a:defRPr sz="1181" b="1" i="0">
                <a:solidFill>
                  <a:srgbClr val="FF4053"/>
                </a:solidFill>
                <a:latin typeface="Arial"/>
                <a:ea typeface="Arial"/>
                <a:cs typeface="Arial"/>
              </a:defRPr>
            </a:pPr>
            <a:r>
              <a:rPr sz="1181" b="1" i="0">
                <a:solidFill>
                  <a:srgbClr val="FF4053"/>
                </a:solidFill>
                <a:latin typeface="Arial"/>
                <a:ea typeface="Arial"/>
                <a:cs typeface="Arial"/>
              </a:rPr>
              <a:t>AMPLIACIONES</a:t>
            </a:r>
          </a:p>
        </p:txBody>
      </p:sp>
      <p:sp>
        <p:nvSpPr>
          <p:cNvPr id="10" name="text-19-8">
            <a:extLst xmlns:a="http://schemas.openxmlformats.org/drawingml/2006/main">
              <a:ext uri="{FF2B5EF4-FFF2-40B4-BE49-F238E27FC236}">
                <a16:creationId xmlns:a16="http://schemas.microsoft.com/office/drawing/2014/main" id="{68249613-0AB1-4FF2-A03A-9879AD945B70}"/>
              </a:ext>
            </a:extLst>
          </p:cNvPr>
          <p:cNvSpPr>
            <a:spLocks xmlns:a="http://schemas.openxmlformats.org/drawingml/2006/main" noGrp="1"/>
          </p:cNvSpPr>
          <p:nvPr/>
        </p:nvSpPr>
        <p:spPr>
          <a:xfrm xmlns:a="http://schemas.openxmlformats.org/drawingml/2006/main">
            <a:off x="4911328" y="2389319"/>
            <a:ext cx="2443215" cy="23217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463" b="0" i="0">
                <a:solidFill>
                  <a:srgbClr val="F5F0E8"/>
                </a:solidFill>
                <a:latin typeface="Arial"/>
                <a:ea typeface="Arial"/>
                <a:cs typeface="Arial"/>
              </a:defRPr>
            </a:defPPr>
          </a:lstStyle>
          <a:p xmlns:a="http://schemas.openxmlformats.org/drawingml/2006/main">
            <a:pPr>
              <a:defRPr sz="1463" b="0" i="0">
                <a:solidFill>
                  <a:srgbClr val="F5F0E8"/>
                </a:solidFill>
                <a:latin typeface="Arial"/>
                <a:ea typeface="Arial"/>
                <a:cs typeface="Arial"/>
              </a:defRPr>
            </a:pPr>
            <a:r>
              <a:rPr sz="1463" b="0" i="0">
                <a:solidFill>
                  <a:srgbClr val="F5F0E8"/>
                </a:solidFill>
                <a:latin typeface="Arial"/>
                <a:ea typeface="Arial"/>
                <a:cs typeface="Arial"/>
              </a:rPr>
              <a:t>Identidad compartida y CRM.</a:t>
            </a:r>
          </a:p>
        </p:txBody>
      </p:sp>
      <p:sp>
        <p:nvSpPr>
          <p:cNvPr id="11" name="text-19-9">
            <a:extLst xmlns:a="http://schemas.openxmlformats.org/drawingml/2006/main">
              <a:ext uri="{FF2B5EF4-FFF2-40B4-BE49-F238E27FC236}">
                <a16:creationId xmlns:a16="http://schemas.microsoft.com/office/drawing/2014/main" id="{0A7ABE62-6751-462F-99BE-E411BF34CD10}"/>
              </a:ext>
            </a:extLst>
          </p:cNvPr>
          <p:cNvSpPr>
            <a:spLocks xmlns:a="http://schemas.openxmlformats.org/drawingml/2006/main" noGrp="1"/>
          </p:cNvSpPr>
          <p:nvPr/>
        </p:nvSpPr>
        <p:spPr>
          <a:xfrm xmlns:a="http://schemas.openxmlformats.org/drawingml/2006/main">
            <a:off x="4911328" y="2660782"/>
            <a:ext cx="2298711" cy="23217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463" b="0" i="0">
                <a:solidFill>
                  <a:srgbClr val="F5F0E8"/>
                </a:solidFill>
                <a:latin typeface="Arial"/>
                <a:ea typeface="Arial"/>
                <a:cs typeface="Arial"/>
              </a:defRPr>
            </a:defPPr>
          </a:lstStyle>
          <a:p xmlns:a="http://schemas.openxmlformats.org/drawingml/2006/main">
            <a:pPr>
              <a:defRPr sz="1463" b="0" i="0">
                <a:solidFill>
                  <a:srgbClr val="F5F0E8"/>
                </a:solidFill>
                <a:latin typeface="Arial"/>
                <a:ea typeface="Arial"/>
                <a:cs typeface="Arial"/>
              </a:defRPr>
            </a:pPr>
            <a:r>
              <a:rPr sz="1463" b="0" i="0">
                <a:solidFill>
                  <a:srgbClr val="F5F0E8"/>
                </a:solidFill>
                <a:latin typeface="Arial"/>
                <a:ea typeface="Arial"/>
                <a:cs typeface="Arial"/>
              </a:rPr>
              <a:t>Flow nativo y recuperación.</a:t>
            </a:r>
          </a:p>
        </p:txBody>
      </p:sp>
      <p:sp>
        <p:nvSpPr>
          <p:cNvPr id="12" name="text-19-10">
            <a:extLst xmlns:a="http://schemas.openxmlformats.org/drawingml/2006/main">
              <a:ext uri="{FF2B5EF4-FFF2-40B4-BE49-F238E27FC236}">
                <a16:creationId xmlns:a16="http://schemas.microsoft.com/office/drawing/2014/main" id="{39DF9A75-566B-4353-9584-9E2A589FF9E8}"/>
              </a:ext>
            </a:extLst>
          </p:cNvPr>
          <p:cNvSpPr>
            <a:spLocks xmlns:a="http://schemas.openxmlformats.org/drawingml/2006/main" noGrp="1"/>
          </p:cNvSpPr>
          <p:nvPr/>
        </p:nvSpPr>
        <p:spPr>
          <a:xfrm xmlns:a="http://schemas.openxmlformats.org/drawingml/2006/main">
            <a:off x="4911328" y="2932244"/>
            <a:ext cx="2247448" cy="23217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463" b="0" i="0">
                <a:solidFill>
                  <a:srgbClr val="F5F0E8"/>
                </a:solidFill>
                <a:latin typeface="Arial"/>
                <a:ea typeface="Arial"/>
                <a:cs typeface="Arial"/>
              </a:defRPr>
            </a:defPPr>
          </a:lstStyle>
          <a:p xmlns:a="http://schemas.openxmlformats.org/drawingml/2006/main">
            <a:pPr>
              <a:defRPr sz="1463" b="0" i="0">
                <a:solidFill>
                  <a:srgbClr val="F5F0E8"/>
                </a:solidFill>
                <a:latin typeface="Arial"/>
                <a:ea typeface="Arial"/>
                <a:cs typeface="Arial"/>
              </a:defRPr>
            </a:pPr>
            <a:r>
              <a:rPr sz="1463" b="0" i="0">
                <a:solidFill>
                  <a:srgbClr val="F5F0E8"/>
                </a:solidFill>
                <a:latin typeface="Arial"/>
                <a:ea typeface="Arial"/>
                <a:cs typeface="Arial"/>
              </a:rPr>
              <a:t>Pago bancario automático.</a:t>
            </a:r>
          </a:p>
        </p:txBody>
      </p:sp>
      <p:sp>
        <p:nvSpPr>
          <p:cNvPr id="13" name="text-19-11">
            <a:extLst xmlns:a="http://schemas.openxmlformats.org/drawingml/2006/main">
              <a:ext uri="{FF2B5EF4-FFF2-40B4-BE49-F238E27FC236}">
                <a16:creationId xmlns:a16="http://schemas.microsoft.com/office/drawing/2014/main" id="{B3BA6122-E43E-4137-8676-65E74FA96FD0}"/>
              </a:ext>
            </a:extLst>
          </p:cNvPr>
          <p:cNvSpPr>
            <a:spLocks xmlns:a="http://schemas.openxmlformats.org/drawingml/2006/main" noGrp="1"/>
          </p:cNvSpPr>
          <p:nvPr/>
        </p:nvSpPr>
        <p:spPr>
          <a:xfrm xmlns:a="http://schemas.openxmlformats.org/drawingml/2006/main">
            <a:off x="532209" y="4503579"/>
            <a:ext cx="6839420" cy="13394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844" b="0" i="0">
                <a:solidFill>
                  <a:srgbClr val="F5F0E8"/>
                </a:solidFill>
                <a:latin typeface="Arial"/>
                <a:ea typeface="Arial"/>
                <a:cs typeface="Arial"/>
              </a:defRPr>
            </a:defPPr>
          </a:lstStyle>
          <a:p xmlns:a="http://schemas.openxmlformats.org/drawingml/2006/main">
            <a:pPr>
              <a:defRPr sz="844" b="0" i="0">
                <a:solidFill>
                  <a:srgbClr val="F5F0E8"/>
                </a:solidFill>
                <a:latin typeface="Arial"/>
                <a:ea typeface="Arial"/>
                <a:cs typeface="Arial"/>
              </a:defRPr>
            </a:pPr>
            <a:r>
              <a:rPr sz="844" b="0" i="0">
                <a:solidFill>
                  <a:srgbClr val="F5F0E8"/>
                </a:solidFill>
                <a:latin typeface="Arial"/>
                <a:ea typeface="Arial"/>
                <a:cs typeface="Arial"/>
              </a:rPr>
              <a:t>El video ilustra el conjunto modular con datos de presentación. No certifica emisión fiscal, liquidación bancaria ni continuidad entre dispositivos.</a:t>
            </a:r>
          </a:p>
        </p:txBody>
      </p:sp>
      <p:sp>
        <p:nvSpPr>
          <p:cNvPr id="14" name="text-19-12">
            <a:extLst xmlns:a="http://schemas.openxmlformats.org/drawingml/2006/main">
              <a:ext uri="{FF2B5EF4-FFF2-40B4-BE49-F238E27FC236}">
                <a16:creationId xmlns:a16="http://schemas.microsoft.com/office/drawing/2014/main" id="{4D5B2219-B1D7-4167-AAB1-A378A33B62F3}"/>
              </a:ext>
            </a:extLst>
          </p:cNvPr>
          <p:cNvSpPr>
            <a:spLocks xmlns:a="http://schemas.openxmlformats.org/drawingml/2006/main" noGrp="1"/>
          </p:cNvSpPr>
          <p:nvPr/>
        </p:nvSpPr>
        <p:spPr>
          <a:xfrm xmlns:a="http://schemas.openxmlformats.org/drawingml/2006/main">
            <a:off x="532209" y="3506828"/>
            <a:ext cx="967190" cy="17859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125" b="0" i="0">
                <a:solidFill>
                  <a:srgbClr val="F5F0E8"/>
                </a:solidFill>
                <a:latin typeface="Arial"/>
                <a:ea typeface="Arial"/>
                <a:cs typeface="Arial"/>
              </a:defRPr>
            </a:defPPr>
          </a:lstStyle>
          <a:p xmlns:a="http://schemas.openxmlformats.org/drawingml/2006/main">
            <a:pPr>
              <a:defRPr sz="1125" b="0" i="0">
                <a:solidFill>
                  <a:srgbClr val="F5F0E8"/>
                </a:solidFill>
                <a:latin typeface="Arial"/>
                <a:ea typeface="Arial"/>
                <a:cs typeface="Arial"/>
              </a:defRPr>
            </a:pPr>
            <a:r>
              <a:rPr sz="1125" b="0" i="0">
                <a:solidFill>
                  <a:srgbClr val="F5F0E8"/>
                </a:solidFill>
                <a:latin typeface="Arial"/>
                <a:ea typeface="Arial"/>
                <a:cs typeface="Arial"/>
              </a:rPr>
              <a:t>Volver al piloto</a:t>
            </a:r>
          </a:p>
        </p:txBody>
      </p:sp>
      <p:sp>
        <p:nvSpPr>
          <p:cNvPr id="15" name="text-19-13">
            <a:extLst xmlns:a="http://schemas.openxmlformats.org/drawingml/2006/main">
              <a:ext uri="{FF2B5EF4-FFF2-40B4-BE49-F238E27FC236}">
                <a16:creationId xmlns:a16="http://schemas.microsoft.com/office/drawing/2014/main" id="{45357176-D8FC-4546-AC01-46CE7351875A}"/>
              </a:ext>
            </a:extLst>
          </p:cNvPr>
          <p:cNvSpPr>
            <a:spLocks xmlns:a="http://schemas.openxmlformats.org/drawingml/2006/main" noGrp="1"/>
          </p:cNvSpPr>
          <p:nvPr/>
        </p:nvSpPr>
        <p:spPr>
          <a:xfrm xmlns:a="http://schemas.openxmlformats.org/drawingml/2006/main">
            <a:off x="532209" y="4923697"/>
            <a:ext cx="1120674"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F5F0E8"/>
                </a:solidFill>
                <a:latin typeface="Arial"/>
                <a:ea typeface="Arial"/>
                <a:cs typeface="Arial"/>
              </a:defRPr>
            </a:defPPr>
          </a:lstStyle>
          <a:p xmlns:a="http://schemas.openxmlformats.org/drawingml/2006/main">
            <a:pPr>
              <a:defRPr sz="731" b="1" i="0">
                <a:solidFill>
                  <a:srgbClr val="F5F0E8"/>
                </a:solidFill>
                <a:latin typeface="Arial"/>
                <a:ea typeface="Arial"/>
                <a:cs typeface="Arial"/>
              </a:defRPr>
            </a:pPr>
            <a:r>
              <a:rPr sz="731" b="1" i="0">
                <a:solidFill>
                  <a:srgbClr val="F5F0E8"/>
                </a:solidFill>
                <a:latin typeface="Arial"/>
                <a:ea typeface="Arial"/>
                <a:cs typeface="Arial"/>
              </a:rPr>
              <a:t>ANEXOS / OMNI by 5.5</a:t>
            </a:r>
          </a:p>
        </p:txBody>
      </p:sp>
      <p:sp>
        <p:nvSpPr>
          <p:cNvPr id="16" name="text-19-14">
            <a:extLst xmlns:a="http://schemas.openxmlformats.org/drawingml/2006/main">
              <a:ext uri="{FF2B5EF4-FFF2-40B4-BE49-F238E27FC236}">
                <a16:creationId xmlns:a16="http://schemas.microsoft.com/office/drawing/2014/main" id="{FC2D80B7-208D-4C15-B4F3-7E05F2A10FD2}"/>
              </a:ext>
            </a:extLst>
          </p:cNvPr>
          <p:cNvSpPr>
            <a:spLocks xmlns:a="http://schemas.openxmlformats.org/drawingml/2006/main" noGrp="1"/>
          </p:cNvSpPr>
          <p:nvPr/>
        </p:nvSpPr>
        <p:spPr>
          <a:xfrm xmlns:a="http://schemas.openxmlformats.org/drawingml/2006/main">
            <a:off x="8446257" y="4923697"/>
            <a:ext cx="377893"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F5F0E8"/>
                </a:solidFill>
                <a:latin typeface="Arial"/>
                <a:ea typeface="Arial"/>
                <a:cs typeface="Arial"/>
              </a:defRPr>
            </a:defPPr>
          </a:lstStyle>
          <a:p xmlns:a="http://schemas.openxmlformats.org/drawingml/2006/main">
            <a:pPr>
              <a:defRPr sz="731" b="1" i="0">
                <a:solidFill>
                  <a:srgbClr val="F5F0E8"/>
                </a:solidFill>
                <a:latin typeface="Arial"/>
                <a:ea typeface="Arial"/>
                <a:cs typeface="Arial"/>
              </a:defRPr>
            </a:pPr>
            <a:r>
              <a:rPr sz="731" b="1" i="0">
                <a:solidFill>
                  <a:srgbClr val="F5F0E8"/>
                </a:solidFill>
                <a:latin typeface="Arial"/>
                <a:ea typeface="Arial"/>
                <a:cs typeface="Arial"/>
              </a:rPr>
              <a:t>19 / 5.5</a:t>
            </a:r>
          </a:p>
        </p:txBody>
      </p:sp>
    </p:spTree>
    <p:extLst>
      <p:ext uri="{BB962C8B-B14F-4D97-AF65-F5344CB8AC3E}">
        <p14:creationId xmlns:p14="http://schemas.microsoft.com/office/powerpoint/2010/main" val="1053293350"/>
      </p:ext>
    </p:extLst>
  </p:cSld>
</p:sld>
</file>

<file path=ppt/slides/slide20.xml><?xml version="1.0" encoding="utf-8"?>
<p:sld xmlns:p="http://schemas.openxmlformats.org/presentationml/2006/main">
  <p:cSld>
    <p:spTree>
      <p:nvGrpSpPr>
        <p:cNvPr id="1" name=""/>
        <p:cNvGrpSpPr/>
        <p:nvPr/>
      </p:nvGrpSpPr>
      <p:grpSpPr>
        <a:xfrm xmlns:a="http://schemas.openxmlformats.org/drawingml/2006/main"/>
      </p:grpSpPr>
      <p:pic>
        <p:nvPicPr>
          <p:cNvPr id="16" name="">
            <a:extLst xmlns:a="http://schemas.openxmlformats.org/drawingml/2006/main">
              <a:ext uri="{FF2B5EF4-FFF2-40B4-BE49-F238E27FC236}">
                <a16:creationId xmlns:a16="http://schemas.microsoft.com/office/drawing/2014/main" id="{898F6F63-A37C-4818-977D-C507FCA62731}"/>
              </a:ext>
            </a:extLst>
          </p:cNvPr>
          <p:cNvPicPr>
            <a:picLocks xmlns:a="http://schemas.openxmlformats.org/drawingml/2006/main" noChangeAspect="1"/>
          </p:cNvPicPr>
          <p:nvPr/>
        </p:nvPicPr>
        <p:blipFill>
          <a:blip xmlns:r="http://schemas.openxmlformats.org/officeDocument/2006/relationships" xmlns:a="http://schemas.openxmlformats.org/drawingml/2006/main" r:embed="Rcbc4f388f0054248"/>
          <a:stretch xmlns:a="http://schemas.openxmlformats.org/drawingml/2006/main"/>
        </p:blipFill>
        <p:spPr>
          <a:xfrm xmlns:a="http://schemas.openxmlformats.org/drawingml/2006/main">
            <a:off x="0" y="0"/>
            <a:ext cx="9324594" cy="5248656"/>
          </a:xfrm>
          <a:prstGeom xmlns:a="http://schemas.openxmlformats.org/drawingml/2006/main" prst="rect">
            <a:avLst/>
          </a:prstGeom>
        </p:spPr>
      </p:pic>
      <p:sp>
        <p:nvSpPr>
          <p:cNvPr id="2" name="text-20-0">
            <a:extLst xmlns:a="http://schemas.openxmlformats.org/drawingml/2006/main">
              <a:ext uri="{FF2B5EF4-FFF2-40B4-BE49-F238E27FC236}">
                <a16:creationId xmlns:a16="http://schemas.microsoft.com/office/drawing/2014/main" id="{40CD9F05-DF42-4F99-AA19-82906CA4E1EA}"/>
              </a:ext>
            </a:extLst>
          </p:cNvPr>
          <p:cNvSpPr>
            <a:spLocks xmlns:a="http://schemas.openxmlformats.org/drawingml/2006/main" noGrp="1"/>
          </p:cNvSpPr>
          <p:nvPr/>
        </p:nvSpPr>
        <p:spPr>
          <a:xfrm xmlns:a="http://schemas.openxmlformats.org/drawingml/2006/main">
            <a:off x="532209" y="382979"/>
            <a:ext cx="1488017" cy="1518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956" b="1" i="0">
                <a:solidFill>
                  <a:srgbClr val="0B0B0B"/>
                </a:solidFill>
                <a:latin typeface="Arial"/>
                <a:ea typeface="Arial"/>
                <a:cs typeface="Arial"/>
              </a:defRPr>
            </a:defPPr>
          </a:lstStyle>
          <a:p xmlns:a="http://schemas.openxmlformats.org/drawingml/2006/main">
            <a:pPr>
              <a:defRPr sz="956" b="1" i="0">
                <a:solidFill>
                  <a:srgbClr val="0B0B0B"/>
                </a:solidFill>
                <a:latin typeface="Arial"/>
                <a:ea typeface="Arial"/>
                <a:cs typeface="Arial"/>
              </a:defRPr>
            </a:pPr>
            <a:r>
              <a:rPr sz="956" b="1" i="0">
                <a:solidFill>
                  <a:srgbClr val="0B0B0B"/>
                </a:solidFill>
                <a:latin typeface="Arial"/>
                <a:ea typeface="Arial"/>
                <a:cs typeface="Arial"/>
              </a:rPr>
              <a:t>ANEXO C / FUENTES</a:t>
            </a:r>
          </a:p>
        </p:txBody>
      </p:sp>
      <p:sp>
        <p:nvSpPr>
          <p:cNvPr id="3" name="text-20-1">
            <a:extLst xmlns:a="http://schemas.openxmlformats.org/drawingml/2006/main">
              <a:ext uri="{FF2B5EF4-FFF2-40B4-BE49-F238E27FC236}">
                <a16:creationId xmlns:a16="http://schemas.microsoft.com/office/drawing/2014/main" id="{6432C573-8FB3-4817-AC16-957EB58218F9}"/>
              </a:ext>
            </a:extLst>
          </p:cNvPr>
          <p:cNvSpPr>
            <a:spLocks xmlns:a="http://schemas.openxmlformats.org/drawingml/2006/main" noGrp="1"/>
          </p:cNvSpPr>
          <p:nvPr/>
        </p:nvSpPr>
        <p:spPr>
          <a:xfrm xmlns:a="http://schemas.openxmlformats.org/drawingml/2006/main">
            <a:off x="532209" y="673884"/>
            <a:ext cx="3643273" cy="6786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4275" b="0" i="0">
                <a:solidFill>
                  <a:srgbClr val="0B0B0B"/>
                </a:solidFill>
                <a:latin typeface="Impact"/>
                <a:ea typeface="Impact"/>
                <a:cs typeface="Impact"/>
              </a:defRPr>
            </a:defPPr>
          </a:lstStyle>
          <a:p xmlns:a="http://schemas.openxmlformats.org/drawingml/2006/main">
            <a:pPr>
              <a:defRPr sz="4275" b="0" i="0">
                <a:solidFill>
                  <a:srgbClr val="0B0B0B"/>
                </a:solidFill>
                <a:latin typeface="Impact"/>
                <a:ea typeface="Impact"/>
                <a:cs typeface="Impact"/>
              </a:defRPr>
            </a:pPr>
            <a:r>
              <a:rPr sz="4275" b="0" i="0">
                <a:solidFill>
                  <a:srgbClr val="0B0B0B"/>
                </a:solidFill>
                <a:latin typeface="Impact"/>
                <a:ea typeface="Impact"/>
                <a:cs typeface="Impact"/>
              </a:rPr>
              <a:t>DATOS, CAPTURAS</a:t>
            </a:r>
          </a:p>
        </p:txBody>
      </p:sp>
      <p:sp>
        <p:nvSpPr>
          <p:cNvPr id="4" name="text-20-2">
            <a:extLst xmlns:a="http://schemas.openxmlformats.org/drawingml/2006/main">
              <a:ext uri="{FF2B5EF4-FFF2-40B4-BE49-F238E27FC236}">
                <a16:creationId xmlns:a16="http://schemas.microsoft.com/office/drawing/2014/main" id="{67FF5D46-B773-4A65-AD60-ECFD02C30757}"/>
              </a:ext>
            </a:extLst>
          </p:cNvPr>
          <p:cNvSpPr>
            <a:spLocks xmlns:a="http://schemas.openxmlformats.org/drawingml/2006/main" noGrp="1"/>
          </p:cNvSpPr>
          <p:nvPr/>
        </p:nvSpPr>
        <p:spPr>
          <a:xfrm xmlns:a="http://schemas.openxmlformats.org/drawingml/2006/main">
            <a:off x="532209" y="1231097"/>
            <a:ext cx="4855922" cy="6786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4275" b="0" i="0">
                <a:solidFill>
                  <a:srgbClr val="0B0B0B"/>
                </a:solidFill>
                <a:latin typeface="Impact"/>
                <a:ea typeface="Impact"/>
                <a:cs typeface="Impact"/>
              </a:defRPr>
            </a:defPPr>
          </a:lstStyle>
          <a:p xmlns:a="http://schemas.openxmlformats.org/drawingml/2006/main">
            <a:pPr>
              <a:defRPr sz="4275" b="0" i="0">
                <a:solidFill>
                  <a:srgbClr val="0B0B0B"/>
                </a:solidFill>
                <a:latin typeface="Impact"/>
                <a:ea typeface="Impact"/>
                <a:cs typeface="Impact"/>
              </a:defRPr>
            </a:pPr>
            <a:r>
              <a:rPr sz="4275" b="0" i="0">
                <a:solidFill>
                  <a:srgbClr val="0B0B0B"/>
                </a:solidFill>
                <a:latin typeface="Impact"/>
                <a:ea typeface="Impact"/>
                <a:cs typeface="Impact"/>
              </a:rPr>
              <a:t>Y SUPUESTOS A LA VISTA</a:t>
            </a:r>
          </a:p>
        </p:txBody>
      </p:sp>
      <p:sp>
        <p:nvSpPr>
          <p:cNvPr id="5" name="text-20-3">
            <a:extLst xmlns:a="http://schemas.openxmlformats.org/drawingml/2006/main">
              <a:ext uri="{FF2B5EF4-FFF2-40B4-BE49-F238E27FC236}">
                <a16:creationId xmlns:a16="http://schemas.microsoft.com/office/drawing/2014/main" id="{9028BAEB-3E27-4CE1-83CC-24B44F756DF2}"/>
              </a:ext>
            </a:extLst>
          </p:cNvPr>
          <p:cNvSpPr>
            <a:spLocks xmlns:a="http://schemas.openxmlformats.org/drawingml/2006/main" noGrp="1"/>
          </p:cNvSpPr>
          <p:nvPr/>
        </p:nvSpPr>
        <p:spPr>
          <a:xfrm xmlns:a="http://schemas.openxmlformats.org/drawingml/2006/main">
            <a:off x="532209" y="2201552"/>
            <a:ext cx="1800120" cy="20538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94" b="1" i="0">
                <a:solidFill>
                  <a:srgbClr val="DC0A1E"/>
                </a:solidFill>
                <a:latin typeface="Arial"/>
                <a:ea typeface="Arial"/>
                <a:cs typeface="Arial"/>
              </a:defRPr>
            </a:defPPr>
          </a:lstStyle>
          <a:p xmlns:a="http://schemas.openxmlformats.org/drawingml/2006/main">
            <a:pPr>
              <a:defRPr sz="1294" b="1" i="0">
                <a:solidFill>
                  <a:srgbClr val="DC0A1E"/>
                </a:solidFill>
                <a:latin typeface="Arial"/>
                <a:ea typeface="Arial"/>
                <a:cs typeface="Arial"/>
              </a:defRPr>
            </a:pPr>
            <a:r>
              <a:rPr sz="1294" b="1" i="0">
                <a:solidFill>
                  <a:srgbClr val="DC0A1E"/>
                </a:solidFill>
                <a:latin typeface="Arial"/>
                <a:ea typeface="Arial"/>
                <a:cs typeface="Arial"/>
              </a:rPr>
              <a:t>WhatsApp y Facebook</a:t>
            </a:r>
          </a:p>
        </p:txBody>
      </p:sp>
      <p:sp>
        <p:nvSpPr>
          <p:cNvPr id="6" name="text-20-4">
            <a:extLst xmlns:a="http://schemas.openxmlformats.org/drawingml/2006/main">
              <a:ext uri="{FF2B5EF4-FFF2-40B4-BE49-F238E27FC236}">
                <a16:creationId xmlns:a16="http://schemas.microsoft.com/office/drawing/2014/main" id="{0740BCF1-6DC4-49C6-86CC-6E07AC766215}"/>
              </a:ext>
            </a:extLst>
          </p:cNvPr>
          <p:cNvSpPr>
            <a:spLocks xmlns:a="http://schemas.openxmlformats.org/drawingml/2006/main" noGrp="1"/>
          </p:cNvSpPr>
          <p:nvPr/>
        </p:nvSpPr>
        <p:spPr>
          <a:xfrm xmlns:a="http://schemas.openxmlformats.org/drawingml/2006/main">
            <a:off x="2732484" y="2201552"/>
            <a:ext cx="5663619" cy="20538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94" b="0" i="0">
                <a:solidFill>
                  <a:srgbClr val="0B0B0B"/>
                </a:solidFill>
                <a:latin typeface="Arial"/>
                <a:ea typeface="Arial"/>
                <a:cs typeface="Arial"/>
              </a:defRPr>
            </a:defPPr>
          </a:lstStyle>
          <a:p xmlns:a="http://schemas.openxmlformats.org/drawingml/2006/main">
            <a:pPr>
              <a:defRPr sz="1294" b="0" i="0">
                <a:solidFill>
                  <a:srgbClr val="0B0B0B"/>
                </a:solidFill>
                <a:latin typeface="Arial"/>
                <a:ea typeface="Arial"/>
                <a:cs typeface="Arial"/>
              </a:defRPr>
            </a:pPr>
            <a:r>
              <a:rPr sz="1294" b="0" i="0">
                <a:solidFill>
                  <a:srgbClr val="0B0B0B"/>
                </a:solidFill>
                <a:latin typeface="Arial"/>
                <a:ea typeface="Arial"/>
                <a:cs typeface="Arial"/>
              </a:rPr>
              <a:t>131 chats, 67 transferencias, 64 cotizaciones por día. Promedios informados.</a:t>
            </a:r>
          </a:p>
        </p:txBody>
      </p:sp>
      <p:sp>
        <p:nvSpPr>
          <p:cNvPr id="7" name="text-20-5">
            <a:extLst xmlns:a="http://schemas.openxmlformats.org/drawingml/2006/main">
              <a:ext uri="{FF2B5EF4-FFF2-40B4-BE49-F238E27FC236}">
                <a16:creationId xmlns:a16="http://schemas.microsoft.com/office/drawing/2014/main" id="{D1CB9739-B293-4C86-8768-3A8B77215C10}"/>
              </a:ext>
            </a:extLst>
          </p:cNvPr>
          <p:cNvSpPr>
            <a:spLocks xmlns:a="http://schemas.openxmlformats.org/drawingml/2006/main" noGrp="1"/>
          </p:cNvSpPr>
          <p:nvPr/>
        </p:nvSpPr>
        <p:spPr>
          <a:xfrm xmlns:a="http://schemas.openxmlformats.org/drawingml/2006/main">
            <a:off x="532209" y="2687327"/>
            <a:ext cx="1581373" cy="20538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94" b="1" i="0">
                <a:solidFill>
                  <a:srgbClr val="DC0A1E"/>
                </a:solidFill>
                <a:latin typeface="Arial"/>
                <a:ea typeface="Arial"/>
                <a:cs typeface="Arial"/>
              </a:defRPr>
            </a:defPPr>
          </a:lstStyle>
          <a:p xmlns:a="http://schemas.openxmlformats.org/drawingml/2006/main">
            <a:pPr>
              <a:defRPr sz="1294" b="1" i="0">
                <a:solidFill>
                  <a:srgbClr val="DC0A1E"/>
                </a:solidFill>
                <a:latin typeface="Arial"/>
                <a:ea typeface="Arial"/>
                <a:cs typeface="Arial"/>
              </a:defRPr>
            </a:pPr>
            <a:r>
              <a:rPr sz="1294" b="1" i="0">
                <a:solidFill>
                  <a:srgbClr val="DC0A1E"/>
                </a:solidFill>
                <a:latin typeface="Arial"/>
                <a:ea typeface="Arial"/>
                <a:cs typeface="Arial"/>
              </a:rPr>
              <a:t>Transferencias SQL</a:t>
            </a:r>
          </a:p>
        </p:txBody>
      </p:sp>
      <p:sp>
        <p:nvSpPr>
          <p:cNvPr id="8" name="text-20-6">
            <a:extLst xmlns:a="http://schemas.openxmlformats.org/drawingml/2006/main">
              <a:ext uri="{FF2B5EF4-FFF2-40B4-BE49-F238E27FC236}">
                <a16:creationId xmlns:a16="http://schemas.microsoft.com/office/drawing/2014/main" id="{06A19DC3-DB7B-4053-ABC0-963E1A7F62C1}"/>
              </a:ext>
            </a:extLst>
          </p:cNvPr>
          <p:cNvSpPr>
            <a:spLocks xmlns:a="http://schemas.openxmlformats.org/drawingml/2006/main" noGrp="1"/>
          </p:cNvSpPr>
          <p:nvPr/>
        </p:nvSpPr>
        <p:spPr>
          <a:xfrm xmlns:a="http://schemas.openxmlformats.org/drawingml/2006/main">
            <a:off x="2732484" y="2687327"/>
            <a:ext cx="6019506" cy="20538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94" b="0" i="0">
                <a:solidFill>
                  <a:srgbClr val="0B0B0B"/>
                </a:solidFill>
                <a:latin typeface="Arial"/>
                <a:ea typeface="Arial"/>
                <a:cs typeface="Arial"/>
              </a:defRPr>
            </a:defPPr>
          </a:lstStyle>
          <a:p xmlns:a="http://schemas.openxmlformats.org/drawingml/2006/main">
            <a:pPr>
              <a:defRPr sz="1294" b="0" i="0">
                <a:solidFill>
                  <a:srgbClr val="0B0B0B"/>
                </a:solidFill>
                <a:latin typeface="Arial"/>
                <a:ea typeface="Arial"/>
                <a:cs typeface="Arial"/>
              </a:defRPr>
            </a:pPr>
            <a:r>
              <a:rPr sz="1294" b="0" i="0">
                <a:solidFill>
                  <a:srgbClr val="0B0B0B"/>
                </a:solidFill>
                <a:latin typeface="Arial"/>
                <a:ea typeface="Arial"/>
                <a:cs typeface="Arial"/>
              </a:rPr>
              <a:t>3.723 registros en el período observado. Última modificación no equivale al cierre.</a:t>
            </a:r>
          </a:p>
        </p:txBody>
      </p:sp>
      <p:sp>
        <p:nvSpPr>
          <p:cNvPr id="9" name="text-20-7">
            <a:extLst xmlns:a="http://schemas.openxmlformats.org/drawingml/2006/main">
              <a:ext uri="{FF2B5EF4-FFF2-40B4-BE49-F238E27FC236}">
                <a16:creationId xmlns:a16="http://schemas.microsoft.com/office/drawing/2014/main" id="{009441AE-FEF8-4B73-A3E7-9A703E7A6C78}"/>
              </a:ext>
            </a:extLst>
          </p:cNvPr>
          <p:cNvSpPr>
            <a:spLocks xmlns:a="http://schemas.openxmlformats.org/drawingml/2006/main" noGrp="1"/>
          </p:cNvSpPr>
          <p:nvPr/>
        </p:nvSpPr>
        <p:spPr>
          <a:xfrm xmlns:a="http://schemas.openxmlformats.org/drawingml/2006/main">
            <a:off x="532209" y="3180245"/>
            <a:ext cx="1526386" cy="20538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94" b="1" i="0">
                <a:solidFill>
                  <a:srgbClr val="DC0A1E"/>
                </a:solidFill>
                <a:latin typeface="Arial"/>
                <a:ea typeface="Arial"/>
                <a:cs typeface="Arial"/>
              </a:defRPr>
            </a:defPPr>
          </a:lstStyle>
          <a:p xmlns:a="http://schemas.openxmlformats.org/drawingml/2006/main">
            <a:pPr>
              <a:defRPr sz="1294" b="1" i="0">
                <a:solidFill>
                  <a:srgbClr val="DC0A1E"/>
                </a:solidFill>
                <a:latin typeface="Arial"/>
                <a:ea typeface="Arial"/>
                <a:cs typeface="Arial"/>
              </a:defRPr>
            </a:pPr>
            <a:r>
              <a:rPr sz="1294" b="1" i="0">
                <a:solidFill>
                  <a:srgbClr val="DC0A1E"/>
                </a:solidFill>
                <a:latin typeface="Arial"/>
                <a:ea typeface="Arial"/>
                <a:cs typeface="Arial"/>
              </a:rPr>
              <a:t>Material del equipo</a:t>
            </a:r>
          </a:p>
        </p:txBody>
      </p:sp>
      <p:sp>
        <p:nvSpPr>
          <p:cNvPr id="10" name="text-20-8">
            <a:extLst xmlns:a="http://schemas.openxmlformats.org/drawingml/2006/main">
              <a:ext uri="{FF2B5EF4-FFF2-40B4-BE49-F238E27FC236}">
                <a16:creationId xmlns:a16="http://schemas.microsoft.com/office/drawing/2014/main" id="{EE12ECFC-9724-482C-9D4F-B20FC7C736E9}"/>
              </a:ext>
            </a:extLst>
          </p:cNvPr>
          <p:cNvSpPr>
            <a:spLocks xmlns:a="http://schemas.openxmlformats.org/drawingml/2006/main" noGrp="1"/>
          </p:cNvSpPr>
          <p:nvPr/>
        </p:nvSpPr>
        <p:spPr>
          <a:xfrm xmlns:a="http://schemas.openxmlformats.org/drawingml/2006/main">
            <a:off x="2732484" y="3180245"/>
            <a:ext cx="3864466" cy="20538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94" b="0" i="0">
                <a:solidFill>
                  <a:srgbClr val="0B0B0B"/>
                </a:solidFill>
                <a:latin typeface="Arial"/>
                <a:ea typeface="Arial"/>
                <a:cs typeface="Arial"/>
              </a:defRPr>
            </a:defPPr>
          </a:lstStyle>
          <a:p xmlns:a="http://schemas.openxmlformats.org/drawingml/2006/main">
            <a:pPr>
              <a:defRPr sz="1294" b="0" i="0">
                <a:solidFill>
                  <a:srgbClr val="0B0B0B"/>
                </a:solidFill>
                <a:latin typeface="Arial"/>
                <a:ea typeface="Arial"/>
                <a:cs typeface="Arial"/>
              </a:defRPr>
            </a:pPr>
            <a:r>
              <a:rPr sz="1294" b="0" i="0">
                <a:solidFill>
                  <a:srgbClr val="0B0B0B"/>
                </a:solidFill>
                <a:latin typeface="Arial"/>
                <a:ea typeface="Arial"/>
                <a:cs typeface="Arial"/>
              </a:rPr>
              <a:t>Capturas, video, nombres y logos del PDF aportado.</a:t>
            </a:r>
          </a:p>
        </p:txBody>
      </p:sp>
      <p:sp>
        <p:nvSpPr>
          <p:cNvPr id="11" name="text-20-9">
            <a:extLst xmlns:a="http://schemas.openxmlformats.org/drawingml/2006/main">
              <a:ext uri="{FF2B5EF4-FFF2-40B4-BE49-F238E27FC236}">
                <a16:creationId xmlns:a16="http://schemas.microsoft.com/office/drawing/2014/main" id="{C34E4B86-6D7D-4248-AF82-6D2ED2AFCEE0}"/>
              </a:ext>
            </a:extLst>
          </p:cNvPr>
          <p:cNvSpPr>
            <a:spLocks xmlns:a="http://schemas.openxmlformats.org/drawingml/2006/main" noGrp="1"/>
          </p:cNvSpPr>
          <p:nvPr/>
        </p:nvSpPr>
        <p:spPr>
          <a:xfrm xmlns:a="http://schemas.openxmlformats.org/drawingml/2006/main">
            <a:off x="532209" y="3666020"/>
            <a:ext cx="1526222" cy="20538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94" b="1" i="0">
                <a:solidFill>
                  <a:srgbClr val="DC0A1E"/>
                </a:solidFill>
                <a:latin typeface="Arial"/>
                <a:ea typeface="Arial"/>
                <a:cs typeface="Arial"/>
              </a:defRPr>
            </a:defPPr>
          </a:lstStyle>
          <a:p xmlns:a="http://schemas.openxmlformats.org/drawingml/2006/main">
            <a:pPr>
              <a:defRPr sz="1294" b="1" i="0">
                <a:solidFill>
                  <a:srgbClr val="DC0A1E"/>
                </a:solidFill>
                <a:latin typeface="Arial"/>
                <a:ea typeface="Arial"/>
                <a:cs typeface="Arial"/>
              </a:defRPr>
            </a:pPr>
            <a:r>
              <a:rPr sz="1294" b="1" i="0">
                <a:solidFill>
                  <a:srgbClr val="DC0A1E"/>
                </a:solidFill>
                <a:latin typeface="Arial"/>
                <a:ea typeface="Arial"/>
                <a:cs typeface="Arial"/>
              </a:rPr>
              <a:t>Modelo económico</a:t>
            </a:r>
          </a:p>
        </p:txBody>
      </p:sp>
      <p:sp>
        <p:nvSpPr>
          <p:cNvPr id="12" name="text-20-10">
            <a:extLst xmlns:a="http://schemas.openxmlformats.org/drawingml/2006/main">
              <a:ext uri="{FF2B5EF4-FFF2-40B4-BE49-F238E27FC236}">
                <a16:creationId xmlns:a16="http://schemas.microsoft.com/office/drawing/2014/main" id="{6A88F1D0-B734-4100-8982-5C41C4C6E41D}"/>
              </a:ext>
            </a:extLst>
          </p:cNvPr>
          <p:cNvSpPr>
            <a:spLocks xmlns:a="http://schemas.openxmlformats.org/drawingml/2006/main" noGrp="1"/>
          </p:cNvSpPr>
          <p:nvPr/>
        </p:nvSpPr>
        <p:spPr>
          <a:xfrm xmlns:a="http://schemas.openxmlformats.org/drawingml/2006/main">
            <a:off x="2732484" y="3666020"/>
            <a:ext cx="4928843" cy="20538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94" b="0" i="0">
                <a:solidFill>
                  <a:srgbClr val="0B0B0B"/>
                </a:solidFill>
                <a:latin typeface="Arial"/>
                <a:ea typeface="Arial"/>
                <a:cs typeface="Arial"/>
              </a:defRPr>
            </a:defPPr>
          </a:lstStyle>
          <a:p xmlns:a="http://schemas.openxmlformats.org/drawingml/2006/main">
            <a:pPr>
              <a:defRPr sz="1294" b="0" i="0">
                <a:solidFill>
                  <a:srgbClr val="0B0B0B"/>
                </a:solidFill>
                <a:latin typeface="Arial"/>
                <a:ea typeface="Arial"/>
                <a:cs typeface="Arial"/>
              </a:defRPr>
            </a:pPr>
            <a:r>
              <a:rPr sz="1294" b="0" i="0">
                <a:solidFill>
                  <a:srgbClr val="0B0B0B"/>
                </a:solidFill>
                <a:latin typeface="Arial"/>
                <a:ea typeface="Arial"/>
                <a:cs typeface="Arial"/>
              </a:rPr>
              <a:t>Plantilla 6 + 3. Sueldos y demanda fuera de horario son supuestos.</a:t>
            </a:r>
          </a:p>
        </p:txBody>
      </p:sp>
      <p:sp>
        <p:nvSpPr>
          <p:cNvPr id="13" name="text-20-11">
            <a:extLst xmlns:a="http://schemas.openxmlformats.org/drawingml/2006/main">
              <a:ext uri="{FF2B5EF4-FFF2-40B4-BE49-F238E27FC236}">
                <a16:creationId xmlns:a16="http://schemas.microsoft.com/office/drawing/2014/main" id="{B678FDFE-CC34-4975-9384-7ADC7A27A58B}"/>
              </a:ext>
            </a:extLst>
          </p:cNvPr>
          <p:cNvSpPr>
            <a:spLocks xmlns:a="http://schemas.openxmlformats.org/drawingml/2006/main" noGrp="1"/>
          </p:cNvSpPr>
          <p:nvPr/>
        </p:nvSpPr>
        <p:spPr>
          <a:xfrm xmlns:a="http://schemas.openxmlformats.org/drawingml/2006/main">
            <a:off x="532209" y="4178340"/>
            <a:ext cx="1348380" cy="17859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125" b="0" i="0">
                <a:solidFill>
                  <a:srgbClr val="0B0B0B"/>
                </a:solidFill>
                <a:latin typeface="Arial"/>
                <a:ea typeface="Arial"/>
                <a:cs typeface="Arial"/>
              </a:defRPr>
            </a:defPPr>
          </a:lstStyle>
          <a:p xmlns:a="http://schemas.openxmlformats.org/drawingml/2006/main">
            <a:pPr>
              <a:defRPr sz="1125" b="0" i="0">
                <a:solidFill>
                  <a:srgbClr val="0B0B0B"/>
                </a:solidFill>
                <a:latin typeface="Arial"/>
                <a:ea typeface="Arial"/>
                <a:cs typeface="Arial"/>
              </a:defRPr>
            </a:pPr>
            <a:r>
              <a:rPr sz="1125" b="0" i="0">
                <a:solidFill>
                  <a:srgbClr val="0B0B0B"/>
                </a:solidFill>
                <a:latin typeface="Arial"/>
                <a:ea typeface="Arial"/>
                <a:cs typeface="Arial"/>
              </a:rPr>
              <a:t>Volver al diagnóstico</a:t>
            </a:r>
          </a:p>
        </p:txBody>
      </p:sp>
      <p:sp>
        <p:nvSpPr>
          <p:cNvPr id="14" name="text-20-12">
            <a:extLst xmlns:a="http://schemas.openxmlformats.org/drawingml/2006/main">
              <a:ext uri="{FF2B5EF4-FFF2-40B4-BE49-F238E27FC236}">
                <a16:creationId xmlns:a16="http://schemas.microsoft.com/office/drawing/2014/main" id="{245C5E9D-A80F-43F2-AEF9-0D1DD98A086E}"/>
              </a:ext>
            </a:extLst>
          </p:cNvPr>
          <p:cNvSpPr>
            <a:spLocks xmlns:a="http://schemas.openxmlformats.org/drawingml/2006/main" noGrp="1"/>
          </p:cNvSpPr>
          <p:nvPr/>
        </p:nvSpPr>
        <p:spPr>
          <a:xfrm xmlns:a="http://schemas.openxmlformats.org/drawingml/2006/main">
            <a:off x="532209" y="4923697"/>
            <a:ext cx="1120674"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0B0B0B"/>
                </a:solidFill>
                <a:latin typeface="Arial"/>
                <a:ea typeface="Arial"/>
                <a:cs typeface="Arial"/>
              </a:defRPr>
            </a:defPPr>
          </a:lstStyle>
          <a:p xmlns:a="http://schemas.openxmlformats.org/drawingml/2006/main">
            <a:pPr>
              <a:defRPr sz="731" b="1" i="0">
                <a:solidFill>
                  <a:srgbClr val="0B0B0B"/>
                </a:solidFill>
                <a:latin typeface="Arial"/>
                <a:ea typeface="Arial"/>
                <a:cs typeface="Arial"/>
              </a:defRPr>
            </a:pPr>
            <a:r>
              <a:rPr sz="731" b="1" i="0">
                <a:solidFill>
                  <a:srgbClr val="0B0B0B"/>
                </a:solidFill>
                <a:latin typeface="Arial"/>
                <a:ea typeface="Arial"/>
                <a:cs typeface="Arial"/>
              </a:rPr>
              <a:t>ANEXOS / OMNI by 5.5</a:t>
            </a:r>
          </a:p>
        </p:txBody>
      </p:sp>
      <p:sp>
        <p:nvSpPr>
          <p:cNvPr id="15" name="text-20-13">
            <a:extLst xmlns:a="http://schemas.openxmlformats.org/drawingml/2006/main">
              <a:ext uri="{FF2B5EF4-FFF2-40B4-BE49-F238E27FC236}">
                <a16:creationId xmlns:a16="http://schemas.microsoft.com/office/drawing/2014/main" id="{F714DB69-1ED0-4517-91D5-4191655BD830}"/>
              </a:ext>
            </a:extLst>
          </p:cNvPr>
          <p:cNvSpPr>
            <a:spLocks xmlns:a="http://schemas.openxmlformats.org/drawingml/2006/main" noGrp="1"/>
          </p:cNvSpPr>
          <p:nvPr/>
        </p:nvSpPr>
        <p:spPr>
          <a:xfrm xmlns:a="http://schemas.openxmlformats.org/drawingml/2006/main">
            <a:off x="8446257" y="4923697"/>
            <a:ext cx="377893"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0B0B0B"/>
                </a:solidFill>
                <a:latin typeface="Arial"/>
                <a:ea typeface="Arial"/>
                <a:cs typeface="Arial"/>
              </a:defRPr>
            </a:defPPr>
          </a:lstStyle>
          <a:p xmlns:a="http://schemas.openxmlformats.org/drawingml/2006/main">
            <a:pPr>
              <a:defRPr sz="731" b="1" i="0">
                <a:solidFill>
                  <a:srgbClr val="0B0B0B"/>
                </a:solidFill>
                <a:latin typeface="Arial"/>
                <a:ea typeface="Arial"/>
                <a:cs typeface="Arial"/>
              </a:defRPr>
            </a:pPr>
            <a:r>
              <a:rPr sz="731" b="1" i="0">
                <a:solidFill>
                  <a:srgbClr val="0B0B0B"/>
                </a:solidFill>
                <a:latin typeface="Arial"/>
                <a:ea typeface="Arial"/>
                <a:cs typeface="Arial"/>
              </a:rPr>
              <a:t>20 / 5.5</a:t>
            </a:r>
          </a:p>
        </p:txBody>
      </p:sp>
    </p:spTree>
    <p:extLst>
      <p:ext uri="{BB962C8B-B14F-4D97-AF65-F5344CB8AC3E}">
        <p14:creationId xmlns:p14="http://schemas.microsoft.com/office/powerpoint/2010/main" val="1679140511"/>
      </p:ext>
    </p:extLst>
  </p:cSld>
</p:sld>
</file>

<file path=ppt/slides/slide21.xml><?xml version="1.0" encoding="utf-8"?>
<p:sld xmlns:p="http://schemas.openxmlformats.org/presentationml/2006/main">
  <p:cSld>
    <p:spTree>
      <p:nvGrpSpPr>
        <p:cNvPr id="1" name=""/>
        <p:cNvGrpSpPr/>
        <p:nvPr/>
      </p:nvGrpSpPr>
      <p:grpSpPr>
        <a:xfrm xmlns:a="http://schemas.openxmlformats.org/drawingml/2006/main"/>
      </p:grpSpPr>
      <p:pic>
        <p:nvPicPr>
          <p:cNvPr id="9" name="">
            <a:extLst xmlns:a="http://schemas.openxmlformats.org/drawingml/2006/main">
              <a:ext uri="{FF2B5EF4-FFF2-40B4-BE49-F238E27FC236}">
                <a16:creationId xmlns:a16="http://schemas.microsoft.com/office/drawing/2014/main" id="{FC4EFA7F-ECAA-4BE5-83ED-24985FBB5539}"/>
              </a:ext>
            </a:extLst>
          </p:cNvPr>
          <p:cNvPicPr>
            <a:picLocks xmlns:a="http://schemas.openxmlformats.org/drawingml/2006/main" noChangeAspect="1"/>
          </p:cNvPicPr>
          <p:nvPr/>
        </p:nvPicPr>
        <p:blipFill>
          <a:blip xmlns:r="http://schemas.openxmlformats.org/officeDocument/2006/relationships" xmlns:a="http://schemas.openxmlformats.org/drawingml/2006/main" r:embed="R3dfb70eb44e64926"/>
          <a:stretch xmlns:a="http://schemas.openxmlformats.org/drawingml/2006/main"/>
        </p:blipFill>
        <p:spPr>
          <a:xfrm xmlns:a="http://schemas.openxmlformats.org/drawingml/2006/main">
            <a:off x="0" y="0"/>
            <a:ext cx="9324594" cy="5248656"/>
          </a:xfrm>
          <a:prstGeom xmlns:a="http://schemas.openxmlformats.org/drawingml/2006/main" prst="rect">
            <a:avLst/>
          </a:prstGeom>
        </p:spPr>
      </p:pic>
      <p:sp>
        <p:nvSpPr>
          <p:cNvPr id="2" name="text-21-0">
            <a:extLst xmlns:a="http://schemas.openxmlformats.org/drawingml/2006/main">
              <a:ext uri="{FF2B5EF4-FFF2-40B4-BE49-F238E27FC236}">
                <a16:creationId xmlns:a16="http://schemas.microsoft.com/office/drawing/2014/main" id="{7FD2EEDF-4F85-41A1-82A2-959FA584430C}"/>
              </a:ext>
            </a:extLst>
          </p:cNvPr>
          <p:cNvSpPr>
            <a:spLocks xmlns:a="http://schemas.openxmlformats.org/drawingml/2006/main" noGrp="1"/>
          </p:cNvSpPr>
          <p:nvPr/>
        </p:nvSpPr>
        <p:spPr>
          <a:xfrm xmlns:a="http://schemas.openxmlformats.org/drawingml/2006/main">
            <a:off x="532209" y="382979"/>
            <a:ext cx="2125691" cy="1518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956" b="1" i="0">
                <a:solidFill>
                  <a:srgbClr val="0B0B0B"/>
                </a:solidFill>
                <a:latin typeface="Arial"/>
                <a:ea typeface="Arial"/>
                <a:cs typeface="Arial"/>
              </a:defRPr>
            </a:defPPr>
          </a:lstStyle>
          <a:p xmlns:a="http://schemas.openxmlformats.org/drawingml/2006/main">
            <a:pPr>
              <a:defRPr sz="956" b="1" i="0">
                <a:solidFill>
                  <a:srgbClr val="0B0B0B"/>
                </a:solidFill>
                <a:latin typeface="Arial"/>
                <a:ea typeface="Arial"/>
                <a:cs typeface="Arial"/>
              </a:defRPr>
            </a:pPr>
            <a:r>
              <a:rPr sz="956" b="1" i="0">
                <a:solidFill>
                  <a:srgbClr val="0B0B0B"/>
                </a:solidFill>
                <a:latin typeface="Arial"/>
                <a:ea typeface="Arial"/>
                <a:cs typeface="Arial"/>
              </a:rPr>
              <a:t>ANEXO D / PRÓXIMOS PASOS</a:t>
            </a:r>
          </a:p>
        </p:txBody>
      </p:sp>
      <p:sp>
        <p:nvSpPr>
          <p:cNvPr id="3" name="text-21-1">
            <a:extLst xmlns:a="http://schemas.openxmlformats.org/drawingml/2006/main">
              <a:ext uri="{FF2B5EF4-FFF2-40B4-BE49-F238E27FC236}">
                <a16:creationId xmlns:a16="http://schemas.microsoft.com/office/drawing/2014/main" id="{C9AE5988-7977-4E47-B157-5791E4654868}"/>
              </a:ext>
            </a:extLst>
          </p:cNvPr>
          <p:cNvSpPr>
            <a:spLocks xmlns:a="http://schemas.openxmlformats.org/drawingml/2006/main" noGrp="1"/>
          </p:cNvSpPr>
          <p:nvPr/>
        </p:nvSpPr>
        <p:spPr>
          <a:xfrm xmlns:a="http://schemas.openxmlformats.org/drawingml/2006/main">
            <a:off x="532209" y="681782"/>
            <a:ext cx="4391741"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3600" b="0" i="0">
                <a:solidFill>
                  <a:srgbClr val="0B0B0B"/>
                </a:solidFill>
                <a:latin typeface="Impact"/>
                <a:ea typeface="Impact"/>
                <a:cs typeface="Impact"/>
              </a:defRPr>
            </a:defPPr>
          </a:lstStyle>
          <a:p xmlns:a="http://schemas.openxmlformats.org/drawingml/2006/main">
            <a:pPr>
              <a:defRPr sz="3600" b="0" i="0">
                <a:solidFill>
                  <a:srgbClr val="0B0B0B"/>
                </a:solidFill>
                <a:latin typeface="Impact"/>
                <a:ea typeface="Impact"/>
                <a:cs typeface="Impact"/>
              </a:defRPr>
            </a:pPr>
            <a:r>
              <a:rPr sz="3600" b="0" i="0">
                <a:solidFill>
                  <a:srgbClr val="0B0B0B"/>
                </a:solidFill>
                <a:latin typeface="Impact"/>
                <a:ea typeface="Impact"/>
                <a:cs typeface="Impact"/>
              </a:rPr>
              <a:t>QUÉ MÁS PODEMOS HACER</a:t>
            </a:r>
          </a:p>
        </p:txBody>
      </p:sp>
      <p:sp>
        <p:nvSpPr>
          <p:cNvPr id="4" name="text-21-2">
            <a:extLst xmlns:a="http://schemas.openxmlformats.org/drawingml/2006/main">
              <a:ext uri="{FF2B5EF4-FFF2-40B4-BE49-F238E27FC236}">
                <a16:creationId xmlns:a16="http://schemas.microsoft.com/office/drawing/2014/main" id="{479A74A1-1628-4D2E-BC3C-242D84CEA7AB}"/>
              </a:ext>
            </a:extLst>
          </p:cNvPr>
          <p:cNvSpPr>
            <a:spLocks xmlns:a="http://schemas.openxmlformats.org/drawingml/2006/main" noGrp="1"/>
          </p:cNvSpPr>
          <p:nvPr/>
        </p:nvSpPr>
        <p:spPr>
          <a:xfrm xmlns:a="http://schemas.openxmlformats.org/drawingml/2006/main">
            <a:off x="532209" y="1146125"/>
            <a:ext cx="1905737"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3600" b="0" i="0">
                <a:solidFill>
                  <a:srgbClr val="0B0B0B"/>
                </a:solidFill>
                <a:latin typeface="Impact"/>
                <a:ea typeface="Impact"/>
                <a:cs typeface="Impact"/>
              </a:defRPr>
            </a:defPPr>
          </a:lstStyle>
          <a:p xmlns:a="http://schemas.openxmlformats.org/drawingml/2006/main">
            <a:pPr>
              <a:defRPr sz="3600" b="0" i="0">
                <a:solidFill>
                  <a:srgbClr val="0B0B0B"/>
                </a:solidFill>
                <a:latin typeface="Impact"/>
                <a:ea typeface="Impact"/>
                <a:cs typeface="Impact"/>
              </a:defRPr>
            </a:pPr>
            <a:r>
              <a:rPr sz="3600" b="0" i="0">
                <a:solidFill>
                  <a:srgbClr val="0B0B0B"/>
                </a:solidFill>
                <a:latin typeface="Impact"/>
                <a:ea typeface="Impact"/>
                <a:cs typeface="Impact"/>
              </a:rPr>
              <a:t>Y PARA QUÉ</a:t>
            </a:r>
          </a:p>
        </p:txBody>
      </p:sp>
      <p:sp>
        <p:nvSpPr>
          <p:cNvPr id="5" name="text-21-3">
            <a:extLst xmlns:a="http://schemas.openxmlformats.org/drawingml/2006/main">
              <a:ext uri="{FF2B5EF4-FFF2-40B4-BE49-F238E27FC236}">
                <a16:creationId xmlns:a16="http://schemas.microsoft.com/office/drawing/2014/main" id="{ECEDABAC-69D5-4293-9308-146B362CE009}"/>
              </a:ext>
            </a:extLst>
          </p:cNvPr>
          <p:cNvSpPr>
            <a:spLocks xmlns:a="http://schemas.openxmlformats.org/drawingml/2006/main" noGrp="1"/>
          </p:cNvSpPr>
          <p:nvPr/>
        </p:nvSpPr>
        <p:spPr>
          <a:xfrm xmlns:a="http://schemas.openxmlformats.org/drawingml/2006/main">
            <a:off x="532209" y="4614109"/>
            <a:ext cx="1594411" cy="17859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125" b="0" i="0">
                <a:solidFill>
                  <a:srgbClr val="0B0B0B"/>
                </a:solidFill>
                <a:latin typeface="Arial"/>
                <a:ea typeface="Arial"/>
                <a:cs typeface="Arial"/>
              </a:defRPr>
            </a:defPPr>
          </a:lstStyle>
          <a:p xmlns:a="http://schemas.openxmlformats.org/drawingml/2006/main">
            <a:pPr>
              <a:defRPr sz="1125" b="0" i="0">
                <a:solidFill>
                  <a:srgbClr val="0B0B0B"/>
                </a:solidFill>
                <a:latin typeface="Arial"/>
                <a:ea typeface="Arial"/>
                <a:cs typeface="Arial"/>
              </a:defRPr>
            </a:pPr>
            <a:r>
              <a:rPr sz="1125" b="0" i="0">
                <a:solidFill>
                  <a:srgbClr val="0B0B0B"/>
                </a:solidFill>
                <a:latin typeface="Arial"/>
                <a:ea typeface="Arial"/>
                <a:cs typeface="Arial"/>
              </a:rPr>
              <a:t>Volver a próximos pasos</a:t>
            </a:r>
          </a:p>
        </p:txBody>
      </p:sp>
      <p:sp>
        <p:nvSpPr>
          <p:cNvPr id="6" name="text-21-4">
            <a:extLst xmlns:a="http://schemas.openxmlformats.org/drawingml/2006/main">
              <a:ext uri="{FF2B5EF4-FFF2-40B4-BE49-F238E27FC236}">
                <a16:creationId xmlns:a16="http://schemas.microsoft.com/office/drawing/2014/main" id="{E9B89960-37A3-40C7-A1A8-3DC00A8D9538}"/>
              </a:ext>
            </a:extLst>
          </p:cNvPr>
          <p:cNvSpPr>
            <a:spLocks xmlns:a="http://schemas.openxmlformats.org/drawingml/2006/main" noGrp="1"/>
          </p:cNvSpPr>
          <p:nvPr/>
        </p:nvSpPr>
        <p:spPr>
          <a:xfrm xmlns:a="http://schemas.openxmlformats.org/drawingml/2006/main">
            <a:off x="532209" y="4923697"/>
            <a:ext cx="1120674"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0B0B0B"/>
                </a:solidFill>
                <a:latin typeface="Arial"/>
                <a:ea typeface="Arial"/>
                <a:cs typeface="Arial"/>
              </a:defRPr>
            </a:defPPr>
          </a:lstStyle>
          <a:p xmlns:a="http://schemas.openxmlformats.org/drawingml/2006/main">
            <a:pPr>
              <a:defRPr sz="731" b="1" i="0">
                <a:solidFill>
                  <a:srgbClr val="0B0B0B"/>
                </a:solidFill>
                <a:latin typeface="Arial"/>
                <a:ea typeface="Arial"/>
                <a:cs typeface="Arial"/>
              </a:defRPr>
            </a:pPr>
            <a:r>
              <a:rPr sz="731" b="1" i="0">
                <a:solidFill>
                  <a:srgbClr val="0B0B0B"/>
                </a:solidFill>
                <a:latin typeface="Arial"/>
                <a:ea typeface="Arial"/>
                <a:cs typeface="Arial"/>
              </a:rPr>
              <a:t>ANEXOS / OMNI by 5.5</a:t>
            </a:r>
          </a:p>
        </p:txBody>
      </p:sp>
      <p:sp>
        <p:nvSpPr>
          <p:cNvPr id="7" name="text-21-5">
            <a:extLst xmlns:a="http://schemas.openxmlformats.org/drawingml/2006/main">
              <a:ext uri="{FF2B5EF4-FFF2-40B4-BE49-F238E27FC236}">
                <a16:creationId xmlns:a16="http://schemas.microsoft.com/office/drawing/2014/main" id="{47824CB8-AC8C-4893-BC46-1A397C07335B}"/>
              </a:ext>
            </a:extLst>
          </p:cNvPr>
          <p:cNvSpPr>
            <a:spLocks xmlns:a="http://schemas.openxmlformats.org/drawingml/2006/main" noGrp="1"/>
          </p:cNvSpPr>
          <p:nvPr/>
        </p:nvSpPr>
        <p:spPr>
          <a:xfrm xmlns:a="http://schemas.openxmlformats.org/drawingml/2006/main">
            <a:off x="8446257" y="4923697"/>
            <a:ext cx="377893"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0B0B0B"/>
                </a:solidFill>
                <a:latin typeface="Arial"/>
                <a:ea typeface="Arial"/>
                <a:cs typeface="Arial"/>
              </a:defRPr>
            </a:defPPr>
          </a:lstStyle>
          <a:p xmlns:a="http://schemas.openxmlformats.org/drawingml/2006/main">
            <a:pPr>
              <a:defRPr sz="731" b="1" i="0">
                <a:solidFill>
                  <a:srgbClr val="0B0B0B"/>
                </a:solidFill>
                <a:latin typeface="Arial"/>
                <a:ea typeface="Arial"/>
                <a:cs typeface="Arial"/>
              </a:defRPr>
            </a:pPr>
            <a:r>
              <a:rPr sz="731" b="1" i="0">
                <a:solidFill>
                  <a:srgbClr val="0B0B0B"/>
                </a:solidFill>
                <a:latin typeface="Arial"/>
                <a:ea typeface="Arial"/>
                <a:cs typeface="Arial"/>
              </a:rPr>
              <a:t>21 / 5.5</a:t>
            </a:r>
          </a:p>
        </p:txBody>
      </p:sp>
      <p:graphicFrame>
        <p:nvGraphicFramePr>
          <p:cNvPr id="8" name="">
            <a:extLst xmlns:a="http://schemas.openxmlformats.org/drawingml/2006/main">
              <a:ext uri="{FF2B5EF4-FFF2-40B4-BE49-F238E27FC236}">
                <a16:creationId xmlns:a16="http://schemas.microsoft.com/office/drawing/2014/main" id="{CC65A877-400D-483F-8C2F-E0F9677E29AC}"/>
              </a:ext>
            </a:extLst>
          </p:cNvPr>
          <p:cNvGraphicFramePr/>
          <p:nvPr/>
        </p:nvGraphicFramePr>
        <p:xfrm>
          <a:off xmlns:a="http://schemas.openxmlformats.org/drawingml/2006/main" x="532209" y="1842334"/>
          <a:ext xmlns:a="http://schemas.openxmlformats.org/drawingml/2006/main" cx="8261747" cy="2620963"/>
        </p:xfrm>
        <a:graphic xmlns:a="http://schemas.openxmlformats.org/drawingml/2006/main">
          <a:graphicData uri="http://schemas.openxmlformats.org/drawingml/2006/table">
            <a:tbl>
              <a:tblPr/>
              <a:tblGrid>
                <a:gridCol w="1724025"/>
                <a:gridCol w="3093355"/>
                <a:gridCol w="3444367"/>
              </a:tblGrid>
              <a:tr h="436827">
                <a:tc>
                  <a:txBody>
                    <a:bodyPr/>
                    <a:lstStyle/>
                    <a:p>
                      <a:r>
                        <a:rPr sz="1050" b="1">
                          <a:solidFill>
                            <a:srgbClr val="FFFFFF"/>
                          </a:solidFill>
                          <a:latin typeface="Arial"/>
                          <a:ea typeface="Arial"/>
                          <a:cs typeface="Arial"/>
                        </a:rPr>
                        <a:t>Ampliación</a:t>
                      </a:r>
                    </a:p>
                  </a:txBody>
                  <a:tcPr marL="95250" marR="95250" marT="66675" marB="66675">
                    <a:lnL w="4763">
                      <a:solidFill>
                        <a:srgbClr val="D0CBC4"/>
                      </a:solidFill>
                      <a:prstDash val="solid"/>
                    </a:lnL>
                    <a:lnR w="4763">
                      <a:solidFill>
                        <a:srgbClr val="D0CBC4"/>
                      </a:solidFill>
                      <a:prstDash val="solid"/>
                    </a:lnR>
                    <a:lnT w="4763">
                      <a:solidFill>
                        <a:srgbClr val="D0CBC4"/>
                      </a:solidFill>
                      <a:prstDash val="solid"/>
                    </a:lnT>
                    <a:lnB w="4763">
                      <a:solidFill>
                        <a:srgbClr val="D0CBC4"/>
                      </a:solidFill>
                      <a:prstDash val="solid"/>
                    </a:lnB>
                    <a:solidFill>
                      <a:srgbClr val="DC0A1E"/>
                    </a:solidFill>
                  </a:tcPr>
                </a:tc>
                <a:tc>
                  <a:txBody>
                    <a:bodyPr/>
                    <a:lstStyle/>
                    <a:p>
                      <a:r>
                        <a:rPr sz="1050" b="1">
                          <a:solidFill>
                            <a:srgbClr val="FFFFFF"/>
                          </a:solidFill>
                          <a:latin typeface="Arial"/>
                          <a:ea typeface="Arial"/>
                          <a:cs typeface="Arial"/>
                        </a:rPr>
                        <a:t>Valor esperado</a:t>
                      </a:r>
                    </a:p>
                  </a:txBody>
                  <a:tcPr marL="95250" marR="95250" marT="66675" marB="66675">
                    <a:lnR w="4763">
                      <a:solidFill>
                        <a:srgbClr val="D0CBC4"/>
                      </a:solidFill>
                      <a:prstDash val="solid"/>
                    </a:lnR>
                    <a:lnT w="4763">
                      <a:solidFill>
                        <a:srgbClr val="D0CBC4"/>
                      </a:solidFill>
                      <a:prstDash val="solid"/>
                    </a:lnT>
                    <a:lnB w="4763">
                      <a:solidFill>
                        <a:srgbClr val="D0CBC4"/>
                      </a:solidFill>
                      <a:prstDash val="solid"/>
                    </a:lnB>
                    <a:solidFill>
                      <a:srgbClr val="DC0A1E"/>
                    </a:solidFill>
                  </a:tcPr>
                </a:tc>
                <a:tc>
                  <a:txBody>
                    <a:bodyPr/>
                    <a:lstStyle/>
                    <a:p>
                      <a:r>
                        <a:rPr sz="1050" b="1">
                          <a:solidFill>
                            <a:srgbClr val="FFFFFF"/>
                          </a:solidFill>
                          <a:latin typeface="Arial"/>
                          <a:ea typeface="Arial"/>
                          <a:cs typeface="Arial"/>
                        </a:rPr>
                        <a:t>Condición</a:t>
                      </a:r>
                    </a:p>
                  </a:txBody>
                  <a:tcPr marL="95250" marR="95250" marT="66675" marB="66675">
                    <a:lnR w="4763">
                      <a:solidFill>
                        <a:srgbClr val="D0CBC4"/>
                      </a:solidFill>
                      <a:prstDash val="solid"/>
                    </a:lnR>
                    <a:lnT w="4763">
                      <a:solidFill>
                        <a:srgbClr val="D0CBC4"/>
                      </a:solidFill>
                      <a:prstDash val="solid"/>
                    </a:lnT>
                    <a:lnB w="4763">
                      <a:solidFill>
                        <a:srgbClr val="D0CBC4"/>
                      </a:solidFill>
                      <a:prstDash val="solid"/>
                    </a:lnB>
                    <a:solidFill>
                      <a:srgbClr val="DC0A1E"/>
                    </a:solidFill>
                  </a:tcPr>
                </a:tc>
              </a:tr>
              <a:tr h="436827">
                <a:tc>
                  <a:txBody>
                    <a:bodyPr/>
                    <a:lstStyle/>
                    <a:p>
                      <a:r>
                        <a:rPr sz="1050">
                          <a:solidFill>
                            <a:srgbClr val="0B0B0B"/>
                          </a:solidFill>
                          <a:latin typeface="Arial"/>
                          <a:ea typeface="Arial"/>
                          <a:cs typeface="Arial"/>
                        </a:rPr>
                        <a:t>Bot + asesor humano</a:t>
                      </a:r>
                    </a:p>
                  </a:txBody>
                  <a:tcPr marL="95250" marR="95250" marT="66675" marB="66675">
                    <a:lnL w="4763">
                      <a:solidFill>
                        <a:srgbClr val="D0CBC4"/>
                      </a:solidFill>
                      <a:prstDash val="solid"/>
                    </a:lnL>
                    <a:lnR w="4763">
                      <a:solidFill>
                        <a:srgbClr val="D0CBC4"/>
                      </a:solidFill>
                      <a:prstDash val="solid"/>
                    </a:lnR>
                    <a:lnB w="4763">
                      <a:solidFill>
                        <a:srgbClr val="D0CBC4"/>
                      </a:solidFill>
                      <a:prstDash val="solid"/>
                    </a:lnB>
                    <a:solidFill>
                      <a:srgbClr val="F5F0E8"/>
                    </a:solidFill>
                  </a:tcPr>
                </a:tc>
                <a:tc>
                  <a:txBody>
                    <a:bodyPr/>
                    <a:lstStyle/>
                    <a:p>
                      <a:r>
                        <a:rPr sz="1050">
                          <a:solidFill>
                            <a:srgbClr val="0B0B0B"/>
                          </a:solidFill>
                          <a:latin typeface="Arial"/>
                          <a:ea typeface="Arial"/>
                          <a:cs typeface="Arial"/>
                        </a:rPr>
                        <a:t>Continuar casos complejos con contexto</a:t>
                      </a:r>
                    </a:p>
                  </a:txBody>
                  <a:tcPr marL="95250" marR="95250" marT="66675" marB="66675">
                    <a:lnR w="4763">
                      <a:solidFill>
                        <a:srgbClr val="D0CBC4"/>
                      </a:solidFill>
                      <a:prstDash val="solid"/>
                    </a:lnR>
                    <a:lnB w="4763">
                      <a:solidFill>
                        <a:srgbClr val="D0CBC4"/>
                      </a:solidFill>
                      <a:prstDash val="solid"/>
                    </a:lnB>
                    <a:solidFill>
                      <a:srgbClr val="F5F0E8"/>
                    </a:solidFill>
                  </a:tcPr>
                </a:tc>
                <a:tc>
                  <a:txBody>
                    <a:bodyPr/>
                    <a:lstStyle/>
                    <a:p>
                      <a:r>
                        <a:rPr sz="1050">
                          <a:solidFill>
                            <a:srgbClr val="0B0B0B"/>
                          </a:solidFill>
                          <a:latin typeface="Arial"/>
                          <a:ea typeface="Arial"/>
                          <a:cs typeface="Arial"/>
                        </a:rPr>
                        <a:t>Bandeja, responsables y tiempos de atención</a:t>
                      </a:r>
                    </a:p>
                  </a:txBody>
                  <a:tcPr marL="95250" marR="95250" marT="66675" marB="66675">
                    <a:lnR w="4763">
                      <a:solidFill>
                        <a:srgbClr val="D0CBC4"/>
                      </a:solidFill>
                      <a:prstDash val="solid"/>
                    </a:lnR>
                    <a:lnB w="4763">
                      <a:solidFill>
                        <a:srgbClr val="D0CBC4"/>
                      </a:solidFill>
                      <a:prstDash val="solid"/>
                    </a:lnB>
                    <a:solidFill>
                      <a:srgbClr val="F5F0E8"/>
                    </a:solidFill>
                  </a:tcPr>
                </a:tc>
              </a:tr>
              <a:tr h="436827">
                <a:tc>
                  <a:txBody>
                    <a:bodyPr/>
                    <a:lstStyle/>
                    <a:p>
                      <a:r>
                        <a:rPr sz="1050">
                          <a:solidFill>
                            <a:srgbClr val="0B0B0B"/>
                          </a:solidFill>
                          <a:latin typeface="Arial"/>
                          <a:ea typeface="Arial"/>
                          <a:cs typeface="Arial"/>
                        </a:rPr>
                        <a:t>CRM + seguimiento con IA</a:t>
                      </a:r>
                    </a:p>
                  </a:txBody>
                  <a:tcPr marL="95250" marR="95250" marT="66675" marB="66675">
                    <a:lnL w="4763">
                      <a:solidFill>
                        <a:srgbClr val="D0CBC4"/>
                      </a:solidFill>
                      <a:prstDash val="solid"/>
                    </a:lnL>
                    <a:lnR w="4763">
                      <a:solidFill>
                        <a:srgbClr val="D0CBC4"/>
                      </a:solidFill>
                      <a:prstDash val="solid"/>
                    </a:lnR>
                    <a:lnB w="4763">
                      <a:solidFill>
                        <a:srgbClr val="D0CBC4"/>
                      </a:solidFill>
                      <a:prstDash val="solid"/>
                    </a:lnB>
                    <a:solidFill>
                      <a:srgbClr val="F5F0E8"/>
                    </a:solidFill>
                  </a:tcPr>
                </a:tc>
                <a:tc>
                  <a:txBody>
                    <a:bodyPr/>
                    <a:lstStyle/>
                    <a:p>
                      <a:r>
                        <a:rPr sz="1050">
                          <a:solidFill>
                            <a:srgbClr val="0B0B0B"/>
                          </a:solidFill>
                          <a:latin typeface="Arial"/>
                          <a:ea typeface="Arial"/>
                          <a:cs typeface="Arial"/>
                        </a:rPr>
                        <a:t>Entender y probar recuperación</a:t>
                      </a:r>
                    </a:p>
                  </a:txBody>
                  <a:tcPr marL="95250" marR="95250" marT="66675" marB="66675">
                    <a:lnR w="4763">
                      <a:solidFill>
                        <a:srgbClr val="D0CBC4"/>
                      </a:solidFill>
                      <a:prstDash val="solid"/>
                    </a:lnR>
                    <a:lnB w="4763">
                      <a:solidFill>
                        <a:srgbClr val="D0CBC4"/>
                      </a:solidFill>
                      <a:prstDash val="solid"/>
                    </a:lnB>
                    <a:solidFill>
                      <a:srgbClr val="F5F0E8"/>
                    </a:solidFill>
                  </a:tcPr>
                </a:tc>
                <a:tc>
                  <a:txBody>
                    <a:bodyPr/>
                    <a:lstStyle/>
                    <a:p>
                      <a:r>
                        <a:rPr sz="1050">
                          <a:solidFill>
                            <a:srgbClr val="0B0B0B"/>
                          </a:solidFill>
                          <a:latin typeface="Arial"/>
                          <a:ea typeface="Arial"/>
                          <a:cs typeface="Arial"/>
                        </a:rPr>
                        <a:t>Motivos, consentimiento y medición</a:t>
                      </a:r>
                    </a:p>
                  </a:txBody>
                  <a:tcPr marL="95250" marR="95250" marT="66675" marB="66675">
                    <a:lnR w="4763">
                      <a:solidFill>
                        <a:srgbClr val="D0CBC4"/>
                      </a:solidFill>
                      <a:prstDash val="solid"/>
                    </a:lnR>
                    <a:lnB w="4763">
                      <a:solidFill>
                        <a:srgbClr val="D0CBC4"/>
                      </a:solidFill>
                      <a:prstDash val="solid"/>
                    </a:lnB>
                    <a:solidFill>
                      <a:srgbClr val="F5F0E8"/>
                    </a:solidFill>
                  </a:tcPr>
                </a:tc>
              </a:tr>
              <a:tr h="436827">
                <a:tc>
                  <a:txBody>
                    <a:bodyPr/>
                    <a:lstStyle/>
                    <a:p>
                      <a:r>
                        <a:rPr sz="1050">
                          <a:solidFill>
                            <a:srgbClr val="0B0B0B"/>
                          </a:solidFill>
                          <a:latin typeface="Arial"/>
                          <a:ea typeface="Arial"/>
                          <a:cs typeface="Arial"/>
                        </a:rPr>
                        <a:t>Alertas de cotización</a:t>
                      </a:r>
                    </a:p>
                  </a:txBody>
                  <a:tcPr marL="95250" marR="95250" marT="66675" marB="66675">
                    <a:lnL w="4763">
                      <a:solidFill>
                        <a:srgbClr val="D0CBC4"/>
                      </a:solidFill>
                      <a:prstDash val="solid"/>
                    </a:lnL>
                    <a:lnR w="4763">
                      <a:solidFill>
                        <a:srgbClr val="D0CBC4"/>
                      </a:solidFill>
                      <a:prstDash val="solid"/>
                    </a:lnR>
                    <a:lnB w="4763">
                      <a:solidFill>
                        <a:srgbClr val="D0CBC4"/>
                      </a:solidFill>
                      <a:prstDash val="solid"/>
                    </a:lnB>
                    <a:solidFill>
                      <a:srgbClr val="F5F0E8"/>
                    </a:solidFill>
                  </a:tcPr>
                </a:tc>
                <a:tc>
                  <a:txBody>
                    <a:bodyPr/>
                    <a:lstStyle/>
                    <a:p>
                      <a:r>
                        <a:rPr sz="1050">
                          <a:solidFill>
                            <a:srgbClr val="0B0B0B"/>
                          </a:solidFill>
                          <a:latin typeface="Arial"/>
                          <a:ea typeface="Arial"/>
                          <a:cs typeface="Arial"/>
                        </a:rPr>
                        <a:t>Acompañar intención de compra</a:t>
                      </a:r>
                    </a:p>
                  </a:txBody>
                  <a:tcPr marL="95250" marR="95250" marT="66675" marB="66675">
                    <a:lnR w="4763">
                      <a:solidFill>
                        <a:srgbClr val="D0CBC4"/>
                      </a:solidFill>
                      <a:prstDash val="solid"/>
                    </a:lnR>
                    <a:lnB w="4763">
                      <a:solidFill>
                        <a:srgbClr val="D0CBC4"/>
                      </a:solidFill>
                      <a:prstDash val="solid"/>
                    </a:lnB>
                    <a:solidFill>
                      <a:srgbClr val="F5F0E8"/>
                    </a:solidFill>
                  </a:tcPr>
                </a:tc>
                <a:tc>
                  <a:txBody>
                    <a:bodyPr/>
                    <a:lstStyle/>
                    <a:p>
                      <a:r>
                        <a:rPr sz="1050">
                          <a:solidFill>
                            <a:srgbClr val="0B0B0B"/>
                          </a:solidFill>
                          <a:latin typeface="Arial"/>
                          <a:ea typeface="Arial"/>
                          <a:cs typeface="Arial"/>
                        </a:rPr>
                        <a:t>Reglas, vigencia y autorización</a:t>
                      </a:r>
                    </a:p>
                  </a:txBody>
                  <a:tcPr marL="95250" marR="95250" marT="66675" marB="66675">
                    <a:lnR w="4763">
                      <a:solidFill>
                        <a:srgbClr val="D0CBC4"/>
                      </a:solidFill>
                      <a:prstDash val="solid"/>
                    </a:lnR>
                    <a:lnB w="4763">
                      <a:solidFill>
                        <a:srgbClr val="D0CBC4"/>
                      </a:solidFill>
                      <a:prstDash val="solid"/>
                    </a:lnB>
                    <a:solidFill>
                      <a:srgbClr val="F5F0E8"/>
                    </a:solidFill>
                  </a:tcPr>
                </a:tc>
              </a:tr>
              <a:tr h="436827">
                <a:tc>
                  <a:txBody>
                    <a:bodyPr/>
                    <a:lstStyle/>
                    <a:p>
                      <a:r>
                        <a:rPr sz="1050">
                          <a:solidFill>
                            <a:srgbClr val="0B0B0B"/>
                          </a:solidFill>
                          <a:latin typeface="Arial"/>
                          <a:ea typeface="Arial"/>
                          <a:cs typeface="Arial"/>
                        </a:rPr>
                        <a:t>Flow nativo</a:t>
                      </a:r>
                    </a:p>
                  </a:txBody>
                  <a:tcPr marL="95250" marR="95250" marT="66675" marB="66675">
                    <a:lnL w="4763">
                      <a:solidFill>
                        <a:srgbClr val="D0CBC4"/>
                      </a:solidFill>
                      <a:prstDash val="solid"/>
                    </a:lnL>
                    <a:lnR w="4763">
                      <a:solidFill>
                        <a:srgbClr val="D0CBC4"/>
                      </a:solidFill>
                      <a:prstDash val="solid"/>
                    </a:lnR>
                    <a:lnB w="4763">
                      <a:solidFill>
                        <a:srgbClr val="D0CBC4"/>
                      </a:solidFill>
                      <a:prstDash val="solid"/>
                    </a:lnB>
                    <a:solidFill>
                      <a:srgbClr val="F5F0E8"/>
                    </a:solidFill>
                  </a:tcPr>
                </a:tc>
                <a:tc>
                  <a:txBody>
                    <a:bodyPr/>
                    <a:lstStyle/>
                    <a:p>
                      <a:r>
                        <a:rPr sz="1050">
                          <a:solidFill>
                            <a:srgbClr val="0B0B0B"/>
                          </a:solidFill>
                          <a:latin typeface="Arial"/>
                          <a:ea typeface="Arial"/>
                          <a:cs typeface="Arial"/>
                        </a:rPr>
                        <a:t>Recoger datos dentro de WhatsApp</a:t>
                      </a:r>
                    </a:p>
                  </a:txBody>
                  <a:tcPr marL="95250" marR="95250" marT="66675" marB="66675">
                    <a:lnR w="4763">
                      <a:solidFill>
                        <a:srgbClr val="D0CBC4"/>
                      </a:solidFill>
                      <a:prstDash val="solid"/>
                    </a:lnR>
                    <a:lnB w="4763">
                      <a:solidFill>
                        <a:srgbClr val="D0CBC4"/>
                      </a:solidFill>
                      <a:prstDash val="solid"/>
                    </a:lnB>
                    <a:solidFill>
                      <a:srgbClr val="F5F0E8"/>
                    </a:solidFill>
                  </a:tcPr>
                </a:tc>
                <a:tc>
                  <a:txBody>
                    <a:bodyPr/>
                    <a:lstStyle/>
                    <a:p>
                      <a:r>
                        <a:rPr sz="1050">
                          <a:solidFill>
                            <a:srgbClr val="0B0B0B"/>
                          </a:solidFill>
                          <a:latin typeface="Arial"/>
                          <a:ea typeface="Arial"/>
                          <a:cs typeface="Arial"/>
                        </a:rPr>
                        <a:t>Habilitación de Meta y endpoint</a:t>
                      </a:r>
                    </a:p>
                  </a:txBody>
                  <a:tcPr marL="95250" marR="95250" marT="66675" marB="66675">
                    <a:lnR w="4763">
                      <a:solidFill>
                        <a:srgbClr val="D0CBC4"/>
                      </a:solidFill>
                      <a:prstDash val="solid"/>
                    </a:lnR>
                    <a:lnB w="4763">
                      <a:solidFill>
                        <a:srgbClr val="D0CBC4"/>
                      </a:solidFill>
                      <a:prstDash val="solid"/>
                    </a:lnB>
                    <a:solidFill>
                      <a:srgbClr val="F5F0E8"/>
                    </a:solidFill>
                  </a:tcPr>
                </a:tc>
              </a:tr>
              <a:tr h="436827">
                <a:tc>
                  <a:txBody>
                    <a:bodyPr/>
                    <a:lstStyle/>
                    <a:p>
                      <a:r>
                        <a:rPr sz="1050">
                          <a:solidFill>
                            <a:srgbClr val="0B0B0B"/>
                          </a:solidFill>
                          <a:latin typeface="Arial"/>
                          <a:ea typeface="Arial"/>
                          <a:cs typeface="Arial"/>
                        </a:rPr>
                        <a:t>Banco o fintech</a:t>
                      </a:r>
                    </a:p>
                  </a:txBody>
                  <a:tcPr marL="95250" marR="95250" marT="66675" marB="66675">
                    <a:lnL w="4763">
                      <a:solidFill>
                        <a:srgbClr val="D0CBC4"/>
                      </a:solidFill>
                      <a:prstDash val="solid"/>
                    </a:lnL>
                    <a:lnR w="4763">
                      <a:solidFill>
                        <a:srgbClr val="D0CBC4"/>
                      </a:solidFill>
                      <a:prstDash val="solid"/>
                    </a:lnR>
                    <a:lnB w="4763">
                      <a:solidFill>
                        <a:srgbClr val="D0CBC4"/>
                      </a:solidFill>
                      <a:prstDash val="solid"/>
                    </a:lnB>
                    <a:solidFill>
                      <a:srgbClr val="F5F0E8"/>
                    </a:solidFill>
                  </a:tcPr>
                </a:tc>
                <a:tc>
                  <a:txBody>
                    <a:bodyPr/>
                    <a:lstStyle/>
                    <a:p>
                      <a:r>
                        <a:rPr sz="1050">
                          <a:solidFill>
                            <a:srgbClr val="0B0B0B"/>
                          </a:solidFill>
                          <a:latin typeface="Arial"/>
                          <a:ea typeface="Arial"/>
                          <a:cs typeface="Arial"/>
                        </a:rPr>
                        <a:t>Conciliar y ampliar automatización</a:t>
                      </a:r>
                    </a:p>
                  </a:txBody>
                  <a:tcPr marL="95250" marR="95250" marT="66675" marB="66675">
                    <a:lnR w="4763">
                      <a:solidFill>
                        <a:srgbClr val="D0CBC4"/>
                      </a:solidFill>
                      <a:prstDash val="solid"/>
                    </a:lnR>
                    <a:lnB w="4763">
                      <a:solidFill>
                        <a:srgbClr val="D0CBC4"/>
                      </a:solidFill>
                      <a:prstDash val="solid"/>
                    </a:lnB>
                    <a:solidFill>
                      <a:srgbClr val="F5F0E8"/>
                    </a:solidFill>
                  </a:tcPr>
                </a:tc>
                <a:tc>
                  <a:txBody>
                    <a:bodyPr/>
                    <a:lstStyle/>
                    <a:p>
                      <a:r>
                        <a:rPr sz="1050">
                          <a:solidFill>
                            <a:srgbClr val="0B0B0B"/>
                          </a:solidFill>
                          <a:latin typeface="Arial"/>
                          <a:ea typeface="Arial"/>
                          <a:cs typeface="Arial"/>
                        </a:rPr>
                        <a:t>API, contrato y controles</a:t>
                      </a:r>
                    </a:p>
                  </a:txBody>
                  <a:tcPr marL="95250" marR="95250" marT="66675" marB="66675">
                    <a:lnR w="4763">
                      <a:solidFill>
                        <a:srgbClr val="D0CBC4"/>
                      </a:solidFill>
                      <a:prstDash val="solid"/>
                    </a:lnR>
                    <a:lnB w="4763">
                      <a:solidFill>
                        <a:srgbClr val="D0CBC4"/>
                      </a:solidFill>
                      <a:prstDash val="solid"/>
                    </a:lnB>
                    <a:solidFill>
                      <a:srgbClr val="F5F0E8"/>
                    </a:solidFill>
                  </a:tcPr>
                </a:tc>
              </a:tr>
            </a:tbl>
          </a:graphicData>
        </a:graphic>
      </p:graphicFrame>
    </p:spTree>
    <p:extLst>
      <p:ext uri="{BB962C8B-B14F-4D97-AF65-F5344CB8AC3E}">
        <p14:creationId xmlns:p14="http://schemas.microsoft.com/office/powerpoint/2010/main" val="146459812"/>
      </p:ext>
    </p:extLst>
  </p:cSld>
</p:sld>
</file>

<file path=ppt/slides/slide22.xml><?xml version="1.0" encoding="utf-8"?>
<p:sld xmlns:p="http://schemas.openxmlformats.org/presentationml/2006/main">
  <p:cSld>
    <p:spTree>
      <p:nvGrpSpPr>
        <p:cNvPr id="1" name=""/>
        <p:cNvGrpSpPr/>
        <p:nvPr/>
      </p:nvGrpSpPr>
      <p:grpSpPr>
        <a:xfrm xmlns:a="http://schemas.openxmlformats.org/drawingml/2006/main"/>
      </p:grpSpPr>
      <p:pic>
        <p:nvPicPr>
          <p:cNvPr id="13" name="">
            <a:extLst xmlns:a="http://schemas.openxmlformats.org/drawingml/2006/main">
              <a:ext uri="{FF2B5EF4-FFF2-40B4-BE49-F238E27FC236}">
                <a16:creationId xmlns:a16="http://schemas.microsoft.com/office/drawing/2014/main" id="{16D8641E-8FEE-40D5-88CC-79DDCA253152}"/>
              </a:ext>
            </a:extLst>
          </p:cNvPr>
          <p:cNvPicPr>
            <a:picLocks xmlns:a="http://schemas.openxmlformats.org/drawingml/2006/main" noChangeAspect="1"/>
          </p:cNvPicPr>
          <p:nvPr/>
        </p:nvPicPr>
        <p:blipFill>
          <a:blip xmlns:r="http://schemas.openxmlformats.org/officeDocument/2006/relationships" xmlns:a="http://schemas.openxmlformats.org/drawingml/2006/main" r:embed="R11039da465ce4224"/>
          <a:stretch xmlns:a="http://schemas.openxmlformats.org/drawingml/2006/main"/>
        </p:blipFill>
        <p:spPr>
          <a:xfrm xmlns:a="http://schemas.openxmlformats.org/drawingml/2006/main">
            <a:off x="0" y="0"/>
            <a:ext cx="9324594" cy="5248656"/>
          </a:xfrm>
          <a:prstGeom xmlns:a="http://schemas.openxmlformats.org/drawingml/2006/main" prst="rect">
            <a:avLst/>
          </a:prstGeom>
        </p:spPr>
      </p:pic>
      <p:sp>
        <p:nvSpPr>
          <p:cNvPr id="2" name="text-22-0">
            <a:extLst xmlns:a="http://schemas.openxmlformats.org/drawingml/2006/main">
              <a:ext uri="{FF2B5EF4-FFF2-40B4-BE49-F238E27FC236}">
                <a16:creationId xmlns:a16="http://schemas.microsoft.com/office/drawing/2014/main" id="{9AD8625C-4653-4875-8FCB-E9E3661EDD24}"/>
              </a:ext>
            </a:extLst>
          </p:cNvPr>
          <p:cNvSpPr>
            <a:spLocks xmlns:a="http://schemas.openxmlformats.org/drawingml/2006/main" noGrp="1"/>
          </p:cNvSpPr>
          <p:nvPr/>
        </p:nvSpPr>
        <p:spPr>
          <a:xfrm xmlns:a="http://schemas.openxmlformats.org/drawingml/2006/main">
            <a:off x="532209" y="382979"/>
            <a:ext cx="2615421" cy="1518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956" b="1" i="0">
                <a:solidFill>
                  <a:srgbClr val="0B0B0B"/>
                </a:solidFill>
                <a:latin typeface="Arial"/>
                <a:ea typeface="Arial"/>
                <a:cs typeface="Arial"/>
              </a:defRPr>
            </a:defPPr>
          </a:lstStyle>
          <a:p xmlns:a="http://schemas.openxmlformats.org/drawingml/2006/main">
            <a:pPr>
              <a:defRPr sz="956" b="1" i="0">
                <a:solidFill>
                  <a:srgbClr val="0B0B0B"/>
                </a:solidFill>
                <a:latin typeface="Arial"/>
                <a:ea typeface="Arial"/>
                <a:cs typeface="Arial"/>
              </a:defRPr>
            </a:pPr>
            <a:r>
              <a:rPr sz="956" b="1" i="0">
                <a:solidFill>
                  <a:srgbClr val="0B0B0B"/>
                </a:solidFill>
                <a:latin typeface="Arial"/>
                <a:ea typeface="Arial"/>
                <a:cs typeface="Arial"/>
              </a:rPr>
              <a:t>ANEXO E / COSTOS TECNOLÓGICOS</a:t>
            </a:r>
          </a:p>
        </p:txBody>
      </p:sp>
      <p:sp>
        <p:nvSpPr>
          <p:cNvPr id="3" name="text-22-1">
            <a:extLst xmlns:a="http://schemas.openxmlformats.org/drawingml/2006/main">
              <a:ext uri="{FF2B5EF4-FFF2-40B4-BE49-F238E27FC236}">
                <a16:creationId xmlns:a16="http://schemas.microsoft.com/office/drawing/2014/main" id="{BC517861-F8C7-4CF9-9565-6FD48F41DD17}"/>
              </a:ext>
            </a:extLst>
          </p:cNvPr>
          <p:cNvSpPr>
            <a:spLocks xmlns:a="http://schemas.openxmlformats.org/drawingml/2006/main" noGrp="1"/>
          </p:cNvSpPr>
          <p:nvPr/>
        </p:nvSpPr>
        <p:spPr>
          <a:xfrm xmlns:a="http://schemas.openxmlformats.org/drawingml/2006/main">
            <a:off x="532209" y="689302"/>
            <a:ext cx="2759116" cy="51792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3263" b="0" i="0">
                <a:solidFill>
                  <a:srgbClr val="0B0B0B"/>
                </a:solidFill>
                <a:latin typeface="Impact"/>
                <a:ea typeface="Impact"/>
                <a:cs typeface="Impact"/>
              </a:defRPr>
            </a:defPPr>
          </a:lstStyle>
          <a:p xmlns:a="http://schemas.openxmlformats.org/drawingml/2006/main">
            <a:pPr>
              <a:defRPr sz="3263" b="0" i="0">
                <a:solidFill>
                  <a:srgbClr val="0B0B0B"/>
                </a:solidFill>
                <a:latin typeface="Impact"/>
                <a:ea typeface="Impact"/>
                <a:cs typeface="Impact"/>
              </a:defRPr>
            </a:pPr>
            <a:r>
              <a:rPr sz="3263" b="0" i="0">
                <a:solidFill>
                  <a:srgbClr val="0B0B0B"/>
                </a:solidFill>
                <a:latin typeface="Impact"/>
                <a:ea typeface="Impact"/>
                <a:cs typeface="Impact"/>
              </a:rPr>
              <a:t>META OPTIMIZADO</a:t>
            </a:r>
          </a:p>
        </p:txBody>
      </p:sp>
      <p:sp>
        <p:nvSpPr>
          <p:cNvPr id="4" name="text-22-2">
            <a:extLst xmlns:a="http://schemas.openxmlformats.org/drawingml/2006/main">
              <a:ext uri="{FF2B5EF4-FFF2-40B4-BE49-F238E27FC236}">
                <a16:creationId xmlns:a16="http://schemas.microsoft.com/office/drawing/2014/main" id="{65A91DE3-8F86-41A0-B3E3-5ED8B2947FDD}"/>
              </a:ext>
            </a:extLst>
          </p:cNvPr>
          <p:cNvSpPr>
            <a:spLocks xmlns:a="http://schemas.openxmlformats.org/drawingml/2006/main" noGrp="1"/>
          </p:cNvSpPr>
          <p:nvPr/>
        </p:nvSpPr>
        <p:spPr>
          <a:xfrm xmlns:a="http://schemas.openxmlformats.org/drawingml/2006/main">
            <a:off x="532209" y="1110783"/>
            <a:ext cx="5155059" cy="51792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3263" b="0" i="0">
                <a:solidFill>
                  <a:srgbClr val="0B0B0B"/>
                </a:solidFill>
                <a:latin typeface="Impact"/>
                <a:ea typeface="Impact"/>
                <a:cs typeface="Impact"/>
              </a:defRPr>
            </a:defPPr>
          </a:lstStyle>
          <a:p xmlns:a="http://schemas.openxmlformats.org/drawingml/2006/main">
            <a:pPr>
              <a:defRPr sz="3263" b="0" i="0">
                <a:solidFill>
                  <a:srgbClr val="0B0B0B"/>
                </a:solidFill>
                <a:latin typeface="Impact"/>
                <a:ea typeface="Impact"/>
                <a:cs typeface="Impact"/>
              </a:defRPr>
            </a:pPr>
            <a:r>
              <a:rPr sz="3263" b="0" i="0">
                <a:solidFill>
                  <a:srgbClr val="0B0B0B"/>
                </a:solidFill>
                <a:latin typeface="Impact"/>
                <a:ea typeface="Impact"/>
                <a:cs typeface="Impact"/>
              </a:rPr>
              <a:t>MENOS MENSAJES POR OPERACIÓN</a:t>
            </a:r>
          </a:p>
        </p:txBody>
      </p:sp>
      <p:sp>
        <p:nvSpPr>
          <p:cNvPr id="5" name="text-22-3">
            <a:extLst xmlns:a="http://schemas.openxmlformats.org/drawingml/2006/main">
              <a:ext uri="{FF2B5EF4-FFF2-40B4-BE49-F238E27FC236}">
                <a16:creationId xmlns:a16="http://schemas.microsoft.com/office/drawing/2014/main" id="{9CEDE605-A00C-4199-B754-1AA45609C9CF}"/>
              </a:ext>
            </a:extLst>
          </p:cNvPr>
          <p:cNvSpPr>
            <a:spLocks xmlns:a="http://schemas.openxmlformats.org/drawingml/2006/main" noGrp="1"/>
          </p:cNvSpPr>
          <p:nvPr/>
        </p:nvSpPr>
        <p:spPr>
          <a:xfrm xmlns:a="http://schemas.openxmlformats.org/drawingml/2006/main">
            <a:off x="532209" y="3659553"/>
            <a:ext cx="762305"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350" b="0" i="0">
                <a:solidFill>
                  <a:srgbClr val="0B0B0B"/>
                </a:solidFill>
                <a:latin typeface="Arial"/>
                <a:ea typeface="Arial"/>
                <a:cs typeface="Arial"/>
              </a:defRPr>
            </a:defPPr>
          </a:lstStyle>
          <a:p xmlns:a="http://schemas.openxmlformats.org/drawingml/2006/main">
            <a:pPr>
              <a:defRPr sz="1350" b="0" i="0">
                <a:solidFill>
                  <a:srgbClr val="0B0B0B"/>
                </a:solidFill>
                <a:latin typeface="Arial"/>
                <a:ea typeface="Arial"/>
                <a:cs typeface="Arial"/>
              </a:defRPr>
            </a:pPr>
            <a:r>
              <a:rPr sz="1350" b="0" i="0">
                <a:solidFill>
                  <a:srgbClr val="0B0B0B"/>
                </a:solidFill>
                <a:latin typeface="Arial"/>
                <a:ea typeface="Arial"/>
                <a:cs typeface="Arial"/>
              </a:rPr>
              <a:t>Objetivo: </a:t>
            </a:r>
          </a:p>
        </p:txBody>
      </p:sp>
      <p:sp>
        <p:nvSpPr>
          <p:cNvPr id="6" name="text-22-4">
            <a:extLst xmlns:a="http://schemas.openxmlformats.org/drawingml/2006/main">
              <a:ext uri="{FF2B5EF4-FFF2-40B4-BE49-F238E27FC236}">
                <a16:creationId xmlns:a16="http://schemas.microsoft.com/office/drawing/2014/main" id="{5C225C1C-8189-438E-A05B-69FFC2EC5643}"/>
              </a:ext>
            </a:extLst>
          </p:cNvPr>
          <p:cNvSpPr>
            <a:spLocks xmlns:a="http://schemas.openxmlformats.org/drawingml/2006/main" noGrp="1"/>
          </p:cNvSpPr>
          <p:nvPr/>
        </p:nvSpPr>
        <p:spPr>
          <a:xfrm xmlns:a="http://schemas.openxmlformats.org/drawingml/2006/main">
            <a:off x="1256519" y="3659553"/>
            <a:ext cx="1019822"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350" b="1" i="0">
                <a:solidFill>
                  <a:srgbClr val="0B0B0B"/>
                </a:solidFill>
                <a:latin typeface="Arial"/>
                <a:ea typeface="Arial"/>
                <a:cs typeface="Arial"/>
              </a:defRPr>
            </a:defPPr>
          </a:lstStyle>
          <a:p xmlns:a="http://schemas.openxmlformats.org/drawingml/2006/main">
            <a:pPr>
              <a:defRPr sz="1350" b="1" i="0">
                <a:solidFill>
                  <a:srgbClr val="0B0B0B"/>
                </a:solidFill>
                <a:latin typeface="Arial"/>
                <a:ea typeface="Arial"/>
                <a:cs typeface="Arial"/>
              </a:defRPr>
            </a:pPr>
            <a:r>
              <a:rPr sz="1350" b="1" i="0">
                <a:solidFill>
                  <a:srgbClr val="0B0B0B"/>
                </a:solidFill>
                <a:latin typeface="Arial"/>
                <a:ea typeface="Arial"/>
                <a:cs typeface="Arial"/>
              </a:rPr>
              <a:t>S/1.400/mes</a:t>
            </a:r>
          </a:p>
        </p:txBody>
      </p:sp>
      <p:sp>
        <p:nvSpPr>
          <p:cNvPr id="7" name="text-22-5">
            <a:extLst xmlns:a="http://schemas.openxmlformats.org/drawingml/2006/main">
              <a:ext uri="{FF2B5EF4-FFF2-40B4-BE49-F238E27FC236}">
                <a16:creationId xmlns:a16="http://schemas.microsoft.com/office/drawing/2014/main" id="{67B18570-166E-42C3-A755-16F0813E0A3C}"/>
              </a:ext>
            </a:extLst>
          </p:cNvPr>
          <p:cNvSpPr>
            <a:spLocks xmlns:a="http://schemas.openxmlformats.org/drawingml/2006/main" noGrp="1"/>
          </p:cNvSpPr>
          <p:nvPr/>
        </p:nvSpPr>
        <p:spPr>
          <a:xfrm xmlns:a="http://schemas.openxmlformats.org/drawingml/2006/main">
            <a:off x="2238338" y="3659553"/>
            <a:ext cx="2706205"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350" b="0" i="0">
                <a:solidFill>
                  <a:srgbClr val="0B0B0B"/>
                </a:solidFill>
                <a:latin typeface="Arial"/>
                <a:ea typeface="Arial"/>
                <a:cs typeface="Arial"/>
              </a:defRPr>
            </a:defPPr>
          </a:lstStyle>
          <a:p xmlns:a="http://schemas.openxmlformats.org/drawingml/2006/main">
            <a:pPr>
              <a:defRPr sz="1350" b="0" i="0">
                <a:solidFill>
                  <a:srgbClr val="0B0B0B"/>
                </a:solidFill>
                <a:latin typeface="Arial"/>
                <a:ea typeface="Arial"/>
                <a:cs typeface="Arial"/>
              </a:defRPr>
            </a:pPr>
            <a:r>
              <a:rPr sz="1350" b="0" i="0">
                <a:solidFill>
                  <a:srgbClr val="0B0B0B"/>
                </a:solidFill>
                <a:latin typeface="Arial"/>
                <a:ea typeface="Arial"/>
                <a:cs typeface="Arial"/>
              </a:rPr>
              <a:t>. Referencia sin optimizar: S/3.500.</a:t>
            </a:r>
          </a:p>
        </p:txBody>
      </p:sp>
      <p:sp>
        <p:nvSpPr>
          <p:cNvPr id="8" name="text-22-6">
            <a:extLst xmlns:a="http://schemas.openxmlformats.org/drawingml/2006/main">
              <a:ext uri="{FF2B5EF4-FFF2-40B4-BE49-F238E27FC236}">
                <a16:creationId xmlns:a16="http://schemas.microsoft.com/office/drawing/2014/main" id="{ADFBB244-1C53-4B90-A278-53D3254F7087}"/>
              </a:ext>
            </a:extLst>
          </p:cNvPr>
          <p:cNvSpPr>
            <a:spLocks xmlns:a="http://schemas.openxmlformats.org/drawingml/2006/main" noGrp="1"/>
          </p:cNvSpPr>
          <p:nvPr/>
        </p:nvSpPr>
        <p:spPr>
          <a:xfrm xmlns:a="http://schemas.openxmlformats.org/drawingml/2006/main">
            <a:off x="7473925" y="347260"/>
            <a:ext cx="1354287" cy="1518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956" b="0" i="0">
                <a:solidFill>
                  <a:srgbClr val="0B0B0B"/>
                </a:solidFill>
                <a:latin typeface="Arial"/>
                <a:ea typeface="Arial"/>
                <a:cs typeface="Arial"/>
              </a:defRPr>
            </a:defPPr>
          </a:lstStyle>
          <a:p xmlns:a="http://schemas.openxmlformats.org/drawingml/2006/main">
            <a:pPr>
              <a:defRPr sz="956" b="0" i="0">
                <a:solidFill>
                  <a:srgbClr val="0B0B0B"/>
                </a:solidFill>
                <a:latin typeface="Arial"/>
                <a:ea typeface="Arial"/>
                <a:cs typeface="Arial"/>
              </a:defRPr>
            </a:pPr>
            <a:r>
              <a:rPr sz="956" b="0" i="0">
                <a:solidFill>
                  <a:srgbClr val="0B0B0B"/>
                </a:solidFill>
                <a:latin typeface="Arial"/>
                <a:ea typeface="Arial"/>
                <a:cs typeface="Arial"/>
              </a:rPr>
              <a:t>Volver al costo-beneficio</a:t>
            </a:r>
          </a:p>
        </p:txBody>
      </p:sp>
      <p:sp>
        <p:nvSpPr>
          <p:cNvPr id="9" name="text-22-7">
            <a:extLst xmlns:a="http://schemas.openxmlformats.org/drawingml/2006/main">
              <a:ext uri="{FF2B5EF4-FFF2-40B4-BE49-F238E27FC236}">
                <a16:creationId xmlns:a16="http://schemas.microsoft.com/office/drawing/2014/main" id="{72B90E12-A733-4566-91E2-07FF3E470299}"/>
              </a:ext>
            </a:extLst>
          </p:cNvPr>
          <p:cNvSpPr>
            <a:spLocks xmlns:a="http://schemas.openxmlformats.org/drawingml/2006/main" noGrp="1"/>
          </p:cNvSpPr>
          <p:nvPr/>
        </p:nvSpPr>
        <p:spPr>
          <a:xfrm xmlns:a="http://schemas.openxmlformats.org/drawingml/2006/main">
            <a:off x="532209" y="4502902"/>
            <a:ext cx="6943543" cy="12501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88" b="0" i="0">
                <a:solidFill>
                  <a:srgbClr val="0B0B0B"/>
                </a:solidFill>
                <a:latin typeface="Arial"/>
                <a:ea typeface="Arial"/>
                <a:cs typeface="Arial"/>
              </a:defRPr>
            </a:defPPr>
          </a:lstStyle>
          <a:p xmlns:a="http://schemas.openxmlformats.org/drawingml/2006/main">
            <a:pPr>
              <a:defRPr sz="788" b="0" i="0">
                <a:solidFill>
                  <a:srgbClr val="0B0B0B"/>
                </a:solidFill>
                <a:latin typeface="Arial"/>
                <a:ea typeface="Arial"/>
                <a:cs typeface="Arial"/>
              </a:defRPr>
            </a:pPr>
            <a:r>
              <a:rPr sz="788" b="0" i="0">
                <a:solidFill>
                  <a:srgbClr val="0B0B0B"/>
                </a:solidFill>
                <a:latin typeface="Arial"/>
                <a:ea typeface="Arial"/>
                <a:cs typeface="Arial"/>
              </a:rPr>
              <a:t>Propuesta: 4.000 chats; 1 apertura + 1 confirmación; 10% con 2 apoyos. Tarifa Perú. Confirmaciones se cuentan pagadas por prudencia. No implementado.</a:t>
            </a:r>
          </a:p>
        </p:txBody>
      </p:sp>
      <p:sp>
        <p:nvSpPr>
          <p:cNvPr id="10" name="text-22-8">
            <a:extLst xmlns:a="http://schemas.openxmlformats.org/drawingml/2006/main">
              <a:ext uri="{FF2B5EF4-FFF2-40B4-BE49-F238E27FC236}">
                <a16:creationId xmlns:a16="http://schemas.microsoft.com/office/drawing/2014/main" id="{A6F6E371-F6B7-451D-B313-DFBD9C323AA6}"/>
              </a:ext>
            </a:extLst>
          </p:cNvPr>
          <p:cNvSpPr>
            <a:spLocks xmlns:a="http://schemas.openxmlformats.org/drawingml/2006/main" noGrp="1"/>
          </p:cNvSpPr>
          <p:nvPr/>
        </p:nvSpPr>
        <p:spPr>
          <a:xfrm xmlns:a="http://schemas.openxmlformats.org/drawingml/2006/main">
            <a:off x="532209" y="4923697"/>
            <a:ext cx="1120674"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0B0B0B"/>
                </a:solidFill>
                <a:latin typeface="Arial"/>
                <a:ea typeface="Arial"/>
                <a:cs typeface="Arial"/>
              </a:defRPr>
            </a:defPPr>
          </a:lstStyle>
          <a:p xmlns:a="http://schemas.openxmlformats.org/drawingml/2006/main">
            <a:pPr>
              <a:defRPr sz="731" b="1" i="0">
                <a:solidFill>
                  <a:srgbClr val="0B0B0B"/>
                </a:solidFill>
                <a:latin typeface="Arial"/>
                <a:ea typeface="Arial"/>
                <a:cs typeface="Arial"/>
              </a:defRPr>
            </a:pPr>
            <a:r>
              <a:rPr sz="731" b="1" i="0">
                <a:solidFill>
                  <a:srgbClr val="0B0B0B"/>
                </a:solidFill>
                <a:latin typeface="Arial"/>
                <a:ea typeface="Arial"/>
                <a:cs typeface="Arial"/>
              </a:rPr>
              <a:t>ANEXOS / OMNI by 5.5</a:t>
            </a:r>
          </a:p>
        </p:txBody>
      </p:sp>
      <p:sp>
        <p:nvSpPr>
          <p:cNvPr id="11" name="text-22-9">
            <a:extLst xmlns:a="http://schemas.openxmlformats.org/drawingml/2006/main">
              <a:ext uri="{FF2B5EF4-FFF2-40B4-BE49-F238E27FC236}">
                <a16:creationId xmlns:a16="http://schemas.microsoft.com/office/drawing/2014/main" id="{00A38756-2F68-4AE2-8F60-0FF3954CF60A}"/>
              </a:ext>
            </a:extLst>
          </p:cNvPr>
          <p:cNvSpPr>
            <a:spLocks xmlns:a="http://schemas.openxmlformats.org/drawingml/2006/main" noGrp="1"/>
          </p:cNvSpPr>
          <p:nvPr/>
        </p:nvSpPr>
        <p:spPr>
          <a:xfrm xmlns:a="http://schemas.openxmlformats.org/drawingml/2006/main">
            <a:off x="8446257" y="4923697"/>
            <a:ext cx="377893"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0B0B0B"/>
                </a:solidFill>
                <a:latin typeface="Arial"/>
                <a:ea typeface="Arial"/>
                <a:cs typeface="Arial"/>
              </a:defRPr>
            </a:defPPr>
          </a:lstStyle>
          <a:p xmlns:a="http://schemas.openxmlformats.org/drawingml/2006/main">
            <a:pPr>
              <a:defRPr sz="731" b="1" i="0">
                <a:solidFill>
                  <a:srgbClr val="0B0B0B"/>
                </a:solidFill>
                <a:latin typeface="Arial"/>
                <a:ea typeface="Arial"/>
                <a:cs typeface="Arial"/>
              </a:defRPr>
            </a:pPr>
            <a:r>
              <a:rPr sz="731" b="1" i="0">
                <a:solidFill>
                  <a:srgbClr val="0B0B0B"/>
                </a:solidFill>
                <a:latin typeface="Arial"/>
                <a:ea typeface="Arial"/>
                <a:cs typeface="Arial"/>
              </a:rPr>
              <a:t>22 / 5.5</a:t>
            </a:r>
          </a:p>
        </p:txBody>
      </p:sp>
      <p:graphicFrame>
        <p:nvGraphicFramePr>
          <p:cNvPr id="12" name="">
            <a:extLst xmlns:a="http://schemas.openxmlformats.org/drawingml/2006/main">
              <a:ext uri="{FF2B5EF4-FFF2-40B4-BE49-F238E27FC236}">
                <a16:creationId xmlns:a16="http://schemas.microsoft.com/office/drawing/2014/main" id="{AAC64B1E-1D2B-4295-BC52-E0D4BC654330}"/>
              </a:ext>
            </a:extLst>
          </p:cNvPr>
          <p:cNvGraphicFramePr/>
          <p:nvPr/>
        </p:nvGraphicFramePr>
        <p:xfrm>
          <a:off xmlns:a="http://schemas.openxmlformats.org/drawingml/2006/main" x="532209" y="1728034"/>
          <a:ext xmlns:a="http://schemas.openxmlformats.org/drawingml/2006/main" cx="8261747" cy="1772371"/>
        </p:xfrm>
        <a:graphic xmlns:a="http://schemas.openxmlformats.org/drawingml/2006/main">
          <a:graphicData uri="http://schemas.openxmlformats.org/drawingml/2006/table">
            <a:tbl>
              <a:tblPr/>
              <a:tblGrid>
                <a:gridCol w="5753323"/>
                <a:gridCol w="1586917"/>
                <a:gridCol w="921507"/>
              </a:tblGrid>
              <a:tr h="354474">
                <a:tc>
                  <a:txBody>
                    <a:bodyPr/>
                    <a:lstStyle/>
                    <a:p>
                      <a:r>
                        <a:rPr sz="1050" b="1">
                          <a:solidFill>
                            <a:srgbClr val="FFFFFF"/>
                          </a:solidFill>
                          <a:latin typeface="Arial"/>
                          <a:ea typeface="Arial"/>
                          <a:cs typeface="Arial"/>
                        </a:rPr>
                        <a:t>Recurso</a:t>
                      </a:r>
                    </a:p>
                  </a:txBody>
                  <a:tcPr marL="95250" marR="95250" marT="66675" marB="66675">
                    <a:lnL w="4763">
                      <a:solidFill>
                        <a:srgbClr val="D0CBC4"/>
                      </a:solidFill>
                      <a:prstDash val="solid"/>
                    </a:lnL>
                    <a:lnR w="4763">
                      <a:solidFill>
                        <a:srgbClr val="D0CBC4"/>
                      </a:solidFill>
                      <a:prstDash val="solid"/>
                    </a:lnR>
                    <a:lnT w="4763">
                      <a:solidFill>
                        <a:srgbClr val="D0CBC4"/>
                      </a:solidFill>
                      <a:prstDash val="solid"/>
                    </a:lnT>
                    <a:lnB w="4763">
                      <a:solidFill>
                        <a:srgbClr val="D0CBC4"/>
                      </a:solidFill>
                      <a:prstDash val="solid"/>
                    </a:lnB>
                    <a:solidFill>
                      <a:srgbClr val="DC0A1E"/>
                    </a:solidFill>
                  </a:tcPr>
                </a:tc>
                <a:tc>
                  <a:txBody>
                    <a:bodyPr/>
                    <a:lstStyle/>
                    <a:p>
                      <a:r>
                        <a:rPr sz="1050" b="1">
                          <a:solidFill>
                            <a:srgbClr val="FFFFFF"/>
                          </a:solidFill>
                          <a:latin typeface="Arial"/>
                          <a:ea typeface="Arial"/>
                          <a:cs typeface="Arial"/>
                        </a:rPr>
                        <a:t>USD / mes</a:t>
                      </a:r>
                    </a:p>
                  </a:txBody>
                  <a:tcPr marL="95250" marR="95250" marT="66675" marB="66675">
                    <a:lnR w="4763">
                      <a:solidFill>
                        <a:srgbClr val="D0CBC4"/>
                      </a:solidFill>
                      <a:prstDash val="solid"/>
                    </a:lnR>
                    <a:lnT w="4763">
                      <a:solidFill>
                        <a:srgbClr val="D0CBC4"/>
                      </a:solidFill>
                      <a:prstDash val="solid"/>
                    </a:lnT>
                    <a:lnB w="4763">
                      <a:solidFill>
                        <a:srgbClr val="D0CBC4"/>
                      </a:solidFill>
                      <a:prstDash val="solid"/>
                    </a:lnB>
                    <a:solidFill>
                      <a:srgbClr val="DC0A1E"/>
                    </a:solidFill>
                  </a:tcPr>
                </a:tc>
                <a:tc>
                  <a:txBody>
                    <a:bodyPr/>
                    <a:lstStyle/>
                    <a:p>
                      <a:r>
                        <a:rPr sz="1050" b="1">
                          <a:solidFill>
                            <a:srgbClr val="FFFFFF"/>
                          </a:solidFill>
                          <a:latin typeface="Arial"/>
                          <a:ea typeface="Arial"/>
                          <a:cs typeface="Arial"/>
                        </a:rPr>
                        <a:t>PEN / mes</a:t>
                      </a:r>
                    </a:p>
                  </a:txBody>
                  <a:tcPr marL="95250" marR="95250" marT="66675" marB="66675">
                    <a:lnR w="4763">
                      <a:solidFill>
                        <a:srgbClr val="D0CBC4"/>
                      </a:solidFill>
                      <a:prstDash val="solid"/>
                    </a:lnR>
                    <a:lnT w="4763">
                      <a:solidFill>
                        <a:srgbClr val="D0CBC4"/>
                      </a:solidFill>
                      <a:prstDash val="solid"/>
                    </a:lnT>
                    <a:lnB w="4763">
                      <a:solidFill>
                        <a:srgbClr val="D0CBC4"/>
                      </a:solidFill>
                      <a:prstDash val="solid"/>
                    </a:lnB>
                    <a:solidFill>
                      <a:srgbClr val="DC0A1E"/>
                    </a:solidFill>
                  </a:tcPr>
                </a:tc>
              </a:tr>
              <a:tr h="354474">
                <a:tc>
                  <a:txBody>
                    <a:bodyPr/>
                    <a:lstStyle/>
                    <a:p>
                      <a:r>
                        <a:rPr sz="1050">
                          <a:solidFill>
                            <a:srgbClr val="0B0B0B"/>
                          </a:solidFill>
                          <a:latin typeface="Arial"/>
                          <a:ea typeface="Arial"/>
                          <a:cs typeface="Arial"/>
                        </a:rPr>
                        <a:t>Infraestructura, web e IA</a:t>
                      </a:r>
                    </a:p>
                  </a:txBody>
                  <a:tcPr marL="95250" marR="95250" marT="66675" marB="66675">
                    <a:lnL w="4763">
                      <a:solidFill>
                        <a:srgbClr val="D0CBC4"/>
                      </a:solidFill>
                      <a:prstDash val="solid"/>
                    </a:lnL>
                    <a:lnR w="4763">
                      <a:solidFill>
                        <a:srgbClr val="D0CBC4"/>
                      </a:solidFill>
                      <a:prstDash val="solid"/>
                    </a:lnR>
                    <a:lnB w="4763">
                      <a:solidFill>
                        <a:srgbClr val="D0CBC4"/>
                      </a:solidFill>
                      <a:prstDash val="solid"/>
                    </a:lnB>
                    <a:solidFill>
                      <a:srgbClr val="F5F0E8"/>
                    </a:solidFill>
                  </a:tcPr>
                </a:tc>
                <a:tc>
                  <a:txBody>
                    <a:bodyPr/>
                    <a:lstStyle/>
                    <a:p>
                      <a:r>
                        <a:rPr sz="1050">
                          <a:solidFill>
                            <a:srgbClr val="0B0B0B"/>
                          </a:solidFill>
                          <a:latin typeface="Arial"/>
                          <a:ea typeface="Arial"/>
                          <a:cs typeface="Arial"/>
                        </a:rPr>
                        <a:t>64,08</a:t>
                      </a:r>
                    </a:p>
                  </a:txBody>
                  <a:tcPr marL="95250" marR="95250" marT="66675" marB="66675">
                    <a:lnR w="4763">
                      <a:solidFill>
                        <a:srgbClr val="D0CBC4"/>
                      </a:solidFill>
                      <a:prstDash val="solid"/>
                    </a:lnR>
                    <a:lnB w="4763">
                      <a:solidFill>
                        <a:srgbClr val="D0CBC4"/>
                      </a:solidFill>
                      <a:prstDash val="solid"/>
                    </a:lnB>
                    <a:solidFill>
                      <a:srgbClr val="F5F0E8"/>
                    </a:solidFill>
                  </a:tcPr>
                </a:tc>
                <a:tc>
                  <a:txBody>
                    <a:bodyPr/>
                    <a:lstStyle/>
                    <a:p>
                      <a:r>
                        <a:rPr sz="1050">
                          <a:solidFill>
                            <a:srgbClr val="0B0B0B"/>
                          </a:solidFill>
                          <a:latin typeface="Arial"/>
                          <a:ea typeface="Arial"/>
                          <a:cs typeface="Arial"/>
                        </a:rPr>
                        <a:t>243,50</a:t>
                      </a:r>
                    </a:p>
                  </a:txBody>
                  <a:tcPr marL="95250" marR="95250" marT="66675" marB="66675">
                    <a:lnR w="4763">
                      <a:solidFill>
                        <a:srgbClr val="D0CBC4"/>
                      </a:solidFill>
                      <a:prstDash val="solid"/>
                    </a:lnR>
                    <a:lnB w="4763">
                      <a:solidFill>
                        <a:srgbClr val="D0CBC4"/>
                      </a:solidFill>
                      <a:prstDash val="solid"/>
                    </a:lnB>
                    <a:solidFill>
                      <a:srgbClr val="F5F0E8"/>
                    </a:solidFill>
                  </a:tcPr>
                </a:tc>
              </a:tr>
              <a:tr h="354474">
                <a:tc>
                  <a:txBody>
                    <a:bodyPr/>
                    <a:lstStyle/>
                    <a:p>
                      <a:r>
                        <a:rPr sz="1050">
                          <a:solidFill>
                            <a:srgbClr val="0B0B0B"/>
                          </a:solidFill>
                          <a:latin typeface="Arial"/>
                          <a:ea typeface="Arial"/>
                          <a:cs typeface="Arial"/>
                        </a:rPr>
                        <a:t>Meta · 3.800 servicios × US$0,03</a:t>
                      </a:r>
                    </a:p>
                  </a:txBody>
                  <a:tcPr marL="95250" marR="95250" marT="66675" marB="66675">
                    <a:lnL w="4763">
                      <a:solidFill>
                        <a:srgbClr val="D0CBC4"/>
                      </a:solidFill>
                      <a:prstDash val="solid"/>
                    </a:lnL>
                    <a:lnR w="4763">
                      <a:solidFill>
                        <a:srgbClr val="D0CBC4"/>
                      </a:solidFill>
                      <a:prstDash val="solid"/>
                    </a:lnR>
                    <a:lnB w="4763">
                      <a:solidFill>
                        <a:srgbClr val="D0CBC4"/>
                      </a:solidFill>
                      <a:prstDash val="solid"/>
                    </a:lnB>
                    <a:solidFill>
                      <a:srgbClr val="F5F0E8"/>
                    </a:solidFill>
                  </a:tcPr>
                </a:tc>
                <a:tc>
                  <a:txBody>
                    <a:bodyPr/>
                    <a:lstStyle/>
                    <a:p>
                      <a:r>
                        <a:rPr sz="1050">
                          <a:solidFill>
                            <a:srgbClr val="0B0B0B"/>
                          </a:solidFill>
                          <a:latin typeface="Arial"/>
                          <a:ea typeface="Arial"/>
                          <a:cs typeface="Arial"/>
                        </a:rPr>
                        <a:t>114,00</a:t>
                      </a:r>
                    </a:p>
                  </a:txBody>
                  <a:tcPr marL="95250" marR="95250" marT="66675" marB="66675">
                    <a:lnR w="4763">
                      <a:solidFill>
                        <a:srgbClr val="D0CBC4"/>
                      </a:solidFill>
                      <a:prstDash val="solid"/>
                    </a:lnR>
                    <a:lnB w="4763">
                      <a:solidFill>
                        <a:srgbClr val="D0CBC4"/>
                      </a:solidFill>
                      <a:prstDash val="solid"/>
                    </a:lnB>
                    <a:solidFill>
                      <a:srgbClr val="F5F0E8"/>
                    </a:solidFill>
                  </a:tcPr>
                </a:tc>
                <a:tc>
                  <a:txBody>
                    <a:bodyPr/>
                    <a:lstStyle/>
                    <a:p>
                      <a:r>
                        <a:rPr sz="1050">
                          <a:solidFill>
                            <a:srgbClr val="0B0B0B"/>
                          </a:solidFill>
                          <a:latin typeface="Arial"/>
                          <a:ea typeface="Arial"/>
                          <a:cs typeface="Arial"/>
                        </a:rPr>
                        <a:t>433,20</a:t>
                      </a:r>
                    </a:p>
                  </a:txBody>
                  <a:tcPr marL="95250" marR="95250" marT="66675" marB="66675">
                    <a:lnR w="4763">
                      <a:solidFill>
                        <a:srgbClr val="D0CBC4"/>
                      </a:solidFill>
                      <a:prstDash val="solid"/>
                    </a:lnR>
                    <a:lnB w="4763">
                      <a:solidFill>
                        <a:srgbClr val="D0CBC4"/>
                      </a:solidFill>
                      <a:prstDash val="solid"/>
                    </a:lnB>
                    <a:solidFill>
                      <a:srgbClr val="F5F0E8"/>
                    </a:solidFill>
                  </a:tcPr>
                </a:tc>
              </a:tr>
              <a:tr h="354474">
                <a:tc>
                  <a:txBody>
                    <a:bodyPr/>
                    <a:lstStyle/>
                    <a:p>
                      <a:r>
                        <a:rPr sz="1050">
                          <a:solidFill>
                            <a:srgbClr val="0B0B0B"/>
                          </a:solidFill>
                          <a:latin typeface="Arial"/>
                          <a:ea typeface="Arial"/>
                          <a:cs typeface="Arial"/>
                        </a:rPr>
                        <a:t>Meta · 4.000 confirmaciones × US$0,03</a:t>
                      </a:r>
                    </a:p>
                  </a:txBody>
                  <a:tcPr marL="95250" marR="95250" marT="66675" marB="66675">
                    <a:lnL w="4763">
                      <a:solidFill>
                        <a:srgbClr val="D0CBC4"/>
                      </a:solidFill>
                      <a:prstDash val="solid"/>
                    </a:lnL>
                    <a:lnR w="4763">
                      <a:solidFill>
                        <a:srgbClr val="D0CBC4"/>
                      </a:solidFill>
                      <a:prstDash val="solid"/>
                    </a:lnR>
                    <a:lnB w="4763">
                      <a:solidFill>
                        <a:srgbClr val="D0CBC4"/>
                      </a:solidFill>
                      <a:prstDash val="solid"/>
                    </a:lnB>
                    <a:solidFill>
                      <a:srgbClr val="F5F0E8"/>
                    </a:solidFill>
                  </a:tcPr>
                </a:tc>
                <a:tc>
                  <a:txBody>
                    <a:bodyPr/>
                    <a:lstStyle/>
                    <a:p>
                      <a:r>
                        <a:rPr sz="1050">
                          <a:solidFill>
                            <a:srgbClr val="0B0B0B"/>
                          </a:solidFill>
                          <a:latin typeface="Arial"/>
                          <a:ea typeface="Arial"/>
                          <a:cs typeface="Arial"/>
                        </a:rPr>
                        <a:t>120,00</a:t>
                      </a:r>
                    </a:p>
                  </a:txBody>
                  <a:tcPr marL="95250" marR="95250" marT="66675" marB="66675">
                    <a:lnR w="4763">
                      <a:solidFill>
                        <a:srgbClr val="D0CBC4"/>
                      </a:solidFill>
                      <a:prstDash val="solid"/>
                    </a:lnR>
                    <a:lnB w="4763">
                      <a:solidFill>
                        <a:srgbClr val="D0CBC4"/>
                      </a:solidFill>
                      <a:prstDash val="solid"/>
                    </a:lnB>
                    <a:solidFill>
                      <a:srgbClr val="F5F0E8"/>
                    </a:solidFill>
                  </a:tcPr>
                </a:tc>
                <a:tc>
                  <a:txBody>
                    <a:bodyPr/>
                    <a:lstStyle/>
                    <a:p>
                      <a:r>
                        <a:rPr sz="1050">
                          <a:solidFill>
                            <a:srgbClr val="0B0B0B"/>
                          </a:solidFill>
                          <a:latin typeface="Arial"/>
                          <a:ea typeface="Arial"/>
                          <a:cs typeface="Arial"/>
                        </a:rPr>
                        <a:t>456,00</a:t>
                      </a:r>
                    </a:p>
                  </a:txBody>
                  <a:tcPr marL="95250" marR="95250" marT="66675" marB="66675">
                    <a:lnR w="4763">
                      <a:solidFill>
                        <a:srgbClr val="D0CBC4"/>
                      </a:solidFill>
                      <a:prstDash val="solid"/>
                    </a:lnR>
                    <a:lnB w="4763">
                      <a:solidFill>
                        <a:srgbClr val="D0CBC4"/>
                      </a:solidFill>
                      <a:prstDash val="solid"/>
                    </a:lnB>
                    <a:solidFill>
                      <a:srgbClr val="F5F0E8"/>
                    </a:solidFill>
                  </a:tcPr>
                </a:tc>
              </a:tr>
              <a:tr h="354474">
                <a:tc>
                  <a:txBody>
                    <a:bodyPr/>
                    <a:lstStyle/>
                    <a:p>
                      <a:r>
                        <a:rPr sz="1050">
                          <a:solidFill>
                            <a:srgbClr val="0B0B0B"/>
                          </a:solidFill>
                          <a:latin typeface="Arial"/>
                          <a:ea typeface="Arial"/>
                          <a:cs typeface="Arial"/>
                        </a:rPr>
                        <a:t>Total con 20% de reserva</a:t>
                      </a:r>
                    </a:p>
                  </a:txBody>
                  <a:tcPr marL="95250" marR="95250" marT="66675" marB="66675">
                    <a:lnL w="4763">
                      <a:solidFill>
                        <a:srgbClr val="D0CBC4"/>
                      </a:solidFill>
                      <a:prstDash val="solid"/>
                    </a:lnL>
                    <a:lnR w="4763">
                      <a:solidFill>
                        <a:srgbClr val="D0CBC4"/>
                      </a:solidFill>
                      <a:prstDash val="solid"/>
                    </a:lnR>
                    <a:lnB w="4763">
                      <a:solidFill>
                        <a:srgbClr val="D0CBC4"/>
                      </a:solidFill>
                      <a:prstDash val="solid"/>
                    </a:lnB>
                    <a:solidFill>
                      <a:srgbClr val="F5F0E8"/>
                    </a:solidFill>
                  </a:tcPr>
                </a:tc>
                <a:tc>
                  <a:txBody>
                    <a:bodyPr/>
                    <a:lstStyle/>
                    <a:p>
                      <a:r>
                        <a:rPr sz="1050">
                          <a:solidFill>
                            <a:srgbClr val="0B0B0B"/>
                          </a:solidFill>
                          <a:latin typeface="Arial"/>
                          <a:ea typeface="Arial"/>
                          <a:cs typeface="Arial"/>
                        </a:rPr>
                        <a:t>357,70</a:t>
                      </a:r>
                    </a:p>
                  </a:txBody>
                  <a:tcPr marL="95250" marR="95250" marT="66675" marB="66675">
                    <a:lnR w="4763">
                      <a:solidFill>
                        <a:srgbClr val="D0CBC4"/>
                      </a:solidFill>
                      <a:prstDash val="solid"/>
                    </a:lnR>
                    <a:lnB w="4763">
                      <a:solidFill>
                        <a:srgbClr val="D0CBC4"/>
                      </a:solidFill>
                      <a:prstDash val="solid"/>
                    </a:lnB>
                    <a:solidFill>
                      <a:srgbClr val="F5F0E8"/>
                    </a:solidFill>
                  </a:tcPr>
                </a:tc>
                <a:tc>
                  <a:txBody>
                    <a:bodyPr/>
                    <a:lstStyle/>
                    <a:p>
                      <a:r>
                        <a:rPr sz="1050">
                          <a:solidFill>
                            <a:srgbClr val="0B0B0B"/>
                          </a:solidFill>
                          <a:latin typeface="Arial"/>
                          <a:ea typeface="Arial"/>
                          <a:cs typeface="Arial"/>
                        </a:rPr>
                        <a:t>1.359,24</a:t>
                      </a:r>
                    </a:p>
                  </a:txBody>
                  <a:tcPr marL="95250" marR="95250" marT="66675" marB="66675">
                    <a:lnR w="4763">
                      <a:solidFill>
                        <a:srgbClr val="D0CBC4"/>
                      </a:solidFill>
                      <a:prstDash val="solid"/>
                    </a:lnR>
                    <a:lnB w="4763">
                      <a:solidFill>
                        <a:srgbClr val="D0CBC4"/>
                      </a:solidFill>
                      <a:prstDash val="solid"/>
                    </a:lnB>
                    <a:solidFill>
                      <a:srgbClr val="F5F0E8"/>
                    </a:solidFill>
                  </a:tcPr>
                </a:tc>
              </a:tr>
            </a:tbl>
          </a:graphicData>
        </a:graphic>
      </p:graphicFrame>
    </p:spTree>
    <p:extLst>
      <p:ext uri="{BB962C8B-B14F-4D97-AF65-F5344CB8AC3E}">
        <p14:creationId xmlns:p14="http://schemas.microsoft.com/office/powerpoint/2010/main" val="1726980371"/>
      </p:ext>
    </p:extLst>
  </p:cSld>
</p:sld>
</file>

<file path=ppt/slides/slide23.xml><?xml version="1.0" encoding="utf-8"?>
<p:sld xmlns:p="http://schemas.openxmlformats.org/presentationml/2006/main">
  <p:cSld>
    <p:spTree>
      <p:nvGrpSpPr>
        <p:cNvPr id="1" name=""/>
        <p:cNvGrpSpPr/>
        <p:nvPr/>
      </p:nvGrpSpPr>
      <p:grpSpPr>
        <a:xfrm xmlns:a="http://schemas.openxmlformats.org/drawingml/2006/main"/>
      </p:grpSpPr>
      <p:pic>
        <p:nvPicPr>
          <p:cNvPr id="22" name="">
            <a:extLst xmlns:a="http://schemas.openxmlformats.org/drawingml/2006/main">
              <a:ext uri="{FF2B5EF4-FFF2-40B4-BE49-F238E27FC236}">
                <a16:creationId xmlns:a16="http://schemas.microsoft.com/office/drawing/2014/main" id="{D38DD0BC-FAB8-435A-9F07-7CEDDEBF53F6}"/>
              </a:ext>
            </a:extLst>
          </p:cNvPr>
          <p:cNvPicPr>
            <a:picLocks xmlns:a="http://schemas.openxmlformats.org/drawingml/2006/main" noChangeAspect="1"/>
          </p:cNvPicPr>
          <p:nvPr/>
        </p:nvPicPr>
        <p:blipFill>
          <a:blip xmlns:r="http://schemas.openxmlformats.org/officeDocument/2006/relationships" xmlns:a="http://schemas.openxmlformats.org/drawingml/2006/main" r:embed="Rd0084da732a044d8"/>
          <a:stretch xmlns:a="http://schemas.openxmlformats.org/drawingml/2006/main"/>
        </p:blipFill>
        <p:spPr>
          <a:xfrm xmlns:a="http://schemas.openxmlformats.org/drawingml/2006/main">
            <a:off x="0" y="0"/>
            <a:ext cx="9324594" cy="5248656"/>
          </a:xfrm>
          <a:prstGeom xmlns:a="http://schemas.openxmlformats.org/drawingml/2006/main" prst="rect">
            <a:avLst/>
          </a:prstGeom>
        </p:spPr>
      </p:pic>
      <p:sp>
        <p:nvSpPr>
          <p:cNvPr id="2" name="text-23-0">
            <a:extLst xmlns:a="http://schemas.openxmlformats.org/drawingml/2006/main">
              <a:ext uri="{FF2B5EF4-FFF2-40B4-BE49-F238E27FC236}">
                <a16:creationId xmlns:a16="http://schemas.microsoft.com/office/drawing/2014/main" id="{4ECFDFCD-0C64-458A-AA2E-31F05227147C}"/>
              </a:ext>
            </a:extLst>
          </p:cNvPr>
          <p:cNvSpPr>
            <a:spLocks xmlns:a="http://schemas.openxmlformats.org/drawingml/2006/main" noGrp="1"/>
          </p:cNvSpPr>
          <p:nvPr/>
        </p:nvSpPr>
        <p:spPr>
          <a:xfrm xmlns:a="http://schemas.openxmlformats.org/drawingml/2006/main">
            <a:off x="532209" y="382979"/>
            <a:ext cx="2786289" cy="1518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956" b="1" i="0">
                <a:solidFill>
                  <a:srgbClr val="F5F0E8"/>
                </a:solidFill>
                <a:latin typeface="Arial"/>
                <a:ea typeface="Arial"/>
                <a:cs typeface="Arial"/>
              </a:defRPr>
            </a:defPPr>
          </a:lstStyle>
          <a:p xmlns:a="http://schemas.openxmlformats.org/drawingml/2006/main">
            <a:pPr>
              <a:defRPr sz="956" b="1" i="0">
                <a:solidFill>
                  <a:srgbClr val="F5F0E8"/>
                </a:solidFill>
                <a:latin typeface="Arial"/>
                <a:ea typeface="Arial"/>
                <a:cs typeface="Arial"/>
              </a:defRPr>
            </a:pPr>
            <a:r>
              <a:rPr sz="956" b="1" i="0">
                <a:solidFill>
                  <a:srgbClr val="F5F0E8"/>
                </a:solidFill>
                <a:latin typeface="Arial"/>
                <a:ea typeface="Arial"/>
                <a:cs typeface="Arial"/>
              </a:rPr>
              <a:t>ANEXO F / OPTIMIZACIÓN PROPUESTA</a:t>
            </a:r>
          </a:p>
        </p:txBody>
      </p:sp>
      <p:sp>
        <p:nvSpPr>
          <p:cNvPr id="3" name="text-23-1">
            <a:extLst xmlns:a="http://schemas.openxmlformats.org/drawingml/2006/main">
              <a:ext uri="{FF2B5EF4-FFF2-40B4-BE49-F238E27FC236}">
                <a16:creationId xmlns:a16="http://schemas.microsoft.com/office/drawing/2014/main" id="{B6872CD6-AB3E-4CC8-9051-20E1F8B64863}"/>
              </a:ext>
            </a:extLst>
          </p:cNvPr>
          <p:cNvSpPr>
            <a:spLocks xmlns:a="http://schemas.openxmlformats.org/drawingml/2006/main" noGrp="1"/>
          </p:cNvSpPr>
          <p:nvPr/>
        </p:nvSpPr>
        <p:spPr>
          <a:xfrm xmlns:a="http://schemas.openxmlformats.org/drawingml/2006/main">
            <a:off x="532209" y="681719"/>
            <a:ext cx="4997106" cy="58043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3656" b="0" i="0">
                <a:solidFill>
                  <a:srgbClr val="F5F0E8"/>
                </a:solidFill>
                <a:latin typeface="Impact"/>
                <a:ea typeface="Impact"/>
                <a:cs typeface="Impact"/>
              </a:defRPr>
            </a:defPPr>
          </a:lstStyle>
          <a:p xmlns:a="http://schemas.openxmlformats.org/drawingml/2006/main">
            <a:pPr>
              <a:defRPr sz="3656" b="0" i="0">
                <a:solidFill>
                  <a:srgbClr val="F5F0E8"/>
                </a:solidFill>
                <a:latin typeface="Impact"/>
                <a:ea typeface="Impact"/>
                <a:cs typeface="Impact"/>
              </a:defRPr>
            </a:pPr>
            <a:r>
              <a:rPr sz="3656" b="0" i="0">
                <a:solidFill>
                  <a:srgbClr val="F5F0E8"/>
                </a:solidFill>
                <a:latin typeface="Impact"/>
                <a:ea typeface="Impact"/>
                <a:cs typeface="Impact"/>
              </a:rPr>
              <a:t>LOS DATOS EN EL FORMULARIO</a:t>
            </a:r>
          </a:p>
        </p:txBody>
      </p:sp>
      <p:sp>
        <p:nvSpPr>
          <p:cNvPr id="4" name="text-23-2">
            <a:extLst xmlns:a="http://schemas.openxmlformats.org/drawingml/2006/main">
              <a:ext uri="{FF2B5EF4-FFF2-40B4-BE49-F238E27FC236}">
                <a16:creationId xmlns:a16="http://schemas.microsoft.com/office/drawing/2014/main" id="{BD5E9723-5ACE-4B8B-BF0D-BB44429C42B7}"/>
              </a:ext>
            </a:extLst>
          </p:cNvPr>
          <p:cNvSpPr>
            <a:spLocks xmlns:a="http://schemas.openxmlformats.org/drawingml/2006/main" noGrp="1"/>
          </p:cNvSpPr>
          <p:nvPr/>
        </p:nvSpPr>
        <p:spPr>
          <a:xfrm xmlns:a="http://schemas.openxmlformats.org/drawingml/2006/main">
            <a:off x="532209" y="1153206"/>
            <a:ext cx="4509800" cy="58043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3656" b="0" i="0">
                <a:solidFill>
                  <a:srgbClr val="F5F0E8"/>
                </a:solidFill>
                <a:latin typeface="Impact"/>
                <a:ea typeface="Impact"/>
                <a:cs typeface="Impact"/>
              </a:defRPr>
            </a:defPPr>
          </a:lstStyle>
          <a:p xmlns:a="http://schemas.openxmlformats.org/drawingml/2006/main">
            <a:pPr>
              <a:defRPr sz="3656" b="0" i="0">
                <a:solidFill>
                  <a:srgbClr val="F5F0E8"/>
                </a:solidFill>
                <a:latin typeface="Impact"/>
                <a:ea typeface="Impact"/>
                <a:cs typeface="Impact"/>
              </a:defRPr>
            </a:pPr>
            <a:r>
              <a:rPr sz="3656" b="0" i="0">
                <a:solidFill>
                  <a:srgbClr val="F5F0E8"/>
                </a:solidFill>
                <a:latin typeface="Impact"/>
                <a:ea typeface="Impact"/>
                <a:cs typeface="Impact"/>
              </a:rPr>
              <a:t>EL CHAT PARA ACOMPAÑAR</a:t>
            </a:r>
          </a:p>
        </p:txBody>
      </p:sp>
      <p:sp>
        <p:nvSpPr>
          <p:cNvPr id="5" name="text-23-3">
            <a:extLst xmlns:a="http://schemas.openxmlformats.org/drawingml/2006/main">
              <a:ext uri="{FF2B5EF4-FFF2-40B4-BE49-F238E27FC236}">
                <a16:creationId xmlns:a16="http://schemas.microsoft.com/office/drawing/2014/main" id="{164F2003-2015-4A29-A954-A1193F34451D}"/>
              </a:ext>
            </a:extLst>
          </p:cNvPr>
          <p:cNvSpPr>
            <a:spLocks xmlns:a="http://schemas.openxmlformats.org/drawingml/2006/main" noGrp="1"/>
          </p:cNvSpPr>
          <p:nvPr/>
        </p:nvSpPr>
        <p:spPr>
          <a:xfrm xmlns:a="http://schemas.openxmlformats.org/drawingml/2006/main">
            <a:off x="532209" y="1971598"/>
            <a:ext cx="1780417" cy="18752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181" b="1" i="0">
                <a:solidFill>
                  <a:srgbClr val="F5F0E8"/>
                </a:solidFill>
                <a:latin typeface="Arial"/>
                <a:ea typeface="Arial"/>
                <a:cs typeface="Arial"/>
              </a:defRPr>
            </a:defPPr>
          </a:lstStyle>
          <a:p xmlns:a="http://schemas.openxmlformats.org/drawingml/2006/main">
            <a:pPr>
              <a:defRPr sz="1181" b="1" i="0">
                <a:solidFill>
                  <a:srgbClr val="F5F0E8"/>
                </a:solidFill>
                <a:latin typeface="Arial"/>
                <a:ea typeface="Arial"/>
                <a:cs typeface="Arial"/>
              </a:defRPr>
            </a:pPr>
            <a:r>
              <a:rPr sz="1181" b="1" i="0">
                <a:solidFill>
                  <a:srgbClr val="F5F0E8"/>
                </a:solidFill>
                <a:latin typeface="Arial"/>
                <a:ea typeface="Arial"/>
                <a:cs typeface="Arial"/>
              </a:rPr>
              <a:t>01 / UN SOLO MENSAJE</a:t>
            </a:r>
          </a:p>
        </p:txBody>
      </p:sp>
      <p:sp>
        <p:nvSpPr>
          <p:cNvPr id="6" name="text-23-4">
            <a:extLst xmlns:a="http://schemas.openxmlformats.org/drawingml/2006/main">
              <a:ext uri="{FF2B5EF4-FFF2-40B4-BE49-F238E27FC236}">
                <a16:creationId xmlns:a16="http://schemas.microsoft.com/office/drawing/2014/main" id="{E53D6765-8459-46F5-8D4D-D1CC9D84EAF1}"/>
              </a:ext>
            </a:extLst>
          </p:cNvPr>
          <p:cNvSpPr>
            <a:spLocks xmlns:a="http://schemas.openxmlformats.org/drawingml/2006/main" noGrp="1"/>
          </p:cNvSpPr>
          <p:nvPr/>
        </p:nvSpPr>
        <p:spPr>
          <a:xfrm xmlns:a="http://schemas.openxmlformats.org/drawingml/2006/main">
            <a:off x="532209" y="2288630"/>
            <a:ext cx="2539305" cy="22324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406" b="0" i="0">
                <a:solidFill>
                  <a:srgbClr val="F5F0E8"/>
                </a:solidFill>
                <a:latin typeface="Arial"/>
                <a:ea typeface="Arial"/>
                <a:cs typeface="Arial"/>
              </a:defRPr>
            </a:defPPr>
          </a:lstStyle>
          <a:p xmlns:a="http://schemas.openxmlformats.org/drawingml/2006/main">
            <a:pPr>
              <a:defRPr sz="1406" b="0" i="0">
                <a:solidFill>
                  <a:srgbClr val="F5F0E8"/>
                </a:solidFill>
                <a:latin typeface="Arial"/>
                <a:ea typeface="Arial"/>
                <a:cs typeface="Arial"/>
              </a:defRPr>
            </a:pPr>
            <a:r>
              <a:rPr sz="1406" b="0" i="0">
                <a:solidFill>
                  <a:srgbClr val="F5F0E8"/>
                </a:solidFill>
                <a:latin typeface="Arial"/>
                <a:ea typeface="Arial"/>
                <a:cs typeface="Arial"/>
              </a:rPr>
              <a:t>Cotización y botón al formulario</a:t>
            </a:r>
          </a:p>
        </p:txBody>
      </p:sp>
      <p:sp>
        <p:nvSpPr>
          <p:cNvPr id="7" name="text-23-5">
            <a:extLst xmlns:a="http://schemas.openxmlformats.org/drawingml/2006/main">
              <a:ext uri="{FF2B5EF4-FFF2-40B4-BE49-F238E27FC236}">
                <a16:creationId xmlns:a16="http://schemas.microsoft.com/office/drawing/2014/main" id="{09586F30-9403-4BD1-9CB6-B41E22848D34}"/>
              </a:ext>
            </a:extLst>
          </p:cNvPr>
          <p:cNvSpPr>
            <a:spLocks xmlns:a="http://schemas.openxmlformats.org/drawingml/2006/main" noGrp="1"/>
          </p:cNvSpPr>
          <p:nvPr/>
        </p:nvSpPr>
        <p:spPr>
          <a:xfrm xmlns:a="http://schemas.openxmlformats.org/drawingml/2006/main">
            <a:off x="532209" y="2545805"/>
            <a:ext cx="981154" cy="22324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406" b="0" i="0">
                <a:solidFill>
                  <a:srgbClr val="F5F0E8"/>
                </a:solidFill>
                <a:latin typeface="Arial"/>
                <a:ea typeface="Arial"/>
                <a:cs typeface="Arial"/>
              </a:defRPr>
            </a:defPPr>
          </a:lstStyle>
          <a:p xmlns:a="http://schemas.openxmlformats.org/drawingml/2006/main">
            <a:pPr>
              <a:defRPr sz="1406" b="0" i="0">
                <a:solidFill>
                  <a:srgbClr val="F5F0E8"/>
                </a:solidFill>
                <a:latin typeface="Arial"/>
                <a:ea typeface="Arial"/>
                <a:cs typeface="Arial"/>
              </a:defRPr>
            </a:pPr>
            <a:r>
              <a:rPr sz="1406" b="0" i="0">
                <a:solidFill>
                  <a:srgbClr val="F5F0E8"/>
                </a:solidFill>
                <a:latin typeface="Arial"/>
                <a:ea typeface="Arial"/>
                <a:cs typeface="Arial"/>
              </a:rPr>
              <a:t>web o Flow.</a:t>
            </a:r>
          </a:p>
        </p:txBody>
      </p:sp>
      <p:sp>
        <p:nvSpPr>
          <p:cNvPr id="8" name="text-23-6">
            <a:extLst xmlns:a="http://schemas.openxmlformats.org/drawingml/2006/main">
              <a:ext uri="{FF2B5EF4-FFF2-40B4-BE49-F238E27FC236}">
                <a16:creationId xmlns:a16="http://schemas.microsoft.com/office/drawing/2014/main" id="{304991F9-5C99-4883-B39B-4B1DBDE1D176}"/>
              </a:ext>
            </a:extLst>
          </p:cNvPr>
          <p:cNvSpPr>
            <a:spLocks xmlns:a="http://schemas.openxmlformats.org/drawingml/2006/main" noGrp="1"/>
          </p:cNvSpPr>
          <p:nvPr/>
        </p:nvSpPr>
        <p:spPr>
          <a:xfrm xmlns:a="http://schemas.openxmlformats.org/drawingml/2006/main">
            <a:off x="3375422" y="1971598"/>
            <a:ext cx="1841377" cy="18752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181" b="1" i="0">
                <a:solidFill>
                  <a:srgbClr val="F5F0E8"/>
                </a:solidFill>
                <a:latin typeface="Arial"/>
                <a:ea typeface="Arial"/>
                <a:cs typeface="Arial"/>
              </a:defRPr>
            </a:defPPr>
          </a:lstStyle>
          <a:p xmlns:a="http://schemas.openxmlformats.org/drawingml/2006/main">
            <a:pPr>
              <a:defRPr sz="1181" b="1" i="0">
                <a:solidFill>
                  <a:srgbClr val="F5F0E8"/>
                </a:solidFill>
                <a:latin typeface="Arial"/>
                <a:ea typeface="Arial"/>
                <a:cs typeface="Arial"/>
              </a:defRPr>
            </a:pPr>
            <a:r>
              <a:rPr sz="1181" b="1" i="0">
                <a:solidFill>
                  <a:srgbClr val="F5F0E8"/>
                </a:solidFill>
                <a:latin typeface="Arial"/>
                <a:ea typeface="Arial"/>
                <a:cs typeface="Arial"/>
              </a:rPr>
              <a:t>02 / DATOS AGRUPADOS</a:t>
            </a:r>
          </a:p>
        </p:txBody>
      </p:sp>
      <p:sp>
        <p:nvSpPr>
          <p:cNvPr id="9" name="text-23-7">
            <a:extLst xmlns:a="http://schemas.openxmlformats.org/drawingml/2006/main">
              <a:ext uri="{FF2B5EF4-FFF2-40B4-BE49-F238E27FC236}">
                <a16:creationId xmlns:a16="http://schemas.microsoft.com/office/drawing/2014/main" id="{E130496F-58E6-414A-871F-FCA4134DA8BD}"/>
              </a:ext>
            </a:extLst>
          </p:cNvPr>
          <p:cNvSpPr>
            <a:spLocks xmlns:a="http://schemas.openxmlformats.org/drawingml/2006/main" noGrp="1"/>
          </p:cNvSpPr>
          <p:nvPr/>
        </p:nvSpPr>
        <p:spPr>
          <a:xfrm xmlns:a="http://schemas.openxmlformats.org/drawingml/2006/main">
            <a:off x="3375422" y="2288630"/>
            <a:ext cx="1586867" cy="22324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406" b="0" i="0">
                <a:solidFill>
                  <a:srgbClr val="F5F0E8"/>
                </a:solidFill>
                <a:latin typeface="Arial"/>
                <a:ea typeface="Arial"/>
                <a:cs typeface="Arial"/>
              </a:defRPr>
            </a:defPPr>
          </a:lstStyle>
          <a:p xmlns:a="http://schemas.openxmlformats.org/drawingml/2006/main">
            <a:pPr>
              <a:defRPr sz="1406" b="0" i="0">
                <a:solidFill>
                  <a:srgbClr val="F5F0E8"/>
                </a:solidFill>
                <a:latin typeface="Arial"/>
                <a:ea typeface="Arial"/>
                <a:cs typeface="Arial"/>
              </a:defRPr>
            </a:pPr>
            <a:r>
              <a:rPr sz="1406" b="0" i="0">
                <a:solidFill>
                  <a:srgbClr val="F5F0E8"/>
                </a:solidFill>
                <a:latin typeface="Arial"/>
                <a:ea typeface="Arial"/>
                <a:cs typeface="Arial"/>
              </a:rPr>
              <a:t>Identidad, destino y</a:t>
            </a:r>
          </a:p>
        </p:txBody>
      </p:sp>
      <p:sp>
        <p:nvSpPr>
          <p:cNvPr id="10" name="text-23-8">
            <a:extLst xmlns:a="http://schemas.openxmlformats.org/drawingml/2006/main">
              <a:ext uri="{FF2B5EF4-FFF2-40B4-BE49-F238E27FC236}">
                <a16:creationId xmlns:a16="http://schemas.microsoft.com/office/drawing/2014/main" id="{57B52DD9-5F89-468A-9FA1-1F01E5156FBE}"/>
              </a:ext>
            </a:extLst>
          </p:cNvPr>
          <p:cNvSpPr>
            <a:spLocks xmlns:a="http://schemas.openxmlformats.org/drawingml/2006/main" noGrp="1"/>
          </p:cNvSpPr>
          <p:nvPr/>
        </p:nvSpPr>
        <p:spPr>
          <a:xfrm xmlns:a="http://schemas.openxmlformats.org/drawingml/2006/main">
            <a:off x="3375422" y="2545805"/>
            <a:ext cx="2410363" cy="22324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406" b="0" i="0">
                <a:solidFill>
                  <a:srgbClr val="F5F0E8"/>
                </a:solidFill>
                <a:latin typeface="Arial"/>
                <a:ea typeface="Arial"/>
                <a:cs typeface="Arial"/>
              </a:defRPr>
            </a:defPPr>
          </a:lstStyle>
          <a:p xmlns:a="http://schemas.openxmlformats.org/drawingml/2006/main">
            <a:pPr>
              <a:defRPr sz="1406" b="0" i="0">
                <a:solidFill>
                  <a:srgbClr val="F5F0E8"/>
                </a:solidFill>
                <a:latin typeface="Arial"/>
                <a:ea typeface="Arial"/>
                <a:cs typeface="Arial"/>
              </a:defRPr>
            </a:pPr>
            <a:r>
              <a:rPr sz="1406" b="0" i="0">
                <a:solidFill>
                  <a:srgbClr val="F5F0E8"/>
                </a:solidFill>
                <a:latin typeface="Arial"/>
                <a:ea typeface="Arial"/>
                <a:cs typeface="Arial"/>
              </a:rPr>
              <a:t>comprobante en el formulario.</a:t>
            </a:r>
          </a:p>
        </p:txBody>
      </p:sp>
      <p:sp>
        <p:nvSpPr>
          <p:cNvPr id="11" name="text-23-9">
            <a:extLst xmlns:a="http://schemas.openxmlformats.org/drawingml/2006/main">
              <a:ext uri="{FF2B5EF4-FFF2-40B4-BE49-F238E27FC236}">
                <a16:creationId xmlns:a16="http://schemas.microsoft.com/office/drawing/2014/main" id="{1263E176-851F-4A5C-8805-04D09559E762}"/>
              </a:ext>
            </a:extLst>
          </p:cNvPr>
          <p:cNvSpPr>
            <a:spLocks xmlns:a="http://schemas.openxmlformats.org/drawingml/2006/main" noGrp="1"/>
          </p:cNvSpPr>
          <p:nvPr/>
        </p:nvSpPr>
        <p:spPr>
          <a:xfrm xmlns:a="http://schemas.openxmlformats.org/drawingml/2006/main">
            <a:off x="6218634" y="1971598"/>
            <a:ext cx="1874509" cy="18752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181" b="1" i="0">
                <a:solidFill>
                  <a:srgbClr val="F5F0E8"/>
                </a:solidFill>
                <a:latin typeface="Arial"/>
                <a:ea typeface="Arial"/>
                <a:cs typeface="Arial"/>
              </a:defRPr>
            </a:defPPr>
          </a:lstStyle>
          <a:p xmlns:a="http://schemas.openxmlformats.org/drawingml/2006/main">
            <a:pPr>
              <a:defRPr sz="1181" b="1" i="0">
                <a:solidFill>
                  <a:srgbClr val="F5F0E8"/>
                </a:solidFill>
                <a:latin typeface="Arial"/>
                <a:ea typeface="Arial"/>
                <a:cs typeface="Arial"/>
              </a:defRPr>
            </a:pPr>
            <a:r>
              <a:rPr sz="1181" b="1" i="0">
                <a:solidFill>
                  <a:srgbClr val="F5F0E8"/>
                </a:solidFill>
                <a:latin typeface="Arial"/>
                <a:ea typeface="Arial"/>
                <a:cs typeface="Arial"/>
              </a:rPr>
              <a:t>03 / UNA CONFIRMACIÓN</a:t>
            </a:r>
          </a:p>
        </p:txBody>
      </p:sp>
      <p:sp>
        <p:nvSpPr>
          <p:cNvPr id="12" name="text-23-10">
            <a:extLst xmlns:a="http://schemas.openxmlformats.org/drawingml/2006/main">
              <a:ext uri="{FF2B5EF4-FFF2-40B4-BE49-F238E27FC236}">
                <a16:creationId xmlns:a16="http://schemas.microsoft.com/office/drawing/2014/main" id="{7CB6A59D-9C9D-4D8D-8189-7C540C8017CE}"/>
              </a:ext>
            </a:extLst>
          </p:cNvPr>
          <p:cNvSpPr>
            <a:spLocks xmlns:a="http://schemas.openxmlformats.org/drawingml/2006/main" noGrp="1"/>
          </p:cNvSpPr>
          <p:nvPr/>
        </p:nvSpPr>
        <p:spPr>
          <a:xfrm xmlns:a="http://schemas.openxmlformats.org/drawingml/2006/main">
            <a:off x="6218634" y="2288630"/>
            <a:ext cx="2072997" cy="22324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406" b="0" i="0">
                <a:solidFill>
                  <a:srgbClr val="F5F0E8"/>
                </a:solidFill>
                <a:latin typeface="Arial"/>
                <a:ea typeface="Arial"/>
                <a:cs typeface="Arial"/>
              </a:defRPr>
            </a:defPPr>
          </a:lstStyle>
          <a:p xmlns:a="http://schemas.openxmlformats.org/drawingml/2006/main">
            <a:pPr>
              <a:defRPr sz="1406" b="0" i="0">
                <a:solidFill>
                  <a:srgbClr val="F5F0E8"/>
                </a:solidFill>
                <a:latin typeface="Arial"/>
                <a:ea typeface="Arial"/>
                <a:cs typeface="Arial"/>
              </a:defRPr>
            </a:pPr>
            <a:r>
              <a:rPr sz="1406" b="0" i="0">
                <a:solidFill>
                  <a:srgbClr val="F5F0E8"/>
                </a:solidFill>
                <a:latin typeface="Arial"/>
                <a:ea typeface="Arial"/>
                <a:cs typeface="Arial"/>
              </a:rPr>
              <a:t>Resultado y comprobante</a:t>
            </a:r>
          </a:p>
        </p:txBody>
      </p:sp>
      <p:sp>
        <p:nvSpPr>
          <p:cNvPr id="13" name="text-23-11">
            <a:extLst xmlns:a="http://schemas.openxmlformats.org/drawingml/2006/main">
              <a:ext uri="{FF2B5EF4-FFF2-40B4-BE49-F238E27FC236}">
                <a16:creationId xmlns:a16="http://schemas.microsoft.com/office/drawing/2014/main" id="{EFFDD9C6-0876-4FE9-823E-9D18F2A67C5C}"/>
              </a:ext>
            </a:extLst>
          </p:cNvPr>
          <p:cNvSpPr>
            <a:spLocks xmlns:a="http://schemas.openxmlformats.org/drawingml/2006/main" noGrp="1"/>
          </p:cNvSpPr>
          <p:nvPr/>
        </p:nvSpPr>
        <p:spPr>
          <a:xfrm xmlns:a="http://schemas.openxmlformats.org/drawingml/2006/main">
            <a:off x="6218634" y="2545805"/>
            <a:ext cx="2288359" cy="22324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406" b="0" i="0">
                <a:solidFill>
                  <a:srgbClr val="F5F0E8"/>
                </a:solidFill>
                <a:latin typeface="Arial"/>
                <a:ea typeface="Arial"/>
                <a:cs typeface="Arial"/>
              </a:defRPr>
            </a:defPPr>
          </a:lstStyle>
          <a:p xmlns:a="http://schemas.openxmlformats.org/drawingml/2006/main">
            <a:pPr>
              <a:defRPr sz="1406" b="0" i="0">
                <a:solidFill>
                  <a:srgbClr val="F5F0E8"/>
                </a:solidFill>
                <a:latin typeface="Arial"/>
                <a:ea typeface="Arial"/>
                <a:cs typeface="Arial"/>
              </a:defRPr>
            </a:pPr>
            <a:r>
              <a:rPr sz="1406" b="0" i="0">
                <a:solidFill>
                  <a:srgbClr val="F5F0E8"/>
                </a:solidFill>
                <a:latin typeface="Arial"/>
                <a:ea typeface="Arial"/>
                <a:cs typeface="Arial"/>
              </a:rPr>
              <a:t>juntos. Ayuda si se necesita.</a:t>
            </a:r>
          </a:p>
        </p:txBody>
      </p:sp>
      <p:sp>
        <p:nvSpPr>
          <p:cNvPr id="14" name="text-23-12">
            <a:extLst xmlns:a="http://schemas.openxmlformats.org/drawingml/2006/main">
              <a:ext uri="{FF2B5EF4-FFF2-40B4-BE49-F238E27FC236}">
                <a16:creationId xmlns:a16="http://schemas.microsoft.com/office/drawing/2014/main" id="{AAC02266-CA24-4160-907B-27B860957963}"/>
              </a:ext>
            </a:extLst>
          </p:cNvPr>
          <p:cNvSpPr>
            <a:spLocks xmlns:a="http://schemas.openxmlformats.org/drawingml/2006/main" noGrp="1"/>
          </p:cNvSpPr>
          <p:nvPr/>
        </p:nvSpPr>
        <p:spPr>
          <a:xfrm xmlns:a="http://schemas.openxmlformats.org/drawingml/2006/main">
            <a:off x="532209" y="3103199"/>
            <a:ext cx="1261975" cy="61614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3881" b="0" i="0">
                <a:solidFill>
                  <a:srgbClr val="F5F0E8"/>
                </a:solidFill>
                <a:latin typeface="Impact"/>
                <a:ea typeface="Impact"/>
                <a:cs typeface="Impact"/>
              </a:defRPr>
            </a:defPPr>
          </a:lstStyle>
          <a:p xmlns:a="http://schemas.openxmlformats.org/drawingml/2006/main">
            <a:pPr>
              <a:defRPr sz="3881" b="0" i="0">
                <a:solidFill>
                  <a:srgbClr val="F5F0E8"/>
                </a:solidFill>
                <a:latin typeface="Impact"/>
                <a:ea typeface="Impact"/>
                <a:cs typeface="Impact"/>
              </a:defRPr>
            </a:pPr>
            <a:r>
              <a:rPr sz="3881" b="0" i="0">
                <a:solidFill>
                  <a:srgbClr val="F5F0E8"/>
                </a:solidFill>
                <a:latin typeface="Impact"/>
                <a:ea typeface="Impact"/>
                <a:cs typeface="Impact"/>
              </a:rPr>
              <a:t>6 a 2,2</a:t>
            </a:r>
          </a:p>
        </p:txBody>
      </p:sp>
      <p:sp>
        <p:nvSpPr>
          <p:cNvPr id="15" name="text-23-13">
            <a:extLst xmlns:a="http://schemas.openxmlformats.org/drawingml/2006/main">
              <a:ext uri="{FF2B5EF4-FFF2-40B4-BE49-F238E27FC236}">
                <a16:creationId xmlns:a16="http://schemas.microsoft.com/office/drawing/2014/main" id="{A501C2E2-F51E-4F3F-A32C-11D9DA96E7D3}"/>
              </a:ext>
            </a:extLst>
          </p:cNvPr>
          <p:cNvSpPr>
            <a:spLocks xmlns:a="http://schemas.openxmlformats.org/drawingml/2006/main" noGrp="1"/>
          </p:cNvSpPr>
          <p:nvPr/>
        </p:nvSpPr>
        <p:spPr>
          <a:xfrm xmlns:a="http://schemas.openxmlformats.org/drawingml/2006/main">
            <a:off x="532209" y="3701062"/>
            <a:ext cx="2597491" cy="19645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38" b="0" i="0">
                <a:solidFill>
                  <a:srgbClr val="F5F0E8"/>
                </a:solidFill>
                <a:latin typeface="Arial"/>
                <a:ea typeface="Arial"/>
                <a:cs typeface="Arial"/>
              </a:defRPr>
            </a:defPPr>
          </a:lstStyle>
          <a:p xmlns:a="http://schemas.openxmlformats.org/drawingml/2006/main">
            <a:pPr>
              <a:defRPr sz="1238" b="0" i="0">
                <a:solidFill>
                  <a:srgbClr val="F5F0E8"/>
                </a:solidFill>
                <a:latin typeface="Arial"/>
                <a:ea typeface="Arial"/>
                <a:cs typeface="Arial"/>
              </a:defRPr>
            </a:pPr>
            <a:r>
              <a:rPr sz="1238" b="0" i="0">
                <a:solidFill>
                  <a:srgbClr val="F5F0E8"/>
                </a:solidFill>
                <a:latin typeface="Arial"/>
                <a:ea typeface="Arial"/>
                <a:cs typeface="Arial"/>
              </a:rPr>
              <a:t>mensajes medios por chat, supuesto</a:t>
            </a:r>
          </a:p>
        </p:txBody>
      </p:sp>
      <p:sp>
        <p:nvSpPr>
          <p:cNvPr id="16" name="text-23-14">
            <a:extLst xmlns:a="http://schemas.openxmlformats.org/drawingml/2006/main">
              <a:ext uri="{FF2B5EF4-FFF2-40B4-BE49-F238E27FC236}">
                <a16:creationId xmlns:a16="http://schemas.microsoft.com/office/drawing/2014/main" id="{12AE3BBD-CA2B-4A75-BE74-40D35ADFA0FC}"/>
              </a:ext>
            </a:extLst>
          </p:cNvPr>
          <p:cNvSpPr>
            <a:spLocks xmlns:a="http://schemas.openxmlformats.org/drawingml/2006/main" noGrp="1"/>
          </p:cNvSpPr>
          <p:nvPr/>
        </p:nvSpPr>
        <p:spPr>
          <a:xfrm xmlns:a="http://schemas.openxmlformats.org/drawingml/2006/main">
            <a:off x="4839891" y="3103199"/>
            <a:ext cx="1148183" cy="61614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3881" b="0" i="0">
                <a:solidFill>
                  <a:srgbClr val="F5F0E8"/>
                </a:solidFill>
                <a:latin typeface="Impact"/>
                <a:ea typeface="Impact"/>
                <a:cs typeface="Impact"/>
              </a:defRPr>
            </a:defPPr>
          </a:lstStyle>
          <a:p xmlns:a="http://schemas.openxmlformats.org/drawingml/2006/main">
            <a:pPr>
              <a:defRPr sz="3881" b="0" i="0">
                <a:solidFill>
                  <a:srgbClr val="F5F0E8"/>
                </a:solidFill>
                <a:latin typeface="Impact"/>
                <a:ea typeface="Impact"/>
                <a:cs typeface="Impact"/>
              </a:defRPr>
            </a:pPr>
            <a:r>
              <a:rPr sz="3881" b="0" i="0">
                <a:solidFill>
                  <a:srgbClr val="F5F0E8"/>
                </a:solidFill>
                <a:latin typeface="Impact"/>
                <a:ea typeface="Impact"/>
                <a:cs typeface="Impact"/>
              </a:rPr>
              <a:t>≈60%</a:t>
            </a:r>
          </a:p>
        </p:txBody>
      </p:sp>
      <p:sp>
        <p:nvSpPr>
          <p:cNvPr id="17" name="text-23-15">
            <a:extLst xmlns:a="http://schemas.openxmlformats.org/drawingml/2006/main">
              <a:ext uri="{FF2B5EF4-FFF2-40B4-BE49-F238E27FC236}">
                <a16:creationId xmlns:a16="http://schemas.microsoft.com/office/drawing/2014/main" id="{85DE33F3-B712-42BF-9FF9-749EFB217277}"/>
              </a:ext>
            </a:extLst>
          </p:cNvPr>
          <p:cNvSpPr>
            <a:spLocks xmlns:a="http://schemas.openxmlformats.org/drawingml/2006/main" noGrp="1"/>
          </p:cNvSpPr>
          <p:nvPr/>
        </p:nvSpPr>
        <p:spPr>
          <a:xfrm xmlns:a="http://schemas.openxmlformats.org/drawingml/2006/main">
            <a:off x="4839891" y="3701062"/>
            <a:ext cx="2763928" cy="19645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38" b="0" i="0">
                <a:solidFill>
                  <a:srgbClr val="F5F0E8"/>
                </a:solidFill>
                <a:latin typeface="Arial"/>
                <a:ea typeface="Arial"/>
                <a:cs typeface="Arial"/>
              </a:defRPr>
            </a:defPPr>
          </a:lstStyle>
          <a:p xmlns:a="http://schemas.openxmlformats.org/drawingml/2006/main">
            <a:pPr>
              <a:defRPr sz="1238" b="0" i="0">
                <a:solidFill>
                  <a:srgbClr val="F5F0E8"/>
                </a:solidFill>
                <a:latin typeface="Arial"/>
                <a:ea typeface="Arial"/>
                <a:cs typeface="Arial"/>
              </a:defRPr>
            </a:pPr>
            <a:r>
              <a:rPr sz="1238" b="0" i="0">
                <a:solidFill>
                  <a:srgbClr val="F5F0E8"/>
                </a:solidFill>
                <a:latin typeface="Arial"/>
                <a:ea typeface="Arial"/>
                <a:cs typeface="Arial"/>
              </a:rPr>
              <a:t>menos presupuesto: S/3.500 a S/1.400</a:t>
            </a:r>
          </a:p>
        </p:txBody>
      </p:sp>
      <p:sp>
        <p:nvSpPr>
          <p:cNvPr id="18" name="text-23-16">
            <a:extLst xmlns:a="http://schemas.openxmlformats.org/drawingml/2006/main">
              <a:ext uri="{FF2B5EF4-FFF2-40B4-BE49-F238E27FC236}">
                <a16:creationId xmlns:a16="http://schemas.microsoft.com/office/drawing/2014/main" id="{DEDA5135-46C1-4D01-9DE4-D4B92240C3A3}"/>
              </a:ext>
            </a:extLst>
          </p:cNvPr>
          <p:cNvSpPr>
            <a:spLocks xmlns:a="http://schemas.openxmlformats.org/drawingml/2006/main" noGrp="1"/>
          </p:cNvSpPr>
          <p:nvPr/>
        </p:nvSpPr>
        <p:spPr>
          <a:xfrm xmlns:a="http://schemas.openxmlformats.org/drawingml/2006/main">
            <a:off x="532209" y="4026968"/>
            <a:ext cx="1431708" cy="16073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013" b="0" i="0">
                <a:solidFill>
                  <a:srgbClr val="F5F0E8"/>
                </a:solidFill>
                <a:latin typeface="Arial"/>
                <a:ea typeface="Arial"/>
                <a:cs typeface="Arial"/>
              </a:defRPr>
            </a:defPPr>
          </a:lstStyle>
          <a:p xmlns:a="http://schemas.openxmlformats.org/drawingml/2006/main">
            <a:pPr>
              <a:defRPr sz="1013" b="0" i="0">
                <a:solidFill>
                  <a:srgbClr val="F5F0E8"/>
                </a:solidFill>
                <a:latin typeface="Arial"/>
                <a:ea typeface="Arial"/>
                <a:cs typeface="Arial"/>
              </a:defRPr>
            </a:pPr>
            <a:r>
              <a:rPr sz="1013" b="0" i="0">
                <a:solidFill>
                  <a:srgbClr val="F5F0E8"/>
                </a:solidFill>
                <a:latin typeface="Arial"/>
                <a:ea typeface="Arial"/>
                <a:cs typeface="Arial"/>
              </a:rPr>
              <a:t>Volver al costo-beneficio</a:t>
            </a:r>
          </a:p>
        </p:txBody>
      </p:sp>
      <p:sp>
        <p:nvSpPr>
          <p:cNvPr id="19" name="text-23-17">
            <a:extLst xmlns:a="http://schemas.openxmlformats.org/drawingml/2006/main">
              <a:ext uri="{FF2B5EF4-FFF2-40B4-BE49-F238E27FC236}">
                <a16:creationId xmlns:a16="http://schemas.microsoft.com/office/drawing/2014/main" id="{3A6A7326-AC2E-415B-A16C-CA7A42E7CB71}"/>
              </a:ext>
            </a:extLst>
          </p:cNvPr>
          <p:cNvSpPr>
            <a:spLocks xmlns:a="http://schemas.openxmlformats.org/drawingml/2006/main" noGrp="1"/>
          </p:cNvSpPr>
          <p:nvPr/>
        </p:nvSpPr>
        <p:spPr>
          <a:xfrm xmlns:a="http://schemas.openxmlformats.org/drawingml/2006/main">
            <a:off x="532209" y="4502902"/>
            <a:ext cx="7823174" cy="12501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88" b="0" i="0">
                <a:solidFill>
                  <a:srgbClr val="F5F0E8"/>
                </a:solidFill>
                <a:latin typeface="Arial"/>
                <a:ea typeface="Arial"/>
                <a:cs typeface="Arial"/>
              </a:defRPr>
            </a:defPPr>
          </a:lstStyle>
          <a:p xmlns:a="http://schemas.openxmlformats.org/drawingml/2006/main">
            <a:pPr>
              <a:defRPr sz="788" b="0" i="0">
                <a:solidFill>
                  <a:srgbClr val="F5F0E8"/>
                </a:solidFill>
                <a:latin typeface="Arial"/>
                <a:ea typeface="Arial"/>
                <a:cs typeface="Arial"/>
              </a:defRPr>
            </a:pPr>
            <a:r>
              <a:rPr sz="788" b="0" i="0">
                <a:solidFill>
                  <a:srgbClr val="F5F0E8"/>
                </a:solidFill>
                <a:latin typeface="Arial"/>
                <a:ea typeface="Arial"/>
                <a:cs typeface="Arial"/>
              </a:rPr>
              <a:t>Objetivo aún no implementado. Incluye soporte: 10% × 2 mensajes adicionales. Flow sujeto a Meta; plantilla no implica gratuidad. Preguntas y seguimientos extra elevan costo.</a:t>
            </a:r>
          </a:p>
        </p:txBody>
      </p:sp>
      <p:sp>
        <p:nvSpPr>
          <p:cNvPr id="20" name="text-23-18">
            <a:extLst xmlns:a="http://schemas.openxmlformats.org/drawingml/2006/main">
              <a:ext uri="{FF2B5EF4-FFF2-40B4-BE49-F238E27FC236}">
                <a16:creationId xmlns:a16="http://schemas.microsoft.com/office/drawing/2014/main" id="{728A9CF0-C83A-4E0F-B2F3-1ED5B2EA4FA1}"/>
              </a:ext>
            </a:extLst>
          </p:cNvPr>
          <p:cNvSpPr>
            <a:spLocks xmlns:a="http://schemas.openxmlformats.org/drawingml/2006/main" noGrp="1"/>
          </p:cNvSpPr>
          <p:nvPr/>
        </p:nvSpPr>
        <p:spPr>
          <a:xfrm xmlns:a="http://schemas.openxmlformats.org/drawingml/2006/main">
            <a:off x="532209" y="4923697"/>
            <a:ext cx="1120674"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F5F0E8"/>
                </a:solidFill>
                <a:latin typeface="Arial"/>
                <a:ea typeface="Arial"/>
                <a:cs typeface="Arial"/>
              </a:defRPr>
            </a:defPPr>
          </a:lstStyle>
          <a:p xmlns:a="http://schemas.openxmlformats.org/drawingml/2006/main">
            <a:pPr>
              <a:defRPr sz="731" b="1" i="0">
                <a:solidFill>
                  <a:srgbClr val="F5F0E8"/>
                </a:solidFill>
                <a:latin typeface="Arial"/>
                <a:ea typeface="Arial"/>
                <a:cs typeface="Arial"/>
              </a:defRPr>
            </a:pPr>
            <a:r>
              <a:rPr sz="731" b="1" i="0">
                <a:solidFill>
                  <a:srgbClr val="F5F0E8"/>
                </a:solidFill>
                <a:latin typeface="Arial"/>
                <a:ea typeface="Arial"/>
                <a:cs typeface="Arial"/>
              </a:rPr>
              <a:t>ANEXOS / OMNI by 5.5</a:t>
            </a:r>
          </a:p>
        </p:txBody>
      </p:sp>
      <p:sp>
        <p:nvSpPr>
          <p:cNvPr id="21" name="text-23-19">
            <a:extLst xmlns:a="http://schemas.openxmlformats.org/drawingml/2006/main">
              <a:ext uri="{FF2B5EF4-FFF2-40B4-BE49-F238E27FC236}">
                <a16:creationId xmlns:a16="http://schemas.microsoft.com/office/drawing/2014/main" id="{93DAAFE9-2ED6-4620-B9C0-838D81EA053C}"/>
              </a:ext>
            </a:extLst>
          </p:cNvPr>
          <p:cNvSpPr>
            <a:spLocks xmlns:a="http://schemas.openxmlformats.org/drawingml/2006/main" noGrp="1"/>
          </p:cNvSpPr>
          <p:nvPr/>
        </p:nvSpPr>
        <p:spPr>
          <a:xfrm xmlns:a="http://schemas.openxmlformats.org/drawingml/2006/main">
            <a:off x="8446257" y="4923697"/>
            <a:ext cx="377893"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F5F0E8"/>
                </a:solidFill>
                <a:latin typeface="Arial"/>
                <a:ea typeface="Arial"/>
                <a:cs typeface="Arial"/>
              </a:defRPr>
            </a:defPPr>
          </a:lstStyle>
          <a:p xmlns:a="http://schemas.openxmlformats.org/drawingml/2006/main">
            <a:pPr>
              <a:defRPr sz="731" b="1" i="0">
                <a:solidFill>
                  <a:srgbClr val="F5F0E8"/>
                </a:solidFill>
                <a:latin typeface="Arial"/>
                <a:ea typeface="Arial"/>
                <a:cs typeface="Arial"/>
              </a:defRPr>
            </a:pPr>
            <a:r>
              <a:rPr sz="731" b="1" i="0">
                <a:solidFill>
                  <a:srgbClr val="F5F0E8"/>
                </a:solidFill>
                <a:latin typeface="Arial"/>
                <a:ea typeface="Arial"/>
                <a:cs typeface="Arial"/>
              </a:rPr>
              <a:t>23 / 5.5</a:t>
            </a:r>
          </a:p>
        </p:txBody>
      </p:sp>
    </p:spTree>
    <p:extLst>
      <p:ext uri="{BB962C8B-B14F-4D97-AF65-F5344CB8AC3E}">
        <p14:creationId xmlns:p14="http://schemas.microsoft.com/office/powerpoint/2010/main" val="1569058662"/>
      </p:ext>
    </p:extLst>
  </p:cSld>
</p:sld>
</file>

<file path=ppt/slides/slide24.xml><?xml version="1.0" encoding="utf-8"?>
<p:sld xmlns:p="http://schemas.openxmlformats.org/presentationml/2006/main">
  <p:cSld>
    <p:spTree>
      <p:nvGrpSpPr>
        <p:cNvPr id="1" name=""/>
        <p:cNvGrpSpPr/>
        <p:nvPr/>
      </p:nvGrpSpPr>
      <p:grpSpPr>
        <a:xfrm xmlns:a="http://schemas.openxmlformats.org/drawingml/2006/main"/>
      </p:grpSpPr>
      <p:pic>
        <p:nvPicPr>
          <p:cNvPr id="23" name="">
            <a:extLst xmlns:a="http://schemas.openxmlformats.org/drawingml/2006/main">
              <a:ext uri="{FF2B5EF4-FFF2-40B4-BE49-F238E27FC236}">
                <a16:creationId xmlns:a16="http://schemas.microsoft.com/office/drawing/2014/main" id="{EA9565EC-059A-4896-A331-B6BB0AD4087D}"/>
              </a:ext>
            </a:extLst>
          </p:cNvPr>
          <p:cNvPicPr>
            <a:picLocks xmlns:a="http://schemas.openxmlformats.org/drawingml/2006/main" noChangeAspect="1"/>
          </p:cNvPicPr>
          <p:nvPr/>
        </p:nvPicPr>
        <p:blipFill>
          <a:blip xmlns:r="http://schemas.openxmlformats.org/officeDocument/2006/relationships" xmlns:a="http://schemas.openxmlformats.org/drawingml/2006/main" r:embed="Rfa8f4f574f2648aa"/>
          <a:stretch xmlns:a="http://schemas.openxmlformats.org/drawingml/2006/main"/>
        </p:blipFill>
        <p:spPr>
          <a:xfrm xmlns:a="http://schemas.openxmlformats.org/drawingml/2006/main">
            <a:off x="0" y="0"/>
            <a:ext cx="9324594" cy="5248656"/>
          </a:xfrm>
          <a:prstGeom xmlns:a="http://schemas.openxmlformats.org/drawingml/2006/main" prst="rect">
            <a:avLst/>
          </a:prstGeom>
        </p:spPr>
      </p:pic>
      <p:sp>
        <p:nvSpPr>
          <p:cNvPr id="2" name="text-24-0">
            <a:extLst xmlns:a="http://schemas.openxmlformats.org/drawingml/2006/main">
              <a:ext uri="{FF2B5EF4-FFF2-40B4-BE49-F238E27FC236}">
                <a16:creationId xmlns:a16="http://schemas.microsoft.com/office/drawing/2014/main" id="{7261E5AC-1D0F-44C5-9F62-5E853D200017}"/>
              </a:ext>
            </a:extLst>
          </p:cNvPr>
          <p:cNvSpPr>
            <a:spLocks xmlns:a="http://schemas.openxmlformats.org/drawingml/2006/main" noGrp="1"/>
          </p:cNvSpPr>
          <p:nvPr/>
        </p:nvSpPr>
        <p:spPr>
          <a:xfrm xmlns:a="http://schemas.openxmlformats.org/drawingml/2006/main">
            <a:off x="532209" y="382979"/>
            <a:ext cx="2103157" cy="1518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956" b="1" i="0">
                <a:solidFill>
                  <a:srgbClr val="F5F0E8"/>
                </a:solidFill>
                <a:latin typeface="Arial"/>
                <a:ea typeface="Arial"/>
                <a:cs typeface="Arial"/>
              </a:defRPr>
            </a:defPPr>
          </a:lstStyle>
          <a:p xmlns:a="http://schemas.openxmlformats.org/drawingml/2006/main">
            <a:pPr>
              <a:defRPr sz="956" b="1" i="0">
                <a:solidFill>
                  <a:srgbClr val="F5F0E8"/>
                </a:solidFill>
                <a:latin typeface="Arial"/>
                <a:ea typeface="Arial"/>
                <a:cs typeface="Arial"/>
              </a:defRPr>
            </a:pPr>
            <a:r>
              <a:rPr sz="956" b="1" i="0">
                <a:solidFill>
                  <a:srgbClr val="F5F0E8"/>
                </a:solidFill>
                <a:latin typeface="Arial"/>
                <a:ea typeface="Arial"/>
                <a:cs typeface="Arial"/>
              </a:rPr>
              <a:t>ANEXO G / IA RESPONSABLE</a:t>
            </a:r>
          </a:p>
        </p:txBody>
      </p:sp>
      <p:sp>
        <p:nvSpPr>
          <p:cNvPr id="3" name="text-24-1">
            <a:extLst xmlns:a="http://schemas.openxmlformats.org/drawingml/2006/main">
              <a:ext uri="{FF2B5EF4-FFF2-40B4-BE49-F238E27FC236}">
                <a16:creationId xmlns:a16="http://schemas.microsoft.com/office/drawing/2014/main" id="{26537A1F-1F5F-41E7-BCDD-E7BEDF523CFF}"/>
              </a:ext>
            </a:extLst>
          </p:cNvPr>
          <p:cNvSpPr>
            <a:spLocks xmlns:a="http://schemas.openxmlformats.org/drawingml/2006/main" noGrp="1"/>
          </p:cNvSpPr>
          <p:nvPr/>
        </p:nvSpPr>
        <p:spPr>
          <a:xfrm xmlns:a="http://schemas.openxmlformats.org/drawingml/2006/main">
            <a:off x="532209" y="674261"/>
            <a:ext cx="3002139" cy="62507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3938" b="0" i="0">
                <a:solidFill>
                  <a:srgbClr val="F5F0E8"/>
                </a:solidFill>
                <a:latin typeface="Impact"/>
                <a:ea typeface="Impact"/>
                <a:cs typeface="Impact"/>
              </a:defRPr>
            </a:defPPr>
          </a:lstStyle>
          <a:p xmlns:a="http://schemas.openxmlformats.org/drawingml/2006/main">
            <a:pPr>
              <a:defRPr sz="3938" b="0" i="0">
                <a:solidFill>
                  <a:srgbClr val="F5F0E8"/>
                </a:solidFill>
                <a:latin typeface="Impact"/>
                <a:ea typeface="Impact"/>
                <a:cs typeface="Impact"/>
              </a:defRPr>
            </a:pPr>
            <a:r>
              <a:rPr sz="3938" b="0" i="0">
                <a:solidFill>
                  <a:srgbClr val="F5F0E8"/>
                </a:solidFill>
                <a:latin typeface="Impact"/>
                <a:ea typeface="Impact"/>
                <a:cs typeface="Impact"/>
              </a:rPr>
              <a:t>IA IDENTIFICADA</a:t>
            </a:r>
          </a:p>
        </p:txBody>
      </p:sp>
      <p:sp>
        <p:nvSpPr>
          <p:cNvPr id="4" name="text-24-2">
            <a:extLst xmlns:a="http://schemas.openxmlformats.org/drawingml/2006/main">
              <a:ext uri="{FF2B5EF4-FFF2-40B4-BE49-F238E27FC236}">
                <a16:creationId xmlns:a16="http://schemas.microsoft.com/office/drawing/2014/main" id="{C6F2A24D-C280-4FF3-AFC1-5C20BA20CB7D}"/>
              </a:ext>
            </a:extLst>
          </p:cNvPr>
          <p:cNvSpPr>
            <a:spLocks xmlns:a="http://schemas.openxmlformats.org/drawingml/2006/main" noGrp="1"/>
          </p:cNvSpPr>
          <p:nvPr/>
        </p:nvSpPr>
        <p:spPr>
          <a:xfrm xmlns:a="http://schemas.openxmlformats.org/drawingml/2006/main">
            <a:off x="532209" y="1181467"/>
            <a:ext cx="4451993" cy="62507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3938" b="0" i="0">
                <a:solidFill>
                  <a:srgbClr val="F5F0E8"/>
                </a:solidFill>
                <a:latin typeface="Impact"/>
                <a:ea typeface="Impact"/>
                <a:cs typeface="Impact"/>
              </a:defRPr>
            </a:defPPr>
          </a:lstStyle>
          <a:p xmlns:a="http://schemas.openxmlformats.org/drawingml/2006/main">
            <a:pPr>
              <a:defRPr sz="3938" b="0" i="0">
                <a:solidFill>
                  <a:srgbClr val="F5F0E8"/>
                </a:solidFill>
                <a:latin typeface="Impact"/>
                <a:ea typeface="Impact"/>
                <a:cs typeface="Impact"/>
              </a:defRPr>
            </a:pPr>
            <a:r>
              <a:rPr sz="3938" b="0" i="0">
                <a:solidFill>
                  <a:srgbClr val="F5F0E8"/>
                </a:solidFill>
                <a:latin typeface="Impact"/>
                <a:ea typeface="Impact"/>
                <a:cs typeface="Impact"/>
              </a:rPr>
              <a:t>OPERACIÓN CON REGLAS</a:t>
            </a:r>
          </a:p>
        </p:txBody>
      </p:sp>
      <p:sp>
        <p:nvSpPr>
          <p:cNvPr id="5" name="text-24-3">
            <a:extLst xmlns:a="http://schemas.openxmlformats.org/drawingml/2006/main">
              <a:ext uri="{FF2B5EF4-FFF2-40B4-BE49-F238E27FC236}">
                <a16:creationId xmlns:a16="http://schemas.microsoft.com/office/drawing/2014/main" id="{85224FD1-970B-49B0-B738-FD9A3E2405C4}"/>
              </a:ext>
            </a:extLst>
          </p:cNvPr>
          <p:cNvSpPr>
            <a:spLocks xmlns:a="http://schemas.openxmlformats.org/drawingml/2006/main" noGrp="1"/>
          </p:cNvSpPr>
          <p:nvPr/>
        </p:nvSpPr>
        <p:spPr>
          <a:xfrm xmlns:a="http://schemas.openxmlformats.org/drawingml/2006/main">
            <a:off x="739378" y="2040329"/>
            <a:ext cx="1875767" cy="1518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956" b="1" i="0">
                <a:solidFill>
                  <a:srgbClr val="FF4053"/>
                </a:solidFill>
                <a:latin typeface="Arial"/>
                <a:ea typeface="Arial"/>
                <a:cs typeface="Arial"/>
              </a:defRPr>
            </a:defPPr>
          </a:lstStyle>
          <a:p xmlns:a="http://schemas.openxmlformats.org/drawingml/2006/main">
            <a:pPr>
              <a:defRPr sz="956" b="1" i="0">
                <a:solidFill>
                  <a:srgbClr val="FF4053"/>
                </a:solidFill>
                <a:latin typeface="Arial"/>
                <a:ea typeface="Arial"/>
                <a:cs typeface="Arial"/>
              </a:defRPr>
            </a:pPr>
            <a:r>
              <a:rPr sz="956" b="1" i="0">
                <a:solidFill>
                  <a:srgbClr val="FF4053"/>
                </a:solidFill>
                <a:latin typeface="Arial"/>
                <a:ea typeface="Arial"/>
                <a:cs typeface="Arial"/>
              </a:rPr>
              <a:t>AVISO PROPUESTO AL INICIAR</a:t>
            </a:r>
          </a:p>
        </p:txBody>
      </p:sp>
      <p:sp>
        <p:nvSpPr>
          <p:cNvPr id="6" name="text-24-4">
            <a:extLst xmlns:a="http://schemas.openxmlformats.org/drawingml/2006/main">
              <a:ext uri="{FF2B5EF4-FFF2-40B4-BE49-F238E27FC236}">
                <a16:creationId xmlns:a16="http://schemas.microsoft.com/office/drawing/2014/main" id="{1ADB28F7-F395-4EFC-B6B8-5D3633A2E86B}"/>
              </a:ext>
            </a:extLst>
          </p:cNvPr>
          <p:cNvSpPr>
            <a:spLocks xmlns:a="http://schemas.openxmlformats.org/drawingml/2006/main" noGrp="1"/>
          </p:cNvSpPr>
          <p:nvPr/>
        </p:nvSpPr>
        <p:spPr>
          <a:xfrm xmlns:a="http://schemas.openxmlformats.org/drawingml/2006/main">
            <a:off x="739378" y="2254265"/>
            <a:ext cx="6985347" cy="24110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519" b="0" i="0">
                <a:solidFill>
                  <a:srgbClr val="F5F0E8"/>
                </a:solidFill>
                <a:latin typeface="Arial"/>
                <a:ea typeface="Arial"/>
                <a:cs typeface="Arial"/>
              </a:defRPr>
            </a:defPPr>
          </a:lstStyle>
          <a:p xmlns:a="http://schemas.openxmlformats.org/drawingml/2006/main">
            <a:pPr>
              <a:defRPr sz="1519" b="0" i="0">
                <a:solidFill>
                  <a:srgbClr val="F5F0E8"/>
                </a:solidFill>
                <a:latin typeface="Arial"/>
                <a:ea typeface="Arial"/>
                <a:cs typeface="Arial"/>
              </a:defRPr>
            </a:pPr>
            <a:r>
              <a:rPr sz="1519" b="0" i="0">
                <a:solidFill>
                  <a:srgbClr val="F5F0E8"/>
                </a:solidFill>
                <a:latin typeface="Arial"/>
                <a:ea typeface="Arial"/>
                <a:cs typeface="Arial"/>
              </a:rPr>
              <a:t>«Soy el asistente virtual de Brasper y utilizo IA para orientarte. El equipo valida tu</a:t>
            </a:r>
          </a:p>
        </p:txBody>
      </p:sp>
      <p:sp>
        <p:nvSpPr>
          <p:cNvPr id="7" name="text-24-5">
            <a:extLst xmlns:a="http://schemas.openxmlformats.org/drawingml/2006/main">
              <a:ext uri="{FF2B5EF4-FFF2-40B4-BE49-F238E27FC236}">
                <a16:creationId xmlns:a16="http://schemas.microsoft.com/office/drawing/2014/main" id="{7FE38E21-F0B4-4111-B17A-7E922F12F845}"/>
              </a:ext>
            </a:extLst>
          </p:cNvPr>
          <p:cNvSpPr>
            <a:spLocks xmlns:a="http://schemas.openxmlformats.org/drawingml/2006/main" noGrp="1"/>
          </p:cNvSpPr>
          <p:nvPr/>
        </p:nvSpPr>
        <p:spPr>
          <a:xfrm xmlns:a="http://schemas.openxmlformats.org/drawingml/2006/main">
            <a:off x="739378" y="2532871"/>
            <a:ext cx="1045905" cy="24110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519" b="0" i="0">
                <a:solidFill>
                  <a:srgbClr val="F5F0E8"/>
                </a:solidFill>
                <a:latin typeface="Arial"/>
                <a:ea typeface="Arial"/>
                <a:cs typeface="Arial"/>
              </a:defRPr>
            </a:defPPr>
          </a:lstStyle>
          <a:p xmlns:a="http://schemas.openxmlformats.org/drawingml/2006/main">
            <a:pPr>
              <a:defRPr sz="1519" b="0" i="0">
                <a:solidFill>
                  <a:srgbClr val="F5F0E8"/>
                </a:solidFill>
                <a:latin typeface="Arial"/>
                <a:ea typeface="Arial"/>
                <a:cs typeface="Arial"/>
              </a:defRPr>
            </a:pPr>
            <a:r>
              <a:rPr sz="1519" b="0" i="0">
                <a:solidFill>
                  <a:srgbClr val="F5F0E8"/>
                </a:solidFill>
                <a:latin typeface="Arial"/>
                <a:ea typeface="Arial"/>
                <a:cs typeface="Arial"/>
              </a:rPr>
              <a:t>operación».</a:t>
            </a:r>
          </a:p>
        </p:txBody>
      </p:sp>
      <p:sp>
        <p:nvSpPr>
          <p:cNvPr id="8" name="text-24-6">
            <a:extLst xmlns:a="http://schemas.openxmlformats.org/drawingml/2006/main">
              <a:ext uri="{FF2B5EF4-FFF2-40B4-BE49-F238E27FC236}">
                <a16:creationId xmlns:a16="http://schemas.microsoft.com/office/drawing/2014/main" id="{2607F90C-3F80-4EA1-84B6-C6FD68F505AA}"/>
              </a:ext>
            </a:extLst>
          </p:cNvPr>
          <p:cNvSpPr>
            <a:spLocks xmlns:a="http://schemas.openxmlformats.org/drawingml/2006/main" noGrp="1"/>
          </p:cNvSpPr>
          <p:nvPr/>
        </p:nvSpPr>
        <p:spPr>
          <a:xfrm xmlns:a="http://schemas.openxmlformats.org/drawingml/2006/main">
            <a:off x="532209" y="2991801"/>
            <a:ext cx="1710864" cy="16966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069" b="1" i="0">
                <a:solidFill>
                  <a:srgbClr val="FF4053"/>
                </a:solidFill>
                <a:latin typeface="Arial"/>
                <a:ea typeface="Arial"/>
                <a:cs typeface="Arial"/>
              </a:defRPr>
            </a:defPPr>
          </a:lstStyle>
          <a:p xmlns:a="http://schemas.openxmlformats.org/drawingml/2006/main">
            <a:pPr>
              <a:defRPr sz="1069" b="1" i="0">
                <a:solidFill>
                  <a:srgbClr val="FF4053"/>
                </a:solidFill>
                <a:latin typeface="Arial"/>
                <a:ea typeface="Arial"/>
                <a:cs typeface="Arial"/>
              </a:defRPr>
            </a:pPr>
            <a:r>
              <a:rPr sz="1069" b="1" i="0">
                <a:solidFill>
                  <a:srgbClr val="FF4053"/>
                </a:solidFill>
                <a:latin typeface="Arial"/>
                <a:ea typeface="Arial"/>
                <a:cs typeface="Arial"/>
              </a:rPr>
              <a:t>CONVERSACIÓN CON IA</a:t>
            </a:r>
          </a:p>
        </p:txBody>
      </p:sp>
      <p:sp>
        <p:nvSpPr>
          <p:cNvPr id="9" name="text-24-7">
            <a:extLst xmlns:a="http://schemas.openxmlformats.org/drawingml/2006/main">
              <a:ext uri="{FF2B5EF4-FFF2-40B4-BE49-F238E27FC236}">
                <a16:creationId xmlns:a16="http://schemas.microsoft.com/office/drawing/2014/main" id="{7809E6FE-83C0-43FB-BE94-3953F891672A}"/>
              </a:ext>
            </a:extLst>
          </p:cNvPr>
          <p:cNvSpPr>
            <a:spLocks xmlns:a="http://schemas.openxmlformats.org/drawingml/2006/main" noGrp="1"/>
          </p:cNvSpPr>
          <p:nvPr/>
        </p:nvSpPr>
        <p:spPr>
          <a:xfrm xmlns:a="http://schemas.openxmlformats.org/drawingml/2006/main">
            <a:off x="532209" y="3244539"/>
            <a:ext cx="2394251" cy="20538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94" b="0" i="0">
                <a:solidFill>
                  <a:srgbClr val="F5F0E8"/>
                </a:solidFill>
                <a:latin typeface="Arial"/>
                <a:ea typeface="Arial"/>
                <a:cs typeface="Arial"/>
              </a:defRPr>
            </a:defPPr>
          </a:lstStyle>
          <a:p xmlns:a="http://schemas.openxmlformats.org/drawingml/2006/main">
            <a:pPr>
              <a:defRPr sz="1294" b="0" i="0">
                <a:solidFill>
                  <a:srgbClr val="F5F0E8"/>
                </a:solidFill>
                <a:latin typeface="Arial"/>
                <a:ea typeface="Arial"/>
                <a:cs typeface="Arial"/>
              </a:defRPr>
            </a:pPr>
            <a:r>
              <a:rPr sz="1294" b="0" i="0">
                <a:solidFill>
                  <a:srgbClr val="F5F0E8"/>
                </a:solidFill>
                <a:latin typeface="Arial"/>
                <a:ea typeface="Arial"/>
                <a:cs typeface="Arial"/>
              </a:rPr>
              <a:t>Comprende preguntas y orienta.</a:t>
            </a:r>
          </a:p>
        </p:txBody>
      </p:sp>
      <p:sp>
        <p:nvSpPr>
          <p:cNvPr id="10" name="text-24-8">
            <a:extLst xmlns:a="http://schemas.openxmlformats.org/drawingml/2006/main">
              <a:ext uri="{FF2B5EF4-FFF2-40B4-BE49-F238E27FC236}">
                <a16:creationId xmlns:a16="http://schemas.microsoft.com/office/drawing/2014/main" id="{EB1F45EE-8033-423A-ABB6-A2E9E2CCA45D}"/>
              </a:ext>
            </a:extLst>
          </p:cNvPr>
          <p:cNvSpPr>
            <a:spLocks xmlns:a="http://schemas.openxmlformats.org/drawingml/2006/main" noGrp="1"/>
          </p:cNvSpPr>
          <p:nvPr/>
        </p:nvSpPr>
        <p:spPr>
          <a:xfrm xmlns:a="http://schemas.openxmlformats.org/drawingml/2006/main">
            <a:off x="532209" y="3487427"/>
            <a:ext cx="2394251" cy="20538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94" b="0" i="0">
                <a:solidFill>
                  <a:srgbClr val="F5F0E8"/>
                </a:solidFill>
                <a:latin typeface="Arial"/>
                <a:ea typeface="Arial"/>
                <a:cs typeface="Arial"/>
              </a:defRPr>
            </a:defPPr>
          </a:lstStyle>
          <a:p xmlns:a="http://schemas.openxmlformats.org/drawingml/2006/main">
            <a:pPr>
              <a:defRPr sz="1294" b="0" i="0">
                <a:solidFill>
                  <a:srgbClr val="F5F0E8"/>
                </a:solidFill>
                <a:latin typeface="Arial"/>
                <a:ea typeface="Arial"/>
                <a:cs typeface="Arial"/>
              </a:defRPr>
            </a:pPr>
            <a:r>
              <a:rPr sz="1294" b="0" i="0">
                <a:solidFill>
                  <a:srgbClr val="F5F0E8"/>
                </a:solidFill>
                <a:latin typeface="Arial"/>
                <a:ea typeface="Arial"/>
                <a:cs typeface="Arial"/>
              </a:rPr>
              <a:t>Se informa al usuario cuando se</a:t>
            </a:r>
          </a:p>
        </p:txBody>
      </p:sp>
      <p:sp>
        <p:nvSpPr>
          <p:cNvPr id="11" name="text-24-9">
            <a:extLst xmlns:a="http://schemas.openxmlformats.org/drawingml/2006/main">
              <a:ext uri="{FF2B5EF4-FFF2-40B4-BE49-F238E27FC236}">
                <a16:creationId xmlns:a16="http://schemas.microsoft.com/office/drawing/2014/main" id="{E5A9A487-2A59-4185-8465-3B4DB9DB7268}"/>
              </a:ext>
            </a:extLst>
          </p:cNvPr>
          <p:cNvSpPr>
            <a:spLocks xmlns:a="http://schemas.openxmlformats.org/drawingml/2006/main" noGrp="1"/>
          </p:cNvSpPr>
          <p:nvPr/>
        </p:nvSpPr>
        <p:spPr>
          <a:xfrm xmlns:a="http://schemas.openxmlformats.org/drawingml/2006/main">
            <a:off x="532209" y="3723170"/>
            <a:ext cx="503744" cy="20538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94" b="0" i="0">
                <a:solidFill>
                  <a:srgbClr val="F5F0E8"/>
                </a:solidFill>
                <a:latin typeface="Arial"/>
                <a:ea typeface="Arial"/>
                <a:cs typeface="Arial"/>
              </a:defRPr>
            </a:defPPr>
          </a:lstStyle>
          <a:p xmlns:a="http://schemas.openxmlformats.org/drawingml/2006/main">
            <a:pPr>
              <a:defRPr sz="1294" b="0" i="0">
                <a:solidFill>
                  <a:srgbClr val="F5F0E8"/>
                </a:solidFill>
                <a:latin typeface="Arial"/>
                <a:ea typeface="Arial"/>
                <a:cs typeface="Arial"/>
              </a:defRPr>
            </a:pPr>
            <a:r>
              <a:rPr sz="1294" b="0" i="0">
                <a:solidFill>
                  <a:srgbClr val="F5F0E8"/>
                </a:solidFill>
                <a:latin typeface="Arial"/>
                <a:ea typeface="Arial"/>
                <a:cs typeface="Arial"/>
              </a:rPr>
              <a:t>utiliza.</a:t>
            </a:r>
          </a:p>
        </p:txBody>
      </p:sp>
      <p:sp>
        <p:nvSpPr>
          <p:cNvPr id="12" name="text-24-10">
            <a:extLst xmlns:a="http://schemas.openxmlformats.org/drawingml/2006/main">
              <a:ext uri="{FF2B5EF4-FFF2-40B4-BE49-F238E27FC236}">
                <a16:creationId xmlns:a16="http://schemas.microsoft.com/office/drawing/2014/main" id="{8BEF23A7-9F71-4059-82F8-18BAB4EE94F5}"/>
              </a:ext>
            </a:extLst>
          </p:cNvPr>
          <p:cNvSpPr>
            <a:spLocks xmlns:a="http://schemas.openxmlformats.org/drawingml/2006/main" noGrp="1"/>
          </p:cNvSpPr>
          <p:nvPr/>
        </p:nvSpPr>
        <p:spPr>
          <a:xfrm xmlns:a="http://schemas.openxmlformats.org/drawingml/2006/main">
            <a:off x="3370622" y="2991801"/>
            <a:ext cx="1816782" cy="16966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069" b="1" i="0">
                <a:solidFill>
                  <a:srgbClr val="FF4053"/>
                </a:solidFill>
                <a:latin typeface="Arial"/>
                <a:ea typeface="Arial"/>
                <a:cs typeface="Arial"/>
              </a:defRPr>
            </a:defPPr>
          </a:lstStyle>
          <a:p xmlns:a="http://schemas.openxmlformats.org/drawingml/2006/main">
            <a:pPr>
              <a:defRPr sz="1069" b="1" i="0">
                <a:solidFill>
                  <a:srgbClr val="FF4053"/>
                </a:solidFill>
                <a:latin typeface="Arial"/>
                <a:ea typeface="Arial"/>
                <a:cs typeface="Arial"/>
              </a:defRPr>
            </a:pPr>
            <a:r>
              <a:rPr sz="1069" b="1" i="0">
                <a:solidFill>
                  <a:srgbClr val="FF4053"/>
                </a:solidFill>
                <a:latin typeface="Arial"/>
                <a:ea typeface="Arial"/>
                <a:cs typeface="Arial"/>
              </a:rPr>
              <a:t>PROCESO DETERMINISTA</a:t>
            </a:r>
          </a:p>
        </p:txBody>
      </p:sp>
      <p:sp>
        <p:nvSpPr>
          <p:cNvPr id="13" name="text-24-11">
            <a:extLst xmlns:a="http://schemas.openxmlformats.org/drawingml/2006/main">
              <a:ext uri="{FF2B5EF4-FFF2-40B4-BE49-F238E27FC236}">
                <a16:creationId xmlns:a16="http://schemas.microsoft.com/office/drawing/2014/main" id="{545A43CE-2BF0-4203-94FF-639532897911}"/>
              </a:ext>
            </a:extLst>
          </p:cNvPr>
          <p:cNvSpPr>
            <a:spLocks xmlns:a="http://schemas.openxmlformats.org/drawingml/2006/main" noGrp="1"/>
          </p:cNvSpPr>
          <p:nvPr/>
        </p:nvSpPr>
        <p:spPr>
          <a:xfrm xmlns:a="http://schemas.openxmlformats.org/drawingml/2006/main">
            <a:off x="3370622" y="3244539"/>
            <a:ext cx="2421528" cy="20538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94" b="0" i="0">
                <a:solidFill>
                  <a:srgbClr val="F5F0E8"/>
                </a:solidFill>
                <a:latin typeface="Arial"/>
                <a:ea typeface="Arial"/>
                <a:cs typeface="Arial"/>
              </a:defRPr>
            </a:defPPr>
          </a:lstStyle>
          <a:p xmlns:a="http://schemas.openxmlformats.org/drawingml/2006/main">
            <a:pPr>
              <a:defRPr sz="1294" b="0" i="0">
                <a:solidFill>
                  <a:srgbClr val="F5F0E8"/>
                </a:solidFill>
                <a:latin typeface="Arial"/>
                <a:ea typeface="Arial"/>
                <a:cs typeface="Arial"/>
              </a:defRPr>
            </a:pPr>
            <a:r>
              <a:rPr sz="1294" b="0" i="0">
                <a:solidFill>
                  <a:srgbClr val="F5F0E8"/>
                </a:solidFill>
                <a:latin typeface="Arial"/>
                <a:ea typeface="Arial"/>
                <a:cs typeface="Arial"/>
              </a:rPr>
              <a:t>Importes, validaciones y estados</a:t>
            </a:r>
          </a:p>
        </p:txBody>
      </p:sp>
      <p:sp>
        <p:nvSpPr>
          <p:cNvPr id="14" name="text-24-12">
            <a:extLst xmlns:a="http://schemas.openxmlformats.org/drawingml/2006/main">
              <a:ext uri="{FF2B5EF4-FFF2-40B4-BE49-F238E27FC236}">
                <a16:creationId xmlns:a16="http://schemas.microsoft.com/office/drawing/2014/main" id="{19DF94B2-286F-41DE-9D30-3B8DAEA5E98E}"/>
              </a:ext>
            </a:extLst>
          </p:cNvPr>
          <p:cNvSpPr>
            <a:spLocks xmlns:a="http://schemas.openxmlformats.org/drawingml/2006/main" noGrp="1"/>
          </p:cNvSpPr>
          <p:nvPr/>
        </p:nvSpPr>
        <p:spPr>
          <a:xfrm xmlns:a="http://schemas.openxmlformats.org/drawingml/2006/main">
            <a:off x="3370622" y="3487427"/>
            <a:ext cx="1937481" cy="20538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94" b="0" i="0">
                <a:solidFill>
                  <a:srgbClr val="F5F0E8"/>
                </a:solidFill>
                <a:latin typeface="Arial"/>
                <a:ea typeface="Arial"/>
                <a:cs typeface="Arial"/>
              </a:defRPr>
            </a:defPPr>
          </a:lstStyle>
          <a:p xmlns:a="http://schemas.openxmlformats.org/drawingml/2006/main">
            <a:pPr>
              <a:defRPr sz="1294" b="0" i="0">
                <a:solidFill>
                  <a:srgbClr val="F5F0E8"/>
                </a:solidFill>
                <a:latin typeface="Arial"/>
                <a:ea typeface="Arial"/>
                <a:cs typeface="Arial"/>
              </a:defRPr>
            </a:pPr>
            <a:r>
              <a:rPr sz="1294" b="0" i="0">
                <a:solidFill>
                  <a:srgbClr val="F5F0E8"/>
                </a:solidFill>
                <a:latin typeface="Arial"/>
                <a:ea typeface="Arial"/>
                <a:cs typeface="Arial"/>
              </a:rPr>
              <a:t>siguen reglas del sistema.</a:t>
            </a:r>
          </a:p>
        </p:txBody>
      </p:sp>
      <p:sp>
        <p:nvSpPr>
          <p:cNvPr id="15" name="text-24-13">
            <a:extLst xmlns:a="http://schemas.openxmlformats.org/drawingml/2006/main">
              <a:ext uri="{FF2B5EF4-FFF2-40B4-BE49-F238E27FC236}">
                <a16:creationId xmlns:a16="http://schemas.microsoft.com/office/drawing/2014/main" id="{AB86B00D-B019-45D5-8F8E-6DC79B8018EF}"/>
              </a:ext>
            </a:extLst>
          </p:cNvPr>
          <p:cNvSpPr>
            <a:spLocks xmlns:a="http://schemas.openxmlformats.org/drawingml/2006/main" noGrp="1"/>
          </p:cNvSpPr>
          <p:nvPr/>
        </p:nvSpPr>
        <p:spPr>
          <a:xfrm xmlns:a="http://schemas.openxmlformats.org/drawingml/2006/main">
            <a:off x="6209035" y="2991801"/>
            <a:ext cx="1392290" cy="16966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069" b="1" i="0">
                <a:solidFill>
                  <a:srgbClr val="FF4053"/>
                </a:solidFill>
                <a:latin typeface="Arial"/>
                <a:ea typeface="Arial"/>
                <a:cs typeface="Arial"/>
              </a:defRPr>
            </a:defPPr>
          </a:lstStyle>
          <a:p xmlns:a="http://schemas.openxmlformats.org/drawingml/2006/main">
            <a:pPr>
              <a:defRPr sz="1069" b="1" i="0">
                <a:solidFill>
                  <a:srgbClr val="FF4053"/>
                </a:solidFill>
                <a:latin typeface="Arial"/>
                <a:ea typeface="Arial"/>
                <a:cs typeface="Arial"/>
              </a:defRPr>
            </a:pPr>
            <a:r>
              <a:rPr sz="1069" b="1" i="0">
                <a:solidFill>
                  <a:srgbClr val="FF4053"/>
                </a:solidFill>
                <a:latin typeface="Arial"/>
                <a:ea typeface="Arial"/>
                <a:cs typeface="Arial"/>
              </a:rPr>
              <a:t>CONTROL HUMANO</a:t>
            </a:r>
          </a:p>
        </p:txBody>
      </p:sp>
      <p:sp>
        <p:nvSpPr>
          <p:cNvPr id="16" name="text-24-14">
            <a:extLst xmlns:a="http://schemas.openxmlformats.org/drawingml/2006/main">
              <a:ext uri="{FF2B5EF4-FFF2-40B4-BE49-F238E27FC236}">
                <a16:creationId xmlns:a16="http://schemas.microsoft.com/office/drawing/2014/main" id="{00AFF979-B014-4931-9AB7-8739CB887A71}"/>
              </a:ext>
            </a:extLst>
          </p:cNvPr>
          <p:cNvSpPr>
            <a:spLocks xmlns:a="http://schemas.openxmlformats.org/drawingml/2006/main" noGrp="1"/>
          </p:cNvSpPr>
          <p:nvPr/>
        </p:nvSpPr>
        <p:spPr>
          <a:xfrm xmlns:a="http://schemas.openxmlformats.org/drawingml/2006/main">
            <a:off x="6209035" y="3244539"/>
            <a:ext cx="2092750" cy="20538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94" b="0" i="0">
                <a:solidFill>
                  <a:srgbClr val="F5F0E8"/>
                </a:solidFill>
                <a:latin typeface="Arial"/>
                <a:ea typeface="Arial"/>
                <a:cs typeface="Arial"/>
              </a:defRPr>
            </a:defPPr>
          </a:lstStyle>
          <a:p xmlns:a="http://schemas.openxmlformats.org/drawingml/2006/main">
            <a:pPr>
              <a:defRPr sz="1294" b="0" i="0">
                <a:solidFill>
                  <a:srgbClr val="F5F0E8"/>
                </a:solidFill>
                <a:latin typeface="Arial"/>
                <a:ea typeface="Arial"/>
                <a:cs typeface="Arial"/>
              </a:defRPr>
            </a:pPr>
            <a:r>
              <a:rPr sz="1294" b="0" i="0">
                <a:solidFill>
                  <a:srgbClr val="F5F0E8"/>
                </a:solidFill>
                <a:latin typeface="Arial"/>
                <a:ea typeface="Arial"/>
                <a:cs typeface="Arial"/>
              </a:rPr>
              <a:t>El equipo verifica el ingreso.</a:t>
            </a:r>
          </a:p>
        </p:txBody>
      </p:sp>
      <p:sp>
        <p:nvSpPr>
          <p:cNvPr id="17" name="text-24-15">
            <a:extLst xmlns:a="http://schemas.openxmlformats.org/drawingml/2006/main">
              <a:ext uri="{FF2B5EF4-FFF2-40B4-BE49-F238E27FC236}">
                <a16:creationId xmlns:a16="http://schemas.microsoft.com/office/drawing/2014/main" id="{E78C1002-D6DF-4344-944F-5FF9C15F3A09}"/>
              </a:ext>
            </a:extLst>
          </p:cNvPr>
          <p:cNvSpPr>
            <a:spLocks xmlns:a="http://schemas.openxmlformats.org/drawingml/2006/main" noGrp="1"/>
          </p:cNvSpPr>
          <p:nvPr/>
        </p:nvSpPr>
        <p:spPr>
          <a:xfrm xmlns:a="http://schemas.openxmlformats.org/drawingml/2006/main">
            <a:off x="6209035" y="3487427"/>
            <a:ext cx="1810107" cy="20538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94" b="0" i="0">
                <a:solidFill>
                  <a:srgbClr val="F5F0E8"/>
                </a:solidFill>
                <a:latin typeface="Arial"/>
                <a:ea typeface="Arial"/>
                <a:cs typeface="Arial"/>
              </a:defRPr>
            </a:defPPr>
          </a:lstStyle>
          <a:p xmlns:a="http://schemas.openxmlformats.org/drawingml/2006/main">
            <a:pPr>
              <a:defRPr sz="1294" b="0" i="0">
                <a:solidFill>
                  <a:srgbClr val="F5F0E8"/>
                </a:solidFill>
                <a:latin typeface="Arial"/>
                <a:ea typeface="Arial"/>
                <a:cs typeface="Arial"/>
              </a:defRPr>
            </a:pPr>
            <a:r>
              <a:rPr sz="1294" b="0" i="0">
                <a:solidFill>
                  <a:srgbClr val="F5F0E8"/>
                </a:solidFill>
                <a:latin typeface="Arial"/>
                <a:ea typeface="Arial"/>
                <a:cs typeface="Arial"/>
              </a:rPr>
              <a:t>La IA no autoriza pagos.</a:t>
            </a:r>
          </a:p>
        </p:txBody>
      </p:sp>
      <p:sp>
        <p:nvSpPr>
          <p:cNvPr id="18" name="text-24-16">
            <a:extLst xmlns:a="http://schemas.openxmlformats.org/drawingml/2006/main">
              <a:ext uri="{FF2B5EF4-FFF2-40B4-BE49-F238E27FC236}">
                <a16:creationId xmlns:a16="http://schemas.microsoft.com/office/drawing/2014/main" id="{3D367CC0-DE36-41BA-A0B1-2EE751AB8B57}"/>
              </a:ext>
            </a:extLst>
          </p:cNvPr>
          <p:cNvSpPr>
            <a:spLocks xmlns:a="http://schemas.openxmlformats.org/drawingml/2006/main" noGrp="1"/>
          </p:cNvSpPr>
          <p:nvPr/>
        </p:nvSpPr>
        <p:spPr>
          <a:xfrm xmlns:a="http://schemas.openxmlformats.org/drawingml/2006/main">
            <a:off x="532209" y="4367161"/>
            <a:ext cx="7711742" cy="12501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88" b="0" i="0">
                <a:solidFill>
                  <a:srgbClr val="F5F0E8"/>
                </a:solidFill>
                <a:latin typeface="Arial"/>
                <a:ea typeface="Arial"/>
                <a:cs typeface="Arial"/>
              </a:defRPr>
            </a:defPPr>
          </a:lstStyle>
          <a:p xmlns:a="http://schemas.openxmlformats.org/drawingml/2006/main">
            <a:pPr>
              <a:defRPr sz="788" b="0" i="0">
                <a:solidFill>
                  <a:srgbClr val="F5F0E8"/>
                </a:solidFill>
                <a:latin typeface="Arial"/>
                <a:ea typeface="Arial"/>
                <a:cs typeface="Arial"/>
              </a:defRPr>
            </a:pPr>
            <a:r>
              <a:rPr sz="788" b="0" i="0">
                <a:solidFill>
                  <a:srgbClr val="F5F0E8"/>
                </a:solidFill>
                <a:latin typeface="Arial"/>
                <a:ea typeface="Arial"/>
                <a:cs typeface="Arial"/>
              </a:rPr>
              <a:t>Diseño alineado con transparencia y privacidad: Ley 31814 y D.S. 115-2025-PCM, arts. 25, 26 y 31.2. Aviso explícito de IA por incorporar y validar en cada canal; no acredita</a:t>
            </a:r>
          </a:p>
        </p:txBody>
      </p:sp>
      <p:sp>
        <p:nvSpPr>
          <p:cNvPr id="19" name="text-24-17">
            <a:extLst xmlns:a="http://schemas.openxmlformats.org/drawingml/2006/main">
              <a:ext uri="{FF2B5EF4-FFF2-40B4-BE49-F238E27FC236}">
                <a16:creationId xmlns:a16="http://schemas.microsoft.com/office/drawing/2014/main" id="{9F2B4ED8-04B9-4957-BEFF-AAD23244D18E}"/>
              </a:ext>
            </a:extLst>
          </p:cNvPr>
          <p:cNvSpPr>
            <a:spLocks xmlns:a="http://schemas.openxmlformats.org/drawingml/2006/main" noGrp="1"/>
          </p:cNvSpPr>
          <p:nvPr/>
        </p:nvSpPr>
        <p:spPr>
          <a:xfrm xmlns:a="http://schemas.openxmlformats.org/drawingml/2006/main">
            <a:off x="532209" y="4502893"/>
            <a:ext cx="1010722" cy="12501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88" b="0" i="0">
                <a:solidFill>
                  <a:srgbClr val="F5F0E8"/>
                </a:solidFill>
                <a:latin typeface="Arial"/>
                <a:ea typeface="Arial"/>
                <a:cs typeface="Arial"/>
              </a:defRPr>
            </a:defPPr>
          </a:lstStyle>
          <a:p xmlns:a="http://schemas.openxmlformats.org/drawingml/2006/main">
            <a:pPr>
              <a:defRPr sz="788" b="0" i="0">
                <a:solidFill>
                  <a:srgbClr val="F5F0E8"/>
                </a:solidFill>
                <a:latin typeface="Arial"/>
                <a:ea typeface="Arial"/>
                <a:cs typeface="Arial"/>
              </a:defRPr>
            </a:pPr>
            <a:r>
              <a:rPr sz="788" b="0" i="0">
                <a:solidFill>
                  <a:srgbClr val="F5F0E8"/>
                </a:solidFill>
                <a:latin typeface="Arial"/>
                <a:ea typeface="Arial"/>
                <a:cs typeface="Arial"/>
              </a:rPr>
              <a:t>cumplimiento integral.</a:t>
            </a:r>
          </a:p>
        </p:txBody>
      </p:sp>
      <p:sp>
        <p:nvSpPr>
          <p:cNvPr id="20" name="text-24-18">
            <a:extLst xmlns:a="http://schemas.openxmlformats.org/drawingml/2006/main">
              <a:ext uri="{FF2B5EF4-FFF2-40B4-BE49-F238E27FC236}">
                <a16:creationId xmlns:a16="http://schemas.microsoft.com/office/drawing/2014/main" id="{5C867A46-C70D-41FE-A7C2-A6E482ADD99F}"/>
              </a:ext>
            </a:extLst>
          </p:cNvPr>
          <p:cNvSpPr>
            <a:spLocks xmlns:a="http://schemas.openxmlformats.org/drawingml/2006/main" noGrp="1"/>
          </p:cNvSpPr>
          <p:nvPr/>
        </p:nvSpPr>
        <p:spPr>
          <a:xfrm xmlns:a="http://schemas.openxmlformats.org/drawingml/2006/main">
            <a:off x="532209" y="4106903"/>
            <a:ext cx="1253083" cy="17859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125" b="0" i="0">
                <a:solidFill>
                  <a:srgbClr val="F5F0E8"/>
                </a:solidFill>
                <a:latin typeface="Arial"/>
                <a:ea typeface="Arial"/>
                <a:cs typeface="Arial"/>
              </a:defRPr>
            </a:defPPr>
          </a:lstStyle>
          <a:p xmlns:a="http://schemas.openxmlformats.org/drawingml/2006/main">
            <a:pPr>
              <a:defRPr sz="1125" b="0" i="0">
                <a:solidFill>
                  <a:srgbClr val="F5F0E8"/>
                </a:solidFill>
                <a:latin typeface="Arial"/>
                <a:ea typeface="Arial"/>
                <a:cs typeface="Arial"/>
              </a:defRPr>
            </a:pPr>
            <a:r>
              <a:rPr sz="1125" b="0" i="0">
                <a:solidFill>
                  <a:srgbClr val="F5F0E8"/>
                </a:solidFill>
                <a:latin typeface="Arial"/>
                <a:ea typeface="Arial"/>
                <a:cs typeface="Arial"/>
              </a:rPr>
              <a:t>Volver a WhatsApp</a:t>
            </a:r>
          </a:p>
        </p:txBody>
      </p:sp>
      <p:sp>
        <p:nvSpPr>
          <p:cNvPr id="21" name="text-24-19">
            <a:extLst xmlns:a="http://schemas.openxmlformats.org/drawingml/2006/main">
              <a:ext uri="{FF2B5EF4-FFF2-40B4-BE49-F238E27FC236}">
                <a16:creationId xmlns:a16="http://schemas.microsoft.com/office/drawing/2014/main" id="{112CB171-142E-40AB-AE5B-B9692438B506}"/>
              </a:ext>
            </a:extLst>
          </p:cNvPr>
          <p:cNvSpPr>
            <a:spLocks xmlns:a="http://schemas.openxmlformats.org/drawingml/2006/main" noGrp="1"/>
          </p:cNvSpPr>
          <p:nvPr/>
        </p:nvSpPr>
        <p:spPr>
          <a:xfrm xmlns:a="http://schemas.openxmlformats.org/drawingml/2006/main">
            <a:off x="532209" y="4923697"/>
            <a:ext cx="1120674"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F5F0E8"/>
                </a:solidFill>
                <a:latin typeface="Arial"/>
                <a:ea typeface="Arial"/>
                <a:cs typeface="Arial"/>
              </a:defRPr>
            </a:defPPr>
          </a:lstStyle>
          <a:p xmlns:a="http://schemas.openxmlformats.org/drawingml/2006/main">
            <a:pPr>
              <a:defRPr sz="731" b="1" i="0">
                <a:solidFill>
                  <a:srgbClr val="F5F0E8"/>
                </a:solidFill>
                <a:latin typeface="Arial"/>
                <a:ea typeface="Arial"/>
                <a:cs typeface="Arial"/>
              </a:defRPr>
            </a:pPr>
            <a:r>
              <a:rPr sz="731" b="1" i="0">
                <a:solidFill>
                  <a:srgbClr val="F5F0E8"/>
                </a:solidFill>
                <a:latin typeface="Arial"/>
                <a:ea typeface="Arial"/>
                <a:cs typeface="Arial"/>
              </a:rPr>
              <a:t>ANEXOS / OMNI by 5.5</a:t>
            </a:r>
          </a:p>
        </p:txBody>
      </p:sp>
      <p:sp>
        <p:nvSpPr>
          <p:cNvPr id="22" name="text-24-20">
            <a:extLst xmlns:a="http://schemas.openxmlformats.org/drawingml/2006/main">
              <a:ext uri="{FF2B5EF4-FFF2-40B4-BE49-F238E27FC236}">
                <a16:creationId xmlns:a16="http://schemas.microsoft.com/office/drawing/2014/main" id="{5B52DDFD-0229-4999-B46A-97B75720C945}"/>
              </a:ext>
            </a:extLst>
          </p:cNvPr>
          <p:cNvSpPr>
            <a:spLocks xmlns:a="http://schemas.openxmlformats.org/drawingml/2006/main" noGrp="1"/>
          </p:cNvSpPr>
          <p:nvPr/>
        </p:nvSpPr>
        <p:spPr>
          <a:xfrm xmlns:a="http://schemas.openxmlformats.org/drawingml/2006/main">
            <a:off x="8446257" y="4923697"/>
            <a:ext cx="377893"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F5F0E8"/>
                </a:solidFill>
                <a:latin typeface="Arial"/>
                <a:ea typeface="Arial"/>
                <a:cs typeface="Arial"/>
              </a:defRPr>
            </a:defPPr>
          </a:lstStyle>
          <a:p xmlns:a="http://schemas.openxmlformats.org/drawingml/2006/main">
            <a:pPr>
              <a:defRPr sz="731" b="1" i="0">
                <a:solidFill>
                  <a:srgbClr val="F5F0E8"/>
                </a:solidFill>
                <a:latin typeface="Arial"/>
                <a:ea typeface="Arial"/>
                <a:cs typeface="Arial"/>
              </a:defRPr>
            </a:pPr>
            <a:r>
              <a:rPr sz="731" b="1" i="0">
                <a:solidFill>
                  <a:srgbClr val="F5F0E8"/>
                </a:solidFill>
                <a:latin typeface="Arial"/>
                <a:ea typeface="Arial"/>
                <a:cs typeface="Arial"/>
              </a:rPr>
              <a:t>24 / 5.5</a:t>
            </a:r>
          </a:p>
        </p:txBody>
      </p:sp>
    </p:spTree>
    <p:extLst>
      <p:ext uri="{BB962C8B-B14F-4D97-AF65-F5344CB8AC3E}">
        <p14:creationId xmlns:p14="http://schemas.microsoft.com/office/powerpoint/2010/main" val="120410597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2026-10-15T21:10:05.4850000Z</dcterms:created>
  <dcterms:modified xsi:type="dcterms:W3CDTF">2026-10-15T21:10:05.4850000Z</dcterms:modified>
</coreProperties>
</file>